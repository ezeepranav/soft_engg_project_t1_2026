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3"/>
  </p:notesMasterIdLst>
  <p:sldIdLst>
    <p:sldId id="256" r:id="rId2"/>
    <p:sldId id="291" r:id="rId3"/>
    <p:sldId id="294" r:id="rId4"/>
    <p:sldId id="260" r:id="rId5"/>
    <p:sldId id="295" r:id="rId6"/>
    <p:sldId id="296" r:id="rId7"/>
    <p:sldId id="267" r:id="rId8"/>
    <p:sldId id="297" r:id="rId9"/>
    <p:sldId id="298" r:id="rId10"/>
    <p:sldId id="268" r:id="rId11"/>
    <p:sldId id="299" r:id="rId12"/>
  </p:sldIdLst>
  <p:sldSz cx="9144000" cy="5143500" type="screen16x9"/>
  <p:notesSz cx="6858000" cy="9144000"/>
  <p:embeddedFontLst>
    <p:embeddedFont>
      <p:font typeface="Fira Sans Extra Condensed" panose="020B0503050000020004" pitchFamily="34" charset="0"/>
      <p:regular r:id="rId14"/>
      <p:bold r:id="rId15"/>
      <p:italic r:id="rId16"/>
      <p:boldItalic r:id="rId17"/>
    </p:embeddedFont>
    <p:embeddedFont>
      <p:font typeface="Georgia" panose="02040502050405020303" pitchFamily="18" charset="0"/>
      <p:regular r:id="rId18"/>
      <p:bold r:id="rId19"/>
      <p:italic r:id="rId20"/>
      <p:boldItalic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BBA237-6586-4E8B-80D4-6FF4AC1E9A00}">
  <a:tblStyle styleId="{23BBA237-6586-4E8B-80D4-6FF4AC1E9A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snapToGrid="0">
      <p:cViewPr>
        <p:scale>
          <a:sx n="100" d="100"/>
          <a:sy n="100" d="100"/>
        </p:scale>
        <p:origin x="365" y="1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4E3203A-A382-9CF3-E0D1-584A028E9267}"/>
            </a:ext>
          </a:extLst>
        </p:cNvPr>
        <p:cNvGrpSpPr/>
        <p:nvPr/>
      </p:nvGrpSpPr>
      <p:grpSpPr>
        <a:xfrm>
          <a:off x="0" y="0"/>
          <a:ext cx="0" cy="0"/>
          <a:chOff x="0" y="0"/>
          <a:chExt cx="0" cy="0"/>
        </a:xfrm>
      </p:grpSpPr>
      <p:sp>
        <p:nvSpPr>
          <p:cNvPr id="112" name="Google Shape;112;gd305c13e45_0_114:notes">
            <a:extLst>
              <a:ext uri="{FF2B5EF4-FFF2-40B4-BE49-F238E27FC236}">
                <a16:creationId xmlns:a16="http://schemas.microsoft.com/office/drawing/2014/main" id="{037BF88B-1696-A796-25C3-F529761A1E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d305c13e45_0_114:notes">
            <a:extLst>
              <a:ext uri="{FF2B5EF4-FFF2-40B4-BE49-F238E27FC236}">
                <a16:creationId xmlns:a16="http://schemas.microsoft.com/office/drawing/2014/main" id="{ED9BE290-1221-87CF-13F0-515F271A06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124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8A122FE-6CD7-41C4-AA2F-828425C6480D}"/>
            </a:ext>
          </a:extLst>
        </p:cNvPr>
        <p:cNvGrpSpPr/>
        <p:nvPr/>
      </p:nvGrpSpPr>
      <p:grpSpPr>
        <a:xfrm>
          <a:off x="0" y="0"/>
          <a:ext cx="0" cy="0"/>
          <a:chOff x="0" y="0"/>
          <a:chExt cx="0" cy="0"/>
        </a:xfrm>
      </p:grpSpPr>
      <p:sp>
        <p:nvSpPr>
          <p:cNvPr id="112" name="Google Shape;112;gd305c13e45_0_114:notes">
            <a:extLst>
              <a:ext uri="{FF2B5EF4-FFF2-40B4-BE49-F238E27FC236}">
                <a16:creationId xmlns:a16="http://schemas.microsoft.com/office/drawing/2014/main" id="{C9EF2DD6-9592-AF70-A2EF-3B189CA2BE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d305c13e45_0_114:notes">
            <a:extLst>
              <a:ext uri="{FF2B5EF4-FFF2-40B4-BE49-F238E27FC236}">
                <a16:creationId xmlns:a16="http://schemas.microsoft.com/office/drawing/2014/main" id="{5D2CF503-5390-76AF-EA8A-B8F80A1C57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631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d8e90631ac_0_3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d8e90631ac_0_3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a:extLst>
            <a:ext uri="{FF2B5EF4-FFF2-40B4-BE49-F238E27FC236}">
              <a16:creationId xmlns:a16="http://schemas.microsoft.com/office/drawing/2014/main" id="{8DAB35F5-3511-EB6E-2D67-B1FE9932D4C9}"/>
            </a:ext>
          </a:extLst>
        </p:cNvPr>
        <p:cNvGrpSpPr/>
        <p:nvPr/>
      </p:nvGrpSpPr>
      <p:grpSpPr>
        <a:xfrm>
          <a:off x="0" y="0"/>
          <a:ext cx="0" cy="0"/>
          <a:chOff x="0" y="0"/>
          <a:chExt cx="0" cy="0"/>
        </a:xfrm>
      </p:grpSpPr>
      <p:sp>
        <p:nvSpPr>
          <p:cNvPr id="1029" name="Google Shape;1029;gd8e90631ac_0_3148:notes">
            <a:extLst>
              <a:ext uri="{FF2B5EF4-FFF2-40B4-BE49-F238E27FC236}">
                <a16:creationId xmlns:a16="http://schemas.microsoft.com/office/drawing/2014/main" id="{FB3D079B-1410-1BA7-7643-178D65EDAD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d8e90631ac_0_3148:notes">
            <a:extLst>
              <a:ext uri="{FF2B5EF4-FFF2-40B4-BE49-F238E27FC236}">
                <a16:creationId xmlns:a16="http://schemas.microsoft.com/office/drawing/2014/main" id="{08E9D19C-3E27-17EF-A1F0-CB482C2235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2763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a:extLst>
            <a:ext uri="{FF2B5EF4-FFF2-40B4-BE49-F238E27FC236}">
              <a16:creationId xmlns:a16="http://schemas.microsoft.com/office/drawing/2014/main" id="{932517C4-1262-4C2B-6880-1D79F7A9DFFE}"/>
            </a:ext>
          </a:extLst>
        </p:cNvPr>
        <p:cNvGrpSpPr/>
        <p:nvPr/>
      </p:nvGrpSpPr>
      <p:grpSpPr>
        <a:xfrm>
          <a:off x="0" y="0"/>
          <a:ext cx="0" cy="0"/>
          <a:chOff x="0" y="0"/>
          <a:chExt cx="0" cy="0"/>
        </a:xfrm>
      </p:grpSpPr>
      <p:sp>
        <p:nvSpPr>
          <p:cNvPr id="1029" name="Google Shape;1029;gd8e90631ac_0_3148:notes">
            <a:extLst>
              <a:ext uri="{FF2B5EF4-FFF2-40B4-BE49-F238E27FC236}">
                <a16:creationId xmlns:a16="http://schemas.microsoft.com/office/drawing/2014/main" id="{2D31F6E4-6067-7B16-722D-858079291A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d8e90631ac_0_3148:notes">
            <a:extLst>
              <a:ext uri="{FF2B5EF4-FFF2-40B4-BE49-F238E27FC236}">
                <a16:creationId xmlns:a16="http://schemas.microsoft.com/office/drawing/2014/main" id="{BCAB7B6F-61EC-E8DF-A567-65488C8CFA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040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p:cNvGrpSpPr/>
        <p:nvPr/>
      </p:nvGrpSpPr>
      <p:grpSpPr>
        <a:xfrm>
          <a:off x="0" y="0"/>
          <a:ext cx="0" cy="0"/>
          <a:chOff x="0" y="0"/>
          <a:chExt cx="0" cy="0"/>
        </a:xfrm>
      </p:grpSpPr>
      <p:sp>
        <p:nvSpPr>
          <p:cNvPr id="2022" name="Google Shape;2022;gd99cd8487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3" name="Google Shape;2023;gd99cd8487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a:extLst>
            <a:ext uri="{FF2B5EF4-FFF2-40B4-BE49-F238E27FC236}">
              <a16:creationId xmlns:a16="http://schemas.microsoft.com/office/drawing/2014/main" id="{B946F7F2-0CDA-F23E-5D13-2EB0A5E83FD5}"/>
            </a:ext>
          </a:extLst>
        </p:cNvPr>
        <p:cNvGrpSpPr/>
        <p:nvPr/>
      </p:nvGrpSpPr>
      <p:grpSpPr>
        <a:xfrm>
          <a:off x="0" y="0"/>
          <a:ext cx="0" cy="0"/>
          <a:chOff x="0" y="0"/>
          <a:chExt cx="0" cy="0"/>
        </a:xfrm>
      </p:grpSpPr>
      <p:sp>
        <p:nvSpPr>
          <p:cNvPr id="2022" name="Google Shape;2022;gd99cd8487c_0_7:notes">
            <a:extLst>
              <a:ext uri="{FF2B5EF4-FFF2-40B4-BE49-F238E27FC236}">
                <a16:creationId xmlns:a16="http://schemas.microsoft.com/office/drawing/2014/main" id="{FF1419F4-7539-EA09-B1B9-0C2F012956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3" name="Google Shape;2023;gd99cd8487c_0_7:notes">
            <a:extLst>
              <a:ext uri="{FF2B5EF4-FFF2-40B4-BE49-F238E27FC236}">
                <a16:creationId xmlns:a16="http://schemas.microsoft.com/office/drawing/2014/main" id="{9F3455DC-090D-68CD-548B-DFDCCAB228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095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1">
          <a:extLst>
            <a:ext uri="{FF2B5EF4-FFF2-40B4-BE49-F238E27FC236}">
              <a16:creationId xmlns:a16="http://schemas.microsoft.com/office/drawing/2014/main" id="{0C5097AE-1A5D-6E52-77A4-2B1D0F36A610}"/>
            </a:ext>
          </a:extLst>
        </p:cNvPr>
        <p:cNvGrpSpPr/>
        <p:nvPr/>
      </p:nvGrpSpPr>
      <p:grpSpPr>
        <a:xfrm>
          <a:off x="0" y="0"/>
          <a:ext cx="0" cy="0"/>
          <a:chOff x="0" y="0"/>
          <a:chExt cx="0" cy="0"/>
        </a:xfrm>
      </p:grpSpPr>
      <p:sp>
        <p:nvSpPr>
          <p:cNvPr id="2022" name="Google Shape;2022;gd99cd8487c_0_7:notes">
            <a:extLst>
              <a:ext uri="{FF2B5EF4-FFF2-40B4-BE49-F238E27FC236}">
                <a16:creationId xmlns:a16="http://schemas.microsoft.com/office/drawing/2014/main" id="{872935C5-8BF2-25E3-6077-F164C23B6A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3" name="Google Shape;2023;gd99cd8487c_0_7:notes">
            <a:extLst>
              <a:ext uri="{FF2B5EF4-FFF2-40B4-BE49-F238E27FC236}">
                <a16:creationId xmlns:a16="http://schemas.microsoft.com/office/drawing/2014/main" id="{339D4EDD-2646-51F3-9077-A2AA2C2855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9041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0"/>
        <p:cNvGrpSpPr/>
        <p:nvPr/>
      </p:nvGrpSpPr>
      <p:grpSpPr>
        <a:xfrm>
          <a:off x="0" y="0"/>
          <a:ext cx="0" cy="0"/>
          <a:chOff x="0" y="0"/>
          <a:chExt cx="0" cy="0"/>
        </a:xfrm>
      </p:grpSpPr>
      <p:sp>
        <p:nvSpPr>
          <p:cNvPr id="2061" name="Google Shape;2061;gd99cd8487c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2" name="Google Shape;2062;gd99cd8487c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C7651F51-2D8B-9A8B-8837-7DC2FBD246CB}"/>
            </a:ext>
          </a:extLst>
        </p:cNvPr>
        <p:cNvGrpSpPr/>
        <p:nvPr/>
      </p:nvGrpSpPr>
      <p:grpSpPr>
        <a:xfrm>
          <a:off x="0" y="0"/>
          <a:ext cx="0" cy="0"/>
          <a:chOff x="0" y="0"/>
          <a:chExt cx="0" cy="0"/>
        </a:xfrm>
      </p:grpSpPr>
      <p:sp>
        <p:nvSpPr>
          <p:cNvPr id="43" name="Google Shape;43;p:notes">
            <a:extLst>
              <a:ext uri="{FF2B5EF4-FFF2-40B4-BE49-F238E27FC236}">
                <a16:creationId xmlns:a16="http://schemas.microsoft.com/office/drawing/2014/main" id="{8A893891-0306-7FD9-B4C1-DBABD1248D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p:notes">
            <a:extLst>
              <a:ext uri="{FF2B5EF4-FFF2-40B4-BE49-F238E27FC236}">
                <a16:creationId xmlns:a16="http://schemas.microsoft.com/office/drawing/2014/main" id="{69A5858B-DEE9-6399-5CB1-9256C720CF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5111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34663" y="408050"/>
            <a:ext cx="4114800" cy="1795200"/>
          </a:xfrm>
          <a:prstGeom prst="rect">
            <a:avLst/>
          </a:prstGeom>
        </p:spPr>
        <p:txBody>
          <a:bodyPr spcFirstLastPara="1" wrap="square" lIns="91425" tIns="91425" rIns="91425" bIns="91425" anchor="ctr" anchorCtr="0">
            <a:normAutofit/>
          </a:bodyPr>
          <a:lstStyle>
            <a:lvl1pPr lvl="0">
              <a:spcBef>
                <a:spcPts val="0"/>
              </a:spcBef>
              <a:spcAft>
                <a:spcPts val="0"/>
              </a:spcAft>
              <a:buSzPts val="5200"/>
              <a:buNone/>
              <a:defRPr sz="56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34663" y="2213339"/>
            <a:ext cx="4114800" cy="476400"/>
          </a:xfrm>
          <a:prstGeom prst="rect">
            <a:avLst/>
          </a:prstGeom>
        </p:spPr>
        <p:txBody>
          <a:bodyPr spcFirstLastPara="1" wrap="square" lIns="91425" tIns="91425" rIns="91425" bIns="91425" anchor="ctr" anchorCtr="0">
            <a:normAutofit/>
          </a:bodyPr>
          <a:lstStyle>
            <a:lvl1pPr lvl="0">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1693069" y="363468"/>
            <a:ext cx="4114800" cy="179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400" dirty="0"/>
              <a:t>Software Engineering Project</a:t>
            </a:r>
            <a:endParaRPr sz="4400" dirty="0"/>
          </a:p>
        </p:txBody>
      </p:sp>
      <p:sp>
        <p:nvSpPr>
          <p:cNvPr id="47" name="Google Shape;47;p15"/>
          <p:cNvSpPr txBox="1">
            <a:spLocks noGrp="1"/>
          </p:cNvSpPr>
          <p:nvPr>
            <p:ph type="subTitle" idx="1"/>
          </p:nvPr>
        </p:nvSpPr>
        <p:spPr>
          <a:xfrm>
            <a:off x="1693069" y="2374676"/>
            <a:ext cx="4114800" cy="3060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Jan 2026 Term – Team 57</a:t>
            </a:r>
            <a:endParaRPr dirty="0"/>
          </a:p>
        </p:txBody>
      </p:sp>
      <p:pic>
        <p:nvPicPr>
          <p:cNvPr id="2" name="image2.png" descr="IIT Madras - Wikipedia">
            <a:extLst>
              <a:ext uri="{FF2B5EF4-FFF2-40B4-BE49-F238E27FC236}">
                <a16:creationId xmlns:a16="http://schemas.microsoft.com/office/drawing/2014/main" id="{5DA87C48-4C6C-4B41-4D8A-66657612C5B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156404" y="651634"/>
            <a:ext cx="1330657" cy="1313058"/>
          </a:xfrm>
          <a:prstGeom prst="rect">
            <a:avLst/>
          </a:prstGeom>
          <a:ln/>
        </p:spPr>
      </p:pic>
      <p:sp>
        <p:nvSpPr>
          <p:cNvPr id="3" name="Google Shape;47;p15">
            <a:extLst>
              <a:ext uri="{FF2B5EF4-FFF2-40B4-BE49-F238E27FC236}">
                <a16:creationId xmlns:a16="http://schemas.microsoft.com/office/drawing/2014/main" id="{381661E6-FDE5-20C9-D952-987C0D68B1EE}"/>
              </a:ext>
            </a:extLst>
          </p:cNvPr>
          <p:cNvSpPr txBox="1">
            <a:spLocks/>
          </p:cNvSpPr>
          <p:nvPr/>
        </p:nvSpPr>
        <p:spPr>
          <a:xfrm>
            <a:off x="518160" y="3015640"/>
            <a:ext cx="4454696" cy="27367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Roboto"/>
              <a:buNone/>
              <a:defRPr sz="18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9pPr>
          </a:lstStyle>
          <a:p>
            <a:pPr marL="0" indent="0"/>
            <a:r>
              <a:rPr lang="en-US" sz="1600" dirty="0"/>
              <a:t>Presented by :</a:t>
            </a:r>
          </a:p>
          <a:p>
            <a:pPr marL="0"/>
            <a:r>
              <a:rPr lang="en-US" sz="1600" dirty="0"/>
              <a:t>Shravani Bugdani (23f1001996)</a:t>
            </a:r>
            <a:endParaRPr lang="en-IN" sz="1600" dirty="0"/>
          </a:p>
          <a:p>
            <a:pPr marL="0"/>
            <a:r>
              <a:rPr lang="en-US" sz="1600" dirty="0"/>
              <a:t>Pranav Pandey (23f2000416)</a:t>
            </a:r>
            <a:endParaRPr lang="en-IN" sz="1600" dirty="0"/>
          </a:p>
          <a:p>
            <a:pPr marL="0"/>
            <a:r>
              <a:rPr lang="en-US" sz="1600" dirty="0" err="1"/>
              <a:t>Venkateswarlu</a:t>
            </a:r>
            <a:r>
              <a:rPr lang="en-US" sz="1600" dirty="0"/>
              <a:t> </a:t>
            </a:r>
            <a:r>
              <a:rPr lang="en-US" sz="1600" dirty="0" err="1"/>
              <a:t>Thatha</a:t>
            </a:r>
            <a:r>
              <a:rPr lang="en-US" sz="1600" dirty="0"/>
              <a:t>(23f2004188)</a:t>
            </a:r>
            <a:endParaRPr lang="en-IN" sz="1600" dirty="0"/>
          </a:p>
          <a:p>
            <a:pPr marL="0"/>
            <a:r>
              <a:rPr lang="en-US" sz="1600" dirty="0"/>
              <a:t>Vishal </a:t>
            </a:r>
            <a:r>
              <a:rPr lang="en-US" sz="1600" dirty="0" err="1"/>
              <a:t>Madhesia</a:t>
            </a:r>
            <a:r>
              <a:rPr lang="en-US" sz="1600" dirty="0"/>
              <a:t> ( 21f3001215)</a:t>
            </a:r>
            <a:endParaRPr lang="en-IN" sz="1600" dirty="0">
              <a:latin typeface="Georgia" panose="02040502050405020303" pitchFamily="18" charset="0"/>
              <a:ea typeface="Georgia" panose="02040502050405020303" pitchFamily="18" charset="0"/>
              <a:cs typeface="Mangal" panose="02040503050203030202" pitchFamily="18" charset="0"/>
            </a:endParaRPr>
          </a:p>
          <a:p>
            <a:pPr marL="0" indent="0"/>
            <a:endParaRPr lang="en-US" sz="1600" dirty="0"/>
          </a:p>
          <a:p>
            <a:pPr marL="0" indent="0"/>
            <a:endParaRPr lang="en-US" sz="1600" dirty="0"/>
          </a:p>
          <a:p>
            <a:pPr marL="0" indent="0"/>
            <a:endParaRPr lang="en-US" sz="1600" dirty="0"/>
          </a:p>
          <a:p>
            <a:pPr marL="0" indent="0"/>
            <a:endParaRPr lang="en-US" sz="1600" dirty="0"/>
          </a:p>
        </p:txBody>
      </p:sp>
      <p:grpSp>
        <p:nvGrpSpPr>
          <p:cNvPr id="5" name="Google Shape;48;p15">
            <a:extLst>
              <a:ext uri="{FF2B5EF4-FFF2-40B4-BE49-F238E27FC236}">
                <a16:creationId xmlns:a16="http://schemas.microsoft.com/office/drawing/2014/main" id="{55673DA0-DE88-658A-8EA9-1359C061093A}"/>
              </a:ext>
            </a:extLst>
          </p:cNvPr>
          <p:cNvGrpSpPr/>
          <p:nvPr/>
        </p:nvGrpSpPr>
        <p:grpSpPr>
          <a:xfrm>
            <a:off x="5211919" y="-447730"/>
            <a:ext cx="3725058" cy="5151182"/>
            <a:chOff x="4572405" y="-908049"/>
            <a:chExt cx="4114905" cy="5640131"/>
          </a:xfrm>
        </p:grpSpPr>
        <p:sp>
          <p:nvSpPr>
            <p:cNvPr id="6" name="Google Shape;49;p15">
              <a:extLst>
                <a:ext uri="{FF2B5EF4-FFF2-40B4-BE49-F238E27FC236}">
                  <a16:creationId xmlns:a16="http://schemas.microsoft.com/office/drawing/2014/main" id="{5608AA0F-DE6B-9987-C09F-53315BA145C9}"/>
                </a:ext>
              </a:extLst>
            </p:cNvPr>
            <p:cNvSpPr/>
            <p:nvPr/>
          </p:nvSpPr>
          <p:spPr>
            <a:xfrm>
              <a:off x="4647387" y="4435335"/>
              <a:ext cx="3964941" cy="296747"/>
            </a:xfrm>
            <a:custGeom>
              <a:avLst/>
              <a:gdLst/>
              <a:ahLst/>
              <a:cxnLst/>
              <a:rect l="l" t="t" r="r" b="b"/>
              <a:pathLst>
                <a:path w="129605" h="9700" extrusionOk="0">
                  <a:moveTo>
                    <a:pt x="61472" y="0"/>
                  </a:move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0;p15">
              <a:extLst>
                <a:ext uri="{FF2B5EF4-FFF2-40B4-BE49-F238E27FC236}">
                  <a16:creationId xmlns:a16="http://schemas.microsoft.com/office/drawing/2014/main" id="{ACA584FB-31E3-803C-4B3E-02D88A4E5237}"/>
                </a:ext>
              </a:extLst>
            </p:cNvPr>
            <p:cNvSpPr/>
            <p:nvPr/>
          </p:nvSpPr>
          <p:spPr>
            <a:xfrm>
              <a:off x="4647387" y="4435335"/>
              <a:ext cx="3964941" cy="296747"/>
            </a:xfrm>
            <a:custGeom>
              <a:avLst/>
              <a:gdLst/>
              <a:ahLst/>
              <a:cxnLst/>
              <a:rect l="l" t="t" r="r" b="b"/>
              <a:pathLst>
                <a:path w="129605" h="9700" fill="none" extrusionOk="0">
                  <a:moveTo>
                    <a:pt x="64796" y="0"/>
                  </a:moveTo>
                  <a:lnTo>
                    <a:pt x="64796" y="0"/>
                  </a:lnTo>
                  <a:lnTo>
                    <a:pt x="61472" y="0"/>
                  </a:ln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lnTo>
                    <a:pt x="6479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p15">
              <a:extLst>
                <a:ext uri="{FF2B5EF4-FFF2-40B4-BE49-F238E27FC236}">
                  <a16:creationId xmlns:a16="http://schemas.microsoft.com/office/drawing/2014/main" id="{71102C9D-D397-C139-C803-2FCE212D5D9D}"/>
                </a:ext>
              </a:extLst>
            </p:cNvPr>
            <p:cNvSpPr/>
            <p:nvPr/>
          </p:nvSpPr>
          <p:spPr>
            <a:xfrm>
              <a:off x="4759876" y="2227719"/>
              <a:ext cx="678052" cy="1514849"/>
            </a:xfrm>
            <a:custGeom>
              <a:avLst/>
              <a:gdLst/>
              <a:ahLst/>
              <a:cxnLst/>
              <a:rect l="l" t="t" r="r" b="b"/>
              <a:pathLst>
                <a:path w="22164" h="49517" extrusionOk="0">
                  <a:moveTo>
                    <a:pt x="15671" y="0"/>
                  </a:moveTo>
                  <a:lnTo>
                    <a:pt x="15476" y="13"/>
                  </a:lnTo>
                  <a:lnTo>
                    <a:pt x="0" y="13"/>
                  </a:lnTo>
                  <a:lnTo>
                    <a:pt x="4954" y="45801"/>
                  </a:lnTo>
                  <a:lnTo>
                    <a:pt x="5698" y="45996"/>
                  </a:lnTo>
                  <a:lnTo>
                    <a:pt x="7666" y="46505"/>
                  </a:lnTo>
                  <a:lnTo>
                    <a:pt x="10430" y="47209"/>
                  </a:lnTo>
                  <a:lnTo>
                    <a:pt x="11982" y="47587"/>
                  </a:lnTo>
                  <a:lnTo>
                    <a:pt x="13598" y="47978"/>
                  </a:lnTo>
                  <a:lnTo>
                    <a:pt x="15202" y="48343"/>
                  </a:lnTo>
                  <a:lnTo>
                    <a:pt x="16766" y="48695"/>
                  </a:lnTo>
                  <a:lnTo>
                    <a:pt x="18213" y="48995"/>
                  </a:lnTo>
                  <a:lnTo>
                    <a:pt x="18891" y="49125"/>
                  </a:lnTo>
                  <a:lnTo>
                    <a:pt x="19517" y="49242"/>
                  </a:lnTo>
                  <a:lnTo>
                    <a:pt x="20091" y="49347"/>
                  </a:lnTo>
                  <a:lnTo>
                    <a:pt x="20612" y="49425"/>
                  </a:lnTo>
                  <a:lnTo>
                    <a:pt x="21069" y="49477"/>
                  </a:lnTo>
                  <a:lnTo>
                    <a:pt x="21447" y="49503"/>
                  </a:lnTo>
                  <a:lnTo>
                    <a:pt x="21760" y="49516"/>
                  </a:lnTo>
                  <a:lnTo>
                    <a:pt x="21877" y="49503"/>
                  </a:lnTo>
                  <a:lnTo>
                    <a:pt x="21981" y="49490"/>
                  </a:lnTo>
                  <a:lnTo>
                    <a:pt x="22059" y="49464"/>
                  </a:lnTo>
                  <a:lnTo>
                    <a:pt x="22125" y="49438"/>
                  </a:lnTo>
                  <a:lnTo>
                    <a:pt x="22151" y="49399"/>
                  </a:lnTo>
                  <a:lnTo>
                    <a:pt x="22164" y="49360"/>
                  </a:lnTo>
                  <a:lnTo>
                    <a:pt x="17575" y="1747"/>
                  </a:lnTo>
                  <a:lnTo>
                    <a:pt x="17549" y="1552"/>
                  </a:lnTo>
                  <a:lnTo>
                    <a:pt x="17496" y="1356"/>
                  </a:lnTo>
                  <a:lnTo>
                    <a:pt x="17431" y="1187"/>
                  </a:lnTo>
                  <a:lnTo>
                    <a:pt x="17353" y="1017"/>
                  </a:lnTo>
                  <a:lnTo>
                    <a:pt x="17249" y="848"/>
                  </a:lnTo>
                  <a:lnTo>
                    <a:pt x="17144" y="704"/>
                  </a:lnTo>
                  <a:lnTo>
                    <a:pt x="17014" y="574"/>
                  </a:lnTo>
                  <a:lnTo>
                    <a:pt x="16884" y="443"/>
                  </a:lnTo>
                  <a:lnTo>
                    <a:pt x="16727" y="339"/>
                  </a:lnTo>
                  <a:lnTo>
                    <a:pt x="16571" y="235"/>
                  </a:lnTo>
                  <a:lnTo>
                    <a:pt x="16401" y="157"/>
                  </a:lnTo>
                  <a:lnTo>
                    <a:pt x="16232" y="91"/>
                  </a:lnTo>
                  <a:lnTo>
                    <a:pt x="16049" y="39"/>
                  </a:lnTo>
                  <a:lnTo>
                    <a:pt x="15867" y="13"/>
                  </a:lnTo>
                  <a:lnTo>
                    <a:pt x="15671"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p15">
              <a:extLst>
                <a:ext uri="{FF2B5EF4-FFF2-40B4-BE49-F238E27FC236}">
                  <a16:creationId xmlns:a16="http://schemas.microsoft.com/office/drawing/2014/main" id="{90002720-7215-AB33-2BBB-25E6A0E604C7}"/>
                </a:ext>
              </a:extLst>
            </p:cNvPr>
            <p:cNvSpPr/>
            <p:nvPr/>
          </p:nvSpPr>
          <p:spPr>
            <a:xfrm>
              <a:off x="4906261" y="3487671"/>
              <a:ext cx="1317007" cy="300357"/>
            </a:xfrm>
            <a:custGeom>
              <a:avLst/>
              <a:gdLst/>
              <a:ahLst/>
              <a:cxnLst/>
              <a:rect l="l" t="t" r="r" b="b"/>
              <a:pathLst>
                <a:path w="43050" h="9818" extrusionOk="0">
                  <a:moveTo>
                    <a:pt x="2529" y="0"/>
                  </a:moveTo>
                  <a:lnTo>
                    <a:pt x="2269" y="13"/>
                  </a:lnTo>
                  <a:lnTo>
                    <a:pt x="2021" y="52"/>
                  </a:lnTo>
                  <a:lnTo>
                    <a:pt x="1786" y="118"/>
                  </a:lnTo>
                  <a:lnTo>
                    <a:pt x="1551" y="196"/>
                  </a:lnTo>
                  <a:lnTo>
                    <a:pt x="1330" y="300"/>
                  </a:lnTo>
                  <a:lnTo>
                    <a:pt x="1121" y="431"/>
                  </a:lnTo>
                  <a:lnTo>
                    <a:pt x="926" y="574"/>
                  </a:lnTo>
                  <a:lnTo>
                    <a:pt x="743" y="743"/>
                  </a:lnTo>
                  <a:lnTo>
                    <a:pt x="587" y="926"/>
                  </a:lnTo>
                  <a:lnTo>
                    <a:pt x="430" y="1109"/>
                  </a:lnTo>
                  <a:lnTo>
                    <a:pt x="313" y="1317"/>
                  </a:lnTo>
                  <a:lnTo>
                    <a:pt x="209" y="1539"/>
                  </a:lnTo>
                  <a:lnTo>
                    <a:pt x="117" y="1773"/>
                  </a:lnTo>
                  <a:lnTo>
                    <a:pt x="52" y="2021"/>
                  </a:lnTo>
                  <a:lnTo>
                    <a:pt x="13" y="2269"/>
                  </a:lnTo>
                  <a:lnTo>
                    <a:pt x="0" y="2530"/>
                  </a:lnTo>
                  <a:lnTo>
                    <a:pt x="0" y="6232"/>
                  </a:lnTo>
                  <a:lnTo>
                    <a:pt x="13" y="6415"/>
                  </a:lnTo>
                  <a:lnTo>
                    <a:pt x="26" y="6597"/>
                  </a:lnTo>
                  <a:lnTo>
                    <a:pt x="39" y="6780"/>
                  </a:lnTo>
                  <a:lnTo>
                    <a:pt x="78" y="6949"/>
                  </a:lnTo>
                  <a:lnTo>
                    <a:pt x="117" y="7119"/>
                  </a:lnTo>
                  <a:lnTo>
                    <a:pt x="169" y="7288"/>
                  </a:lnTo>
                  <a:lnTo>
                    <a:pt x="222" y="7458"/>
                  </a:lnTo>
                  <a:lnTo>
                    <a:pt x="287" y="7627"/>
                  </a:lnTo>
                  <a:lnTo>
                    <a:pt x="352" y="7784"/>
                  </a:lnTo>
                  <a:lnTo>
                    <a:pt x="430" y="7940"/>
                  </a:lnTo>
                  <a:lnTo>
                    <a:pt x="522" y="8084"/>
                  </a:lnTo>
                  <a:lnTo>
                    <a:pt x="613" y="8227"/>
                  </a:lnTo>
                  <a:lnTo>
                    <a:pt x="717" y="8370"/>
                  </a:lnTo>
                  <a:lnTo>
                    <a:pt x="821" y="8514"/>
                  </a:lnTo>
                  <a:lnTo>
                    <a:pt x="939" y="8631"/>
                  </a:lnTo>
                  <a:lnTo>
                    <a:pt x="1056" y="8761"/>
                  </a:lnTo>
                  <a:lnTo>
                    <a:pt x="1173" y="8879"/>
                  </a:lnTo>
                  <a:lnTo>
                    <a:pt x="1304" y="8996"/>
                  </a:lnTo>
                  <a:lnTo>
                    <a:pt x="1447" y="9100"/>
                  </a:lnTo>
                  <a:lnTo>
                    <a:pt x="1578" y="9205"/>
                  </a:lnTo>
                  <a:lnTo>
                    <a:pt x="1734" y="9296"/>
                  </a:lnTo>
                  <a:lnTo>
                    <a:pt x="1877" y="9374"/>
                  </a:lnTo>
                  <a:lnTo>
                    <a:pt x="2034" y="9452"/>
                  </a:lnTo>
                  <a:lnTo>
                    <a:pt x="2190" y="9531"/>
                  </a:lnTo>
                  <a:lnTo>
                    <a:pt x="2360" y="9596"/>
                  </a:lnTo>
                  <a:lnTo>
                    <a:pt x="2516" y="9648"/>
                  </a:lnTo>
                  <a:lnTo>
                    <a:pt x="2686" y="9700"/>
                  </a:lnTo>
                  <a:lnTo>
                    <a:pt x="2868" y="9739"/>
                  </a:lnTo>
                  <a:lnTo>
                    <a:pt x="3038" y="9765"/>
                  </a:lnTo>
                  <a:lnTo>
                    <a:pt x="3220" y="9791"/>
                  </a:lnTo>
                  <a:lnTo>
                    <a:pt x="3403" y="9804"/>
                  </a:lnTo>
                  <a:lnTo>
                    <a:pt x="3585" y="9818"/>
                  </a:lnTo>
                  <a:lnTo>
                    <a:pt x="39464" y="9818"/>
                  </a:lnTo>
                  <a:lnTo>
                    <a:pt x="39647" y="9804"/>
                  </a:lnTo>
                  <a:lnTo>
                    <a:pt x="39829" y="9791"/>
                  </a:lnTo>
                  <a:lnTo>
                    <a:pt x="40012" y="9765"/>
                  </a:lnTo>
                  <a:lnTo>
                    <a:pt x="40194" y="9739"/>
                  </a:lnTo>
                  <a:lnTo>
                    <a:pt x="40364" y="9700"/>
                  </a:lnTo>
                  <a:lnTo>
                    <a:pt x="40533" y="9648"/>
                  </a:lnTo>
                  <a:lnTo>
                    <a:pt x="40703" y="9596"/>
                  </a:lnTo>
                  <a:lnTo>
                    <a:pt x="40859" y="9531"/>
                  </a:lnTo>
                  <a:lnTo>
                    <a:pt x="41015" y="9452"/>
                  </a:lnTo>
                  <a:lnTo>
                    <a:pt x="41172" y="9374"/>
                  </a:lnTo>
                  <a:lnTo>
                    <a:pt x="41328" y="9296"/>
                  </a:lnTo>
                  <a:lnTo>
                    <a:pt x="41472" y="9205"/>
                  </a:lnTo>
                  <a:lnTo>
                    <a:pt x="41615" y="9100"/>
                  </a:lnTo>
                  <a:lnTo>
                    <a:pt x="41746" y="8996"/>
                  </a:lnTo>
                  <a:lnTo>
                    <a:pt x="41876" y="8879"/>
                  </a:lnTo>
                  <a:lnTo>
                    <a:pt x="42006" y="8761"/>
                  </a:lnTo>
                  <a:lnTo>
                    <a:pt x="42124" y="8631"/>
                  </a:lnTo>
                  <a:lnTo>
                    <a:pt x="42228" y="8514"/>
                  </a:lnTo>
                  <a:lnTo>
                    <a:pt x="42332" y="8370"/>
                  </a:lnTo>
                  <a:lnTo>
                    <a:pt x="42437" y="8227"/>
                  </a:lnTo>
                  <a:lnTo>
                    <a:pt x="42528" y="8084"/>
                  </a:lnTo>
                  <a:lnTo>
                    <a:pt x="42619" y="7940"/>
                  </a:lnTo>
                  <a:lnTo>
                    <a:pt x="42697" y="7784"/>
                  </a:lnTo>
                  <a:lnTo>
                    <a:pt x="42762" y="7627"/>
                  </a:lnTo>
                  <a:lnTo>
                    <a:pt x="42828" y="7458"/>
                  </a:lnTo>
                  <a:lnTo>
                    <a:pt x="42893" y="7288"/>
                  </a:lnTo>
                  <a:lnTo>
                    <a:pt x="42932" y="7119"/>
                  </a:lnTo>
                  <a:lnTo>
                    <a:pt x="42971" y="6949"/>
                  </a:lnTo>
                  <a:lnTo>
                    <a:pt x="43010" y="6780"/>
                  </a:lnTo>
                  <a:lnTo>
                    <a:pt x="43036" y="6597"/>
                  </a:lnTo>
                  <a:lnTo>
                    <a:pt x="43049" y="6415"/>
                  </a:lnTo>
                  <a:lnTo>
                    <a:pt x="43049" y="6232"/>
                  </a:lnTo>
                  <a:lnTo>
                    <a:pt x="43049" y="2530"/>
                  </a:lnTo>
                  <a:lnTo>
                    <a:pt x="43036" y="2269"/>
                  </a:lnTo>
                  <a:lnTo>
                    <a:pt x="42997" y="2021"/>
                  </a:lnTo>
                  <a:lnTo>
                    <a:pt x="42932" y="1773"/>
                  </a:lnTo>
                  <a:lnTo>
                    <a:pt x="42854" y="1539"/>
                  </a:lnTo>
                  <a:lnTo>
                    <a:pt x="42749" y="1317"/>
                  </a:lnTo>
                  <a:lnTo>
                    <a:pt x="42619" y="1109"/>
                  </a:lnTo>
                  <a:lnTo>
                    <a:pt x="42476" y="926"/>
                  </a:lnTo>
                  <a:lnTo>
                    <a:pt x="42306" y="743"/>
                  </a:lnTo>
                  <a:lnTo>
                    <a:pt x="42124" y="574"/>
                  </a:lnTo>
                  <a:lnTo>
                    <a:pt x="41941" y="431"/>
                  </a:lnTo>
                  <a:lnTo>
                    <a:pt x="41733" y="300"/>
                  </a:lnTo>
                  <a:lnTo>
                    <a:pt x="41511" y="196"/>
                  </a:lnTo>
                  <a:lnTo>
                    <a:pt x="41276" y="118"/>
                  </a:lnTo>
                  <a:lnTo>
                    <a:pt x="41029" y="52"/>
                  </a:lnTo>
                  <a:lnTo>
                    <a:pt x="40781" y="13"/>
                  </a:lnTo>
                  <a:lnTo>
                    <a:pt x="40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p15">
              <a:extLst>
                <a:ext uri="{FF2B5EF4-FFF2-40B4-BE49-F238E27FC236}">
                  <a16:creationId xmlns:a16="http://schemas.microsoft.com/office/drawing/2014/main" id="{E573B025-05D3-20D8-ADCE-E42F81B0101A}"/>
                </a:ext>
              </a:extLst>
            </p:cNvPr>
            <p:cNvSpPr/>
            <p:nvPr/>
          </p:nvSpPr>
          <p:spPr>
            <a:xfrm>
              <a:off x="5232897" y="3510401"/>
              <a:ext cx="990371" cy="299959"/>
            </a:xfrm>
            <a:custGeom>
              <a:avLst/>
              <a:gdLst/>
              <a:ahLst/>
              <a:cxnLst/>
              <a:rect l="l" t="t" r="r" b="b"/>
              <a:pathLst>
                <a:path w="32373" h="9805" extrusionOk="0">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196" y="1539"/>
                  </a:lnTo>
                  <a:lnTo>
                    <a:pt x="118" y="1774"/>
                  </a:lnTo>
                  <a:lnTo>
                    <a:pt x="53" y="2021"/>
                  </a:lnTo>
                  <a:lnTo>
                    <a:pt x="14" y="2269"/>
                  </a:lnTo>
                  <a:lnTo>
                    <a:pt x="1" y="2530"/>
                  </a:lnTo>
                  <a:lnTo>
                    <a:pt x="1" y="7288"/>
                  </a:lnTo>
                  <a:lnTo>
                    <a:pt x="14" y="7536"/>
                  </a:lnTo>
                  <a:lnTo>
                    <a:pt x="53" y="7797"/>
                  </a:lnTo>
                  <a:lnTo>
                    <a:pt x="118" y="8032"/>
                  </a:lnTo>
                  <a:lnTo>
                    <a:pt x="196"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2" y="9752"/>
                  </a:lnTo>
                  <a:lnTo>
                    <a:pt x="30599" y="9700"/>
                  </a:lnTo>
                  <a:lnTo>
                    <a:pt x="30834" y="9609"/>
                  </a:lnTo>
                  <a:lnTo>
                    <a:pt x="31056" y="9505"/>
                  </a:lnTo>
                  <a:lnTo>
                    <a:pt x="31264" y="9374"/>
                  </a:lnTo>
                  <a:lnTo>
                    <a:pt x="31447" y="9231"/>
                  </a:lnTo>
                  <a:lnTo>
                    <a:pt x="31629" y="9075"/>
                  </a:lnTo>
                  <a:lnTo>
                    <a:pt x="31799"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9" y="913"/>
                  </a:lnTo>
                  <a:lnTo>
                    <a:pt x="31629" y="744"/>
                  </a:lnTo>
                  <a:lnTo>
                    <a:pt x="31447" y="574"/>
                  </a:lnTo>
                  <a:lnTo>
                    <a:pt x="31264" y="431"/>
                  </a:lnTo>
                  <a:lnTo>
                    <a:pt x="31056" y="300"/>
                  </a:lnTo>
                  <a:lnTo>
                    <a:pt x="30834" y="196"/>
                  </a:lnTo>
                  <a:lnTo>
                    <a:pt x="30599" y="118"/>
                  </a:lnTo>
                  <a:lnTo>
                    <a:pt x="30352" y="53"/>
                  </a:lnTo>
                  <a:lnTo>
                    <a:pt x="30104" y="14"/>
                  </a:lnTo>
                  <a:lnTo>
                    <a:pt x="2984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p15">
              <a:extLst>
                <a:ext uri="{FF2B5EF4-FFF2-40B4-BE49-F238E27FC236}">
                  <a16:creationId xmlns:a16="http://schemas.microsoft.com/office/drawing/2014/main" id="{DF0E3716-98E0-9C57-EE75-8AEEA55EDFDF}"/>
                </a:ext>
              </a:extLst>
            </p:cNvPr>
            <p:cNvSpPr/>
            <p:nvPr/>
          </p:nvSpPr>
          <p:spPr>
            <a:xfrm>
              <a:off x="5241677" y="3810330"/>
              <a:ext cx="230545" cy="770992"/>
            </a:xfrm>
            <a:custGeom>
              <a:avLst/>
              <a:gdLst/>
              <a:ahLst/>
              <a:cxnLst/>
              <a:rect l="l" t="t" r="r" b="b"/>
              <a:pathLst>
                <a:path w="7536" h="25202" extrusionOk="0">
                  <a:moveTo>
                    <a:pt x="3116" y="1"/>
                  </a:moveTo>
                  <a:lnTo>
                    <a:pt x="0" y="25202"/>
                  </a:lnTo>
                  <a:lnTo>
                    <a:pt x="2412" y="25202"/>
                  </a:lnTo>
                  <a:lnTo>
                    <a:pt x="7536"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5;p15">
              <a:extLst>
                <a:ext uri="{FF2B5EF4-FFF2-40B4-BE49-F238E27FC236}">
                  <a16:creationId xmlns:a16="http://schemas.microsoft.com/office/drawing/2014/main" id="{06815906-1A29-47BA-F35C-4E9935B52AC3}"/>
                </a:ext>
              </a:extLst>
            </p:cNvPr>
            <p:cNvSpPr/>
            <p:nvPr/>
          </p:nvSpPr>
          <p:spPr>
            <a:xfrm>
              <a:off x="5984708" y="3810330"/>
              <a:ext cx="142041" cy="770992"/>
            </a:xfrm>
            <a:custGeom>
              <a:avLst/>
              <a:gdLst/>
              <a:ahLst/>
              <a:cxnLst/>
              <a:rect l="l" t="t" r="r" b="b"/>
              <a:pathLst>
                <a:path w="4643" h="25202" extrusionOk="0">
                  <a:moveTo>
                    <a:pt x="1" y="1"/>
                  </a:moveTo>
                  <a:lnTo>
                    <a:pt x="2243" y="25202"/>
                  </a:lnTo>
                  <a:lnTo>
                    <a:pt x="4642" y="25202"/>
                  </a:lnTo>
                  <a:lnTo>
                    <a:pt x="4421"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5">
              <a:extLst>
                <a:ext uri="{FF2B5EF4-FFF2-40B4-BE49-F238E27FC236}">
                  <a16:creationId xmlns:a16="http://schemas.microsoft.com/office/drawing/2014/main" id="{E61F0C7C-FEB3-C74D-695B-1C1E56A33540}"/>
                </a:ext>
              </a:extLst>
            </p:cNvPr>
            <p:cNvSpPr/>
            <p:nvPr/>
          </p:nvSpPr>
          <p:spPr>
            <a:xfrm>
              <a:off x="5332996" y="3810330"/>
              <a:ext cx="796935" cy="61858"/>
            </a:xfrm>
            <a:custGeom>
              <a:avLst/>
              <a:gdLst/>
              <a:ahLst/>
              <a:cxnLst/>
              <a:rect l="l" t="t" r="r" b="b"/>
              <a:pathLst>
                <a:path w="26050" h="2022" extrusionOk="0">
                  <a:moveTo>
                    <a:pt x="1" y="1"/>
                  </a:moveTo>
                  <a:lnTo>
                    <a:pt x="1" y="2021"/>
                  </a:lnTo>
                  <a:lnTo>
                    <a:pt x="26050" y="2021"/>
                  </a:lnTo>
                  <a:lnTo>
                    <a:pt x="26050"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7;p15">
              <a:extLst>
                <a:ext uri="{FF2B5EF4-FFF2-40B4-BE49-F238E27FC236}">
                  <a16:creationId xmlns:a16="http://schemas.microsoft.com/office/drawing/2014/main" id="{C3D44862-E0C3-90F0-E686-942978BDC9CD}"/>
                </a:ext>
              </a:extLst>
            </p:cNvPr>
            <p:cNvSpPr/>
            <p:nvPr/>
          </p:nvSpPr>
          <p:spPr>
            <a:xfrm>
              <a:off x="4735555" y="3510401"/>
              <a:ext cx="990340" cy="299959"/>
            </a:xfrm>
            <a:custGeom>
              <a:avLst/>
              <a:gdLst/>
              <a:ahLst/>
              <a:cxnLst/>
              <a:rect l="l" t="t" r="r" b="b"/>
              <a:pathLst>
                <a:path w="32372" h="9805" extrusionOk="0">
                  <a:moveTo>
                    <a:pt x="2529" y="0"/>
                  </a:moveTo>
                  <a:lnTo>
                    <a:pt x="2269" y="14"/>
                  </a:lnTo>
                  <a:lnTo>
                    <a:pt x="2021" y="53"/>
                  </a:lnTo>
                  <a:lnTo>
                    <a:pt x="1786" y="118"/>
                  </a:lnTo>
                  <a:lnTo>
                    <a:pt x="1551" y="196"/>
                  </a:lnTo>
                  <a:lnTo>
                    <a:pt x="1330" y="300"/>
                  </a:lnTo>
                  <a:lnTo>
                    <a:pt x="1121" y="431"/>
                  </a:lnTo>
                  <a:lnTo>
                    <a:pt x="926" y="574"/>
                  </a:lnTo>
                  <a:lnTo>
                    <a:pt x="743" y="744"/>
                  </a:lnTo>
                  <a:lnTo>
                    <a:pt x="587" y="913"/>
                  </a:lnTo>
                  <a:lnTo>
                    <a:pt x="430" y="1109"/>
                  </a:lnTo>
                  <a:lnTo>
                    <a:pt x="313" y="1317"/>
                  </a:lnTo>
                  <a:lnTo>
                    <a:pt x="209" y="1539"/>
                  </a:lnTo>
                  <a:lnTo>
                    <a:pt x="117" y="1774"/>
                  </a:lnTo>
                  <a:lnTo>
                    <a:pt x="52" y="2021"/>
                  </a:lnTo>
                  <a:lnTo>
                    <a:pt x="13" y="2269"/>
                  </a:lnTo>
                  <a:lnTo>
                    <a:pt x="0" y="2530"/>
                  </a:lnTo>
                  <a:lnTo>
                    <a:pt x="0" y="7288"/>
                  </a:lnTo>
                  <a:lnTo>
                    <a:pt x="13" y="7536"/>
                  </a:lnTo>
                  <a:lnTo>
                    <a:pt x="52" y="7797"/>
                  </a:lnTo>
                  <a:lnTo>
                    <a:pt x="117" y="8032"/>
                  </a:lnTo>
                  <a:lnTo>
                    <a:pt x="209" y="8266"/>
                  </a:lnTo>
                  <a:lnTo>
                    <a:pt x="313" y="8488"/>
                  </a:lnTo>
                  <a:lnTo>
                    <a:pt x="430" y="8696"/>
                  </a:lnTo>
                  <a:lnTo>
                    <a:pt x="587" y="8892"/>
                  </a:lnTo>
                  <a:lnTo>
                    <a:pt x="743" y="9075"/>
                  </a:lnTo>
                  <a:lnTo>
                    <a:pt x="926" y="9231"/>
                  </a:lnTo>
                  <a:lnTo>
                    <a:pt x="1121" y="9374"/>
                  </a:lnTo>
                  <a:lnTo>
                    <a:pt x="1330" y="9505"/>
                  </a:lnTo>
                  <a:lnTo>
                    <a:pt x="1551" y="9609"/>
                  </a:lnTo>
                  <a:lnTo>
                    <a:pt x="1786" y="9700"/>
                  </a:lnTo>
                  <a:lnTo>
                    <a:pt x="2021" y="9752"/>
                  </a:lnTo>
                  <a:lnTo>
                    <a:pt x="2269" y="9792"/>
                  </a:lnTo>
                  <a:lnTo>
                    <a:pt x="2529" y="9805"/>
                  </a:lnTo>
                  <a:lnTo>
                    <a:pt x="29843" y="9805"/>
                  </a:lnTo>
                  <a:lnTo>
                    <a:pt x="30103" y="9792"/>
                  </a:lnTo>
                  <a:lnTo>
                    <a:pt x="30351" y="9752"/>
                  </a:lnTo>
                  <a:lnTo>
                    <a:pt x="30599" y="9700"/>
                  </a:lnTo>
                  <a:lnTo>
                    <a:pt x="30833" y="9609"/>
                  </a:lnTo>
                  <a:lnTo>
                    <a:pt x="31055" y="9505"/>
                  </a:lnTo>
                  <a:lnTo>
                    <a:pt x="31264" y="9374"/>
                  </a:lnTo>
                  <a:lnTo>
                    <a:pt x="31459" y="9231"/>
                  </a:lnTo>
                  <a:lnTo>
                    <a:pt x="31629" y="9075"/>
                  </a:lnTo>
                  <a:lnTo>
                    <a:pt x="31798" y="8892"/>
                  </a:lnTo>
                  <a:lnTo>
                    <a:pt x="31942" y="8696"/>
                  </a:lnTo>
                  <a:lnTo>
                    <a:pt x="32072" y="8488"/>
                  </a:lnTo>
                  <a:lnTo>
                    <a:pt x="32176" y="8266"/>
                  </a:lnTo>
                  <a:lnTo>
                    <a:pt x="32254" y="8032"/>
                  </a:lnTo>
                  <a:lnTo>
                    <a:pt x="32320" y="7797"/>
                  </a:lnTo>
                  <a:lnTo>
                    <a:pt x="32359" y="7536"/>
                  </a:lnTo>
                  <a:lnTo>
                    <a:pt x="32372" y="7288"/>
                  </a:lnTo>
                  <a:lnTo>
                    <a:pt x="32372" y="2530"/>
                  </a:lnTo>
                  <a:lnTo>
                    <a:pt x="32359" y="2269"/>
                  </a:lnTo>
                  <a:lnTo>
                    <a:pt x="32320" y="2021"/>
                  </a:lnTo>
                  <a:lnTo>
                    <a:pt x="32254" y="1774"/>
                  </a:lnTo>
                  <a:lnTo>
                    <a:pt x="32176" y="1539"/>
                  </a:lnTo>
                  <a:lnTo>
                    <a:pt x="32072" y="1317"/>
                  </a:lnTo>
                  <a:lnTo>
                    <a:pt x="31942" y="1109"/>
                  </a:lnTo>
                  <a:lnTo>
                    <a:pt x="31798" y="913"/>
                  </a:lnTo>
                  <a:lnTo>
                    <a:pt x="31629" y="744"/>
                  </a:lnTo>
                  <a:lnTo>
                    <a:pt x="31459" y="574"/>
                  </a:lnTo>
                  <a:lnTo>
                    <a:pt x="31264" y="431"/>
                  </a:lnTo>
                  <a:lnTo>
                    <a:pt x="31055" y="300"/>
                  </a:lnTo>
                  <a:lnTo>
                    <a:pt x="30833" y="196"/>
                  </a:lnTo>
                  <a:lnTo>
                    <a:pt x="30599" y="118"/>
                  </a:lnTo>
                  <a:lnTo>
                    <a:pt x="30351" y="53"/>
                  </a:lnTo>
                  <a:lnTo>
                    <a:pt x="30103" y="14"/>
                  </a:lnTo>
                  <a:lnTo>
                    <a:pt x="29843"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8;p15">
              <a:extLst>
                <a:ext uri="{FF2B5EF4-FFF2-40B4-BE49-F238E27FC236}">
                  <a16:creationId xmlns:a16="http://schemas.microsoft.com/office/drawing/2014/main" id="{599EE79C-978C-5E7C-41E2-063DDD5A7A63}"/>
                </a:ext>
              </a:extLst>
            </p:cNvPr>
            <p:cNvSpPr/>
            <p:nvPr/>
          </p:nvSpPr>
          <p:spPr>
            <a:xfrm>
              <a:off x="4572405" y="2227321"/>
              <a:ext cx="380938" cy="1587017"/>
            </a:xfrm>
            <a:custGeom>
              <a:avLst/>
              <a:gdLst/>
              <a:ahLst/>
              <a:cxnLst/>
              <a:rect l="l" t="t" r="r" b="b"/>
              <a:pathLst>
                <a:path w="12452" h="51876" extrusionOk="0">
                  <a:moveTo>
                    <a:pt x="5972" y="0"/>
                  </a:moveTo>
                  <a:lnTo>
                    <a:pt x="1526" y="430"/>
                  </a:lnTo>
                  <a:lnTo>
                    <a:pt x="1357" y="456"/>
                  </a:lnTo>
                  <a:lnTo>
                    <a:pt x="1187" y="496"/>
                  </a:lnTo>
                  <a:lnTo>
                    <a:pt x="1031" y="561"/>
                  </a:lnTo>
                  <a:lnTo>
                    <a:pt x="887" y="626"/>
                  </a:lnTo>
                  <a:lnTo>
                    <a:pt x="744" y="717"/>
                  </a:lnTo>
                  <a:lnTo>
                    <a:pt x="614" y="809"/>
                  </a:lnTo>
                  <a:lnTo>
                    <a:pt x="496" y="913"/>
                  </a:lnTo>
                  <a:lnTo>
                    <a:pt x="379" y="1043"/>
                  </a:lnTo>
                  <a:lnTo>
                    <a:pt x="288" y="1161"/>
                  </a:lnTo>
                  <a:lnTo>
                    <a:pt x="209" y="1304"/>
                  </a:lnTo>
                  <a:lnTo>
                    <a:pt x="131" y="1447"/>
                  </a:lnTo>
                  <a:lnTo>
                    <a:pt x="79" y="1604"/>
                  </a:lnTo>
                  <a:lnTo>
                    <a:pt x="40" y="1760"/>
                  </a:lnTo>
                  <a:lnTo>
                    <a:pt x="14" y="1930"/>
                  </a:lnTo>
                  <a:lnTo>
                    <a:pt x="1" y="2099"/>
                  </a:lnTo>
                  <a:lnTo>
                    <a:pt x="14" y="2269"/>
                  </a:lnTo>
                  <a:lnTo>
                    <a:pt x="4642" y="50364"/>
                  </a:lnTo>
                  <a:lnTo>
                    <a:pt x="4668" y="50533"/>
                  </a:lnTo>
                  <a:lnTo>
                    <a:pt x="4707" y="50690"/>
                  </a:lnTo>
                  <a:lnTo>
                    <a:pt x="4759" y="50846"/>
                  </a:lnTo>
                  <a:lnTo>
                    <a:pt x="4838" y="51002"/>
                  </a:lnTo>
                  <a:lnTo>
                    <a:pt x="4916" y="51133"/>
                  </a:lnTo>
                  <a:lnTo>
                    <a:pt x="5020" y="51263"/>
                  </a:lnTo>
                  <a:lnTo>
                    <a:pt x="5124" y="51394"/>
                  </a:lnTo>
                  <a:lnTo>
                    <a:pt x="5242" y="51498"/>
                  </a:lnTo>
                  <a:lnTo>
                    <a:pt x="5372" y="51589"/>
                  </a:lnTo>
                  <a:lnTo>
                    <a:pt x="5516" y="51680"/>
                  </a:lnTo>
                  <a:lnTo>
                    <a:pt x="5659" y="51746"/>
                  </a:lnTo>
                  <a:lnTo>
                    <a:pt x="5815" y="51811"/>
                  </a:lnTo>
                  <a:lnTo>
                    <a:pt x="5972" y="51850"/>
                  </a:lnTo>
                  <a:lnTo>
                    <a:pt x="6141" y="51876"/>
                  </a:lnTo>
                  <a:lnTo>
                    <a:pt x="6480" y="51876"/>
                  </a:lnTo>
                  <a:lnTo>
                    <a:pt x="10926" y="51446"/>
                  </a:lnTo>
                  <a:lnTo>
                    <a:pt x="11096" y="51420"/>
                  </a:lnTo>
                  <a:lnTo>
                    <a:pt x="11265" y="51381"/>
                  </a:lnTo>
                  <a:lnTo>
                    <a:pt x="11421" y="51328"/>
                  </a:lnTo>
                  <a:lnTo>
                    <a:pt x="11565" y="51250"/>
                  </a:lnTo>
                  <a:lnTo>
                    <a:pt x="11708" y="51172"/>
                  </a:lnTo>
                  <a:lnTo>
                    <a:pt x="11839" y="51068"/>
                  </a:lnTo>
                  <a:lnTo>
                    <a:pt x="11956" y="50963"/>
                  </a:lnTo>
                  <a:lnTo>
                    <a:pt x="12060" y="50846"/>
                  </a:lnTo>
                  <a:lnTo>
                    <a:pt x="12165" y="50716"/>
                  </a:lnTo>
                  <a:lnTo>
                    <a:pt x="12243" y="50572"/>
                  </a:lnTo>
                  <a:lnTo>
                    <a:pt x="12321" y="50429"/>
                  </a:lnTo>
                  <a:lnTo>
                    <a:pt x="12373" y="50272"/>
                  </a:lnTo>
                  <a:lnTo>
                    <a:pt x="12412" y="50116"/>
                  </a:lnTo>
                  <a:lnTo>
                    <a:pt x="12438" y="49946"/>
                  </a:lnTo>
                  <a:lnTo>
                    <a:pt x="12451" y="49777"/>
                  </a:lnTo>
                  <a:lnTo>
                    <a:pt x="12438" y="49607"/>
                  </a:lnTo>
                  <a:lnTo>
                    <a:pt x="7810" y="1513"/>
                  </a:lnTo>
                  <a:lnTo>
                    <a:pt x="7784" y="1343"/>
                  </a:lnTo>
                  <a:lnTo>
                    <a:pt x="7745" y="1187"/>
                  </a:lnTo>
                  <a:lnTo>
                    <a:pt x="7680" y="1030"/>
                  </a:lnTo>
                  <a:lnTo>
                    <a:pt x="7615" y="874"/>
                  </a:lnTo>
                  <a:lnTo>
                    <a:pt x="7536" y="743"/>
                  </a:lnTo>
                  <a:lnTo>
                    <a:pt x="7432" y="613"/>
                  </a:lnTo>
                  <a:lnTo>
                    <a:pt x="7328" y="483"/>
                  </a:lnTo>
                  <a:lnTo>
                    <a:pt x="7197" y="378"/>
                  </a:lnTo>
                  <a:lnTo>
                    <a:pt x="7080" y="287"/>
                  </a:lnTo>
                  <a:lnTo>
                    <a:pt x="6937" y="196"/>
                  </a:lnTo>
                  <a:lnTo>
                    <a:pt x="6793" y="131"/>
                  </a:lnTo>
                  <a:lnTo>
                    <a:pt x="6637" y="65"/>
                  </a:lnTo>
                  <a:lnTo>
                    <a:pt x="6480" y="26"/>
                  </a:lnTo>
                  <a:lnTo>
                    <a:pt x="6311"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9;p15">
              <a:extLst>
                <a:ext uri="{FF2B5EF4-FFF2-40B4-BE49-F238E27FC236}">
                  <a16:creationId xmlns:a16="http://schemas.microsoft.com/office/drawing/2014/main" id="{E37DEC5B-4449-A478-F0A3-5C671003B62F}"/>
                </a:ext>
              </a:extLst>
            </p:cNvPr>
            <p:cNvSpPr/>
            <p:nvPr/>
          </p:nvSpPr>
          <p:spPr>
            <a:xfrm>
              <a:off x="4744702" y="3810330"/>
              <a:ext cx="230178" cy="770992"/>
            </a:xfrm>
            <a:custGeom>
              <a:avLst/>
              <a:gdLst/>
              <a:ahLst/>
              <a:cxnLst/>
              <a:rect l="l" t="t" r="r" b="b"/>
              <a:pathLst>
                <a:path w="7524" h="25202" extrusionOk="0">
                  <a:moveTo>
                    <a:pt x="3104" y="1"/>
                  </a:moveTo>
                  <a:lnTo>
                    <a:pt x="1" y="25202"/>
                  </a:lnTo>
                  <a:lnTo>
                    <a:pt x="2400" y="25202"/>
                  </a:lnTo>
                  <a:lnTo>
                    <a:pt x="75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0;p15">
              <a:extLst>
                <a:ext uri="{FF2B5EF4-FFF2-40B4-BE49-F238E27FC236}">
                  <a16:creationId xmlns:a16="http://schemas.microsoft.com/office/drawing/2014/main" id="{B2201E60-EF8B-D8DF-8968-DD6DAB5E6703}"/>
                </a:ext>
              </a:extLst>
            </p:cNvPr>
            <p:cNvSpPr/>
            <p:nvPr/>
          </p:nvSpPr>
          <p:spPr>
            <a:xfrm>
              <a:off x="5487366" y="3810330"/>
              <a:ext cx="135249" cy="770992"/>
            </a:xfrm>
            <a:custGeom>
              <a:avLst/>
              <a:gdLst/>
              <a:ahLst/>
              <a:cxnLst/>
              <a:rect l="l" t="t" r="r" b="b"/>
              <a:pathLst>
                <a:path w="4421" h="25202" extrusionOk="0">
                  <a:moveTo>
                    <a:pt x="0" y="1"/>
                  </a:moveTo>
                  <a:lnTo>
                    <a:pt x="1995" y="25202"/>
                  </a:lnTo>
                  <a:lnTo>
                    <a:pt x="4394" y="25202"/>
                  </a:lnTo>
                  <a:lnTo>
                    <a:pt x="44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1;p15">
              <a:extLst>
                <a:ext uri="{FF2B5EF4-FFF2-40B4-BE49-F238E27FC236}">
                  <a16:creationId xmlns:a16="http://schemas.microsoft.com/office/drawing/2014/main" id="{26FAB58F-B506-38EF-04CB-5DD39A1C6145}"/>
                </a:ext>
              </a:extLst>
            </p:cNvPr>
            <p:cNvSpPr/>
            <p:nvPr/>
          </p:nvSpPr>
          <p:spPr>
            <a:xfrm>
              <a:off x="4835654" y="3810330"/>
              <a:ext cx="793722" cy="61858"/>
            </a:xfrm>
            <a:custGeom>
              <a:avLst/>
              <a:gdLst/>
              <a:ahLst/>
              <a:cxnLst/>
              <a:rect l="l" t="t" r="r" b="b"/>
              <a:pathLst>
                <a:path w="25945" h="2022" extrusionOk="0">
                  <a:moveTo>
                    <a:pt x="0" y="1"/>
                  </a:moveTo>
                  <a:lnTo>
                    <a:pt x="0" y="2021"/>
                  </a:lnTo>
                  <a:lnTo>
                    <a:pt x="25945" y="2021"/>
                  </a:lnTo>
                  <a:lnTo>
                    <a:pt x="259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2;p15">
              <a:extLst>
                <a:ext uri="{FF2B5EF4-FFF2-40B4-BE49-F238E27FC236}">
                  <a16:creationId xmlns:a16="http://schemas.microsoft.com/office/drawing/2014/main" id="{17F48003-03DA-AE72-7418-36D9FCE8B879}"/>
                </a:ext>
              </a:extLst>
            </p:cNvPr>
            <p:cNvSpPr/>
            <p:nvPr/>
          </p:nvSpPr>
          <p:spPr>
            <a:xfrm>
              <a:off x="4741123" y="3510799"/>
              <a:ext cx="189490" cy="288793"/>
            </a:xfrm>
            <a:custGeom>
              <a:avLst/>
              <a:gdLst/>
              <a:ahLst/>
              <a:cxnLst/>
              <a:rect l="l" t="t" r="r" b="b"/>
              <a:pathLst>
                <a:path w="6194" h="9440" fill="none" extrusionOk="0">
                  <a:moveTo>
                    <a:pt x="6193" y="1"/>
                  </a:moveTo>
                  <a:lnTo>
                    <a:pt x="1" y="9440"/>
                  </a:lnTo>
                </a:path>
              </a:pathLst>
            </a:custGeom>
            <a:noFill/>
            <a:ln w="21175" cap="rnd" cmpd="sng">
              <a:solidFill>
                <a:srgbClr val="6651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3;p15">
              <a:extLst>
                <a:ext uri="{FF2B5EF4-FFF2-40B4-BE49-F238E27FC236}">
                  <a16:creationId xmlns:a16="http://schemas.microsoft.com/office/drawing/2014/main" id="{71FBF5E4-A843-0C36-5BD3-6E935FF3E797}"/>
                </a:ext>
              </a:extLst>
            </p:cNvPr>
            <p:cNvSpPr/>
            <p:nvPr/>
          </p:nvSpPr>
          <p:spPr>
            <a:xfrm>
              <a:off x="7821787" y="2227719"/>
              <a:ext cx="677685" cy="1514849"/>
            </a:xfrm>
            <a:custGeom>
              <a:avLst/>
              <a:gdLst/>
              <a:ahLst/>
              <a:cxnLst/>
              <a:rect l="l" t="t" r="r" b="b"/>
              <a:pathLst>
                <a:path w="22152" h="49517" extrusionOk="0">
                  <a:moveTo>
                    <a:pt x="6494" y="0"/>
                  </a:moveTo>
                  <a:lnTo>
                    <a:pt x="6298" y="13"/>
                  </a:lnTo>
                  <a:lnTo>
                    <a:pt x="6102" y="39"/>
                  </a:lnTo>
                  <a:lnTo>
                    <a:pt x="5920" y="91"/>
                  </a:lnTo>
                  <a:lnTo>
                    <a:pt x="5750" y="157"/>
                  </a:lnTo>
                  <a:lnTo>
                    <a:pt x="5581" y="235"/>
                  </a:lnTo>
                  <a:lnTo>
                    <a:pt x="5425" y="339"/>
                  </a:lnTo>
                  <a:lnTo>
                    <a:pt x="5281" y="443"/>
                  </a:lnTo>
                  <a:lnTo>
                    <a:pt x="5138" y="574"/>
                  </a:lnTo>
                  <a:lnTo>
                    <a:pt x="5020" y="704"/>
                  </a:lnTo>
                  <a:lnTo>
                    <a:pt x="4903" y="848"/>
                  </a:lnTo>
                  <a:lnTo>
                    <a:pt x="4812" y="1017"/>
                  </a:lnTo>
                  <a:lnTo>
                    <a:pt x="4720" y="1187"/>
                  </a:lnTo>
                  <a:lnTo>
                    <a:pt x="4655" y="1356"/>
                  </a:lnTo>
                  <a:lnTo>
                    <a:pt x="4616" y="1552"/>
                  </a:lnTo>
                  <a:lnTo>
                    <a:pt x="4590" y="1747"/>
                  </a:lnTo>
                  <a:lnTo>
                    <a:pt x="1" y="49360"/>
                  </a:lnTo>
                  <a:lnTo>
                    <a:pt x="1" y="49399"/>
                  </a:lnTo>
                  <a:lnTo>
                    <a:pt x="40" y="49438"/>
                  </a:lnTo>
                  <a:lnTo>
                    <a:pt x="92" y="49464"/>
                  </a:lnTo>
                  <a:lnTo>
                    <a:pt x="170" y="49490"/>
                  </a:lnTo>
                  <a:lnTo>
                    <a:pt x="275" y="49503"/>
                  </a:lnTo>
                  <a:lnTo>
                    <a:pt x="405" y="49516"/>
                  </a:lnTo>
                  <a:lnTo>
                    <a:pt x="705" y="49503"/>
                  </a:lnTo>
                  <a:lnTo>
                    <a:pt x="1096" y="49477"/>
                  </a:lnTo>
                  <a:lnTo>
                    <a:pt x="1552" y="49425"/>
                  </a:lnTo>
                  <a:lnTo>
                    <a:pt x="2061" y="49347"/>
                  </a:lnTo>
                  <a:lnTo>
                    <a:pt x="2648" y="49242"/>
                  </a:lnTo>
                  <a:lnTo>
                    <a:pt x="3273" y="49125"/>
                  </a:lnTo>
                  <a:lnTo>
                    <a:pt x="3938" y="48995"/>
                  </a:lnTo>
                  <a:lnTo>
                    <a:pt x="5398" y="48695"/>
                  </a:lnTo>
                  <a:lnTo>
                    <a:pt x="6950" y="48343"/>
                  </a:lnTo>
                  <a:lnTo>
                    <a:pt x="8553" y="47978"/>
                  </a:lnTo>
                  <a:lnTo>
                    <a:pt x="10170" y="47587"/>
                  </a:lnTo>
                  <a:lnTo>
                    <a:pt x="11735" y="47209"/>
                  </a:lnTo>
                  <a:lnTo>
                    <a:pt x="14499" y="46505"/>
                  </a:lnTo>
                  <a:lnTo>
                    <a:pt x="16454" y="45996"/>
                  </a:lnTo>
                  <a:lnTo>
                    <a:pt x="17197" y="45801"/>
                  </a:lnTo>
                  <a:lnTo>
                    <a:pt x="22151" y="13"/>
                  </a:lnTo>
                  <a:lnTo>
                    <a:pt x="6689" y="13"/>
                  </a:lnTo>
                  <a:lnTo>
                    <a:pt x="6494"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4;p15">
              <a:extLst>
                <a:ext uri="{FF2B5EF4-FFF2-40B4-BE49-F238E27FC236}">
                  <a16:creationId xmlns:a16="http://schemas.microsoft.com/office/drawing/2014/main" id="{BEC1393C-E53A-AA8E-E2BF-12970DB8034C}"/>
                </a:ext>
              </a:extLst>
            </p:cNvPr>
            <p:cNvSpPr/>
            <p:nvPr/>
          </p:nvSpPr>
          <p:spPr>
            <a:xfrm>
              <a:off x="7036080" y="3487671"/>
              <a:ext cx="1317007" cy="300357"/>
            </a:xfrm>
            <a:custGeom>
              <a:avLst/>
              <a:gdLst/>
              <a:ahLst/>
              <a:cxnLst/>
              <a:rect l="l" t="t" r="r" b="b"/>
              <a:pathLst>
                <a:path w="43050" h="9818" extrusionOk="0">
                  <a:moveTo>
                    <a:pt x="2530" y="0"/>
                  </a:moveTo>
                  <a:lnTo>
                    <a:pt x="2269" y="13"/>
                  </a:lnTo>
                  <a:lnTo>
                    <a:pt x="2021" y="52"/>
                  </a:lnTo>
                  <a:lnTo>
                    <a:pt x="1787" y="118"/>
                  </a:lnTo>
                  <a:lnTo>
                    <a:pt x="1552" y="196"/>
                  </a:lnTo>
                  <a:lnTo>
                    <a:pt x="1330" y="300"/>
                  </a:lnTo>
                  <a:lnTo>
                    <a:pt x="1122" y="431"/>
                  </a:lnTo>
                  <a:lnTo>
                    <a:pt x="926" y="574"/>
                  </a:lnTo>
                  <a:lnTo>
                    <a:pt x="744" y="743"/>
                  </a:lnTo>
                  <a:lnTo>
                    <a:pt x="587" y="926"/>
                  </a:lnTo>
                  <a:lnTo>
                    <a:pt x="431" y="1109"/>
                  </a:lnTo>
                  <a:lnTo>
                    <a:pt x="313" y="1317"/>
                  </a:lnTo>
                  <a:lnTo>
                    <a:pt x="209" y="1539"/>
                  </a:lnTo>
                  <a:lnTo>
                    <a:pt x="118" y="1773"/>
                  </a:lnTo>
                  <a:lnTo>
                    <a:pt x="53" y="2021"/>
                  </a:lnTo>
                  <a:lnTo>
                    <a:pt x="13" y="2269"/>
                  </a:lnTo>
                  <a:lnTo>
                    <a:pt x="0" y="2530"/>
                  </a:lnTo>
                  <a:lnTo>
                    <a:pt x="0" y="6232"/>
                  </a:lnTo>
                  <a:lnTo>
                    <a:pt x="13" y="6415"/>
                  </a:lnTo>
                  <a:lnTo>
                    <a:pt x="26" y="6597"/>
                  </a:lnTo>
                  <a:lnTo>
                    <a:pt x="53" y="6780"/>
                  </a:lnTo>
                  <a:lnTo>
                    <a:pt x="79" y="6949"/>
                  </a:lnTo>
                  <a:lnTo>
                    <a:pt x="118" y="7119"/>
                  </a:lnTo>
                  <a:lnTo>
                    <a:pt x="170" y="7288"/>
                  </a:lnTo>
                  <a:lnTo>
                    <a:pt x="222" y="7458"/>
                  </a:lnTo>
                  <a:lnTo>
                    <a:pt x="287" y="7627"/>
                  </a:lnTo>
                  <a:lnTo>
                    <a:pt x="352" y="7784"/>
                  </a:lnTo>
                  <a:lnTo>
                    <a:pt x="444" y="7940"/>
                  </a:lnTo>
                  <a:lnTo>
                    <a:pt x="522" y="8084"/>
                  </a:lnTo>
                  <a:lnTo>
                    <a:pt x="613" y="8227"/>
                  </a:lnTo>
                  <a:lnTo>
                    <a:pt x="717" y="8370"/>
                  </a:lnTo>
                  <a:lnTo>
                    <a:pt x="822" y="8514"/>
                  </a:lnTo>
                  <a:lnTo>
                    <a:pt x="939" y="8631"/>
                  </a:lnTo>
                  <a:lnTo>
                    <a:pt x="1056" y="8761"/>
                  </a:lnTo>
                  <a:lnTo>
                    <a:pt x="1174" y="8879"/>
                  </a:lnTo>
                  <a:lnTo>
                    <a:pt x="1304" y="8996"/>
                  </a:lnTo>
                  <a:lnTo>
                    <a:pt x="1448" y="9100"/>
                  </a:lnTo>
                  <a:lnTo>
                    <a:pt x="1591" y="9205"/>
                  </a:lnTo>
                  <a:lnTo>
                    <a:pt x="1734" y="9296"/>
                  </a:lnTo>
                  <a:lnTo>
                    <a:pt x="1878" y="9374"/>
                  </a:lnTo>
                  <a:lnTo>
                    <a:pt x="2034" y="9452"/>
                  </a:lnTo>
                  <a:lnTo>
                    <a:pt x="2191" y="9531"/>
                  </a:lnTo>
                  <a:lnTo>
                    <a:pt x="2360" y="9596"/>
                  </a:lnTo>
                  <a:lnTo>
                    <a:pt x="2530" y="9648"/>
                  </a:lnTo>
                  <a:lnTo>
                    <a:pt x="2699" y="9700"/>
                  </a:lnTo>
                  <a:lnTo>
                    <a:pt x="2869" y="9739"/>
                  </a:lnTo>
                  <a:lnTo>
                    <a:pt x="3038" y="9765"/>
                  </a:lnTo>
                  <a:lnTo>
                    <a:pt x="3221" y="9791"/>
                  </a:lnTo>
                  <a:lnTo>
                    <a:pt x="3403" y="9804"/>
                  </a:lnTo>
                  <a:lnTo>
                    <a:pt x="3586" y="9818"/>
                  </a:lnTo>
                  <a:lnTo>
                    <a:pt x="39464" y="9818"/>
                  </a:lnTo>
                  <a:lnTo>
                    <a:pt x="39647" y="9804"/>
                  </a:lnTo>
                  <a:lnTo>
                    <a:pt x="39829" y="9791"/>
                  </a:lnTo>
                  <a:lnTo>
                    <a:pt x="40012" y="9765"/>
                  </a:lnTo>
                  <a:lnTo>
                    <a:pt x="40195" y="9739"/>
                  </a:lnTo>
                  <a:lnTo>
                    <a:pt x="40364" y="9700"/>
                  </a:lnTo>
                  <a:lnTo>
                    <a:pt x="40534" y="9648"/>
                  </a:lnTo>
                  <a:lnTo>
                    <a:pt x="40703" y="9596"/>
                  </a:lnTo>
                  <a:lnTo>
                    <a:pt x="40859" y="9531"/>
                  </a:lnTo>
                  <a:lnTo>
                    <a:pt x="41016" y="9452"/>
                  </a:lnTo>
                  <a:lnTo>
                    <a:pt x="41172" y="9374"/>
                  </a:lnTo>
                  <a:lnTo>
                    <a:pt x="41329" y="9296"/>
                  </a:lnTo>
                  <a:lnTo>
                    <a:pt x="41472" y="9205"/>
                  </a:lnTo>
                  <a:lnTo>
                    <a:pt x="41616" y="9100"/>
                  </a:lnTo>
                  <a:lnTo>
                    <a:pt x="41746" y="8996"/>
                  </a:lnTo>
                  <a:lnTo>
                    <a:pt x="41876" y="8879"/>
                  </a:lnTo>
                  <a:lnTo>
                    <a:pt x="42007" y="8761"/>
                  </a:lnTo>
                  <a:lnTo>
                    <a:pt x="42124" y="8631"/>
                  </a:lnTo>
                  <a:lnTo>
                    <a:pt x="42228" y="8514"/>
                  </a:lnTo>
                  <a:lnTo>
                    <a:pt x="42346" y="8370"/>
                  </a:lnTo>
                  <a:lnTo>
                    <a:pt x="42437" y="8227"/>
                  </a:lnTo>
                  <a:lnTo>
                    <a:pt x="42528" y="8084"/>
                  </a:lnTo>
                  <a:lnTo>
                    <a:pt x="42619" y="7940"/>
                  </a:lnTo>
                  <a:lnTo>
                    <a:pt x="42698" y="7784"/>
                  </a:lnTo>
                  <a:lnTo>
                    <a:pt x="42776" y="7627"/>
                  </a:lnTo>
                  <a:lnTo>
                    <a:pt x="42828" y="7458"/>
                  </a:lnTo>
                  <a:lnTo>
                    <a:pt x="42893" y="7288"/>
                  </a:lnTo>
                  <a:lnTo>
                    <a:pt x="42932" y="7119"/>
                  </a:lnTo>
                  <a:lnTo>
                    <a:pt x="42985" y="6949"/>
                  </a:lnTo>
                  <a:lnTo>
                    <a:pt x="43011" y="6780"/>
                  </a:lnTo>
                  <a:lnTo>
                    <a:pt x="43037" y="6597"/>
                  </a:lnTo>
                  <a:lnTo>
                    <a:pt x="43050" y="6415"/>
                  </a:lnTo>
                  <a:lnTo>
                    <a:pt x="43050" y="6232"/>
                  </a:lnTo>
                  <a:lnTo>
                    <a:pt x="43050" y="2530"/>
                  </a:lnTo>
                  <a:lnTo>
                    <a:pt x="43037" y="2269"/>
                  </a:lnTo>
                  <a:lnTo>
                    <a:pt x="42998" y="2021"/>
                  </a:lnTo>
                  <a:lnTo>
                    <a:pt x="42932" y="1773"/>
                  </a:lnTo>
                  <a:lnTo>
                    <a:pt x="42854" y="1539"/>
                  </a:lnTo>
                  <a:lnTo>
                    <a:pt x="42750" y="1317"/>
                  </a:lnTo>
                  <a:lnTo>
                    <a:pt x="42619" y="1109"/>
                  </a:lnTo>
                  <a:lnTo>
                    <a:pt x="42476" y="926"/>
                  </a:lnTo>
                  <a:lnTo>
                    <a:pt x="42307" y="743"/>
                  </a:lnTo>
                  <a:lnTo>
                    <a:pt x="42137" y="574"/>
                  </a:lnTo>
                  <a:lnTo>
                    <a:pt x="41942" y="431"/>
                  </a:lnTo>
                  <a:lnTo>
                    <a:pt x="41733" y="300"/>
                  </a:lnTo>
                  <a:lnTo>
                    <a:pt x="41511" y="196"/>
                  </a:lnTo>
                  <a:lnTo>
                    <a:pt x="41277" y="118"/>
                  </a:lnTo>
                  <a:lnTo>
                    <a:pt x="41029" y="52"/>
                  </a:lnTo>
                  <a:lnTo>
                    <a:pt x="40781" y="13"/>
                  </a:lnTo>
                  <a:lnTo>
                    <a:pt x="40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5;p15">
              <a:extLst>
                <a:ext uri="{FF2B5EF4-FFF2-40B4-BE49-F238E27FC236}">
                  <a16:creationId xmlns:a16="http://schemas.microsoft.com/office/drawing/2014/main" id="{1681D8E2-D86F-7EB8-D516-007BD259344F}"/>
                </a:ext>
              </a:extLst>
            </p:cNvPr>
            <p:cNvSpPr/>
            <p:nvPr/>
          </p:nvSpPr>
          <p:spPr>
            <a:xfrm>
              <a:off x="7036080" y="3510401"/>
              <a:ext cx="990371" cy="299959"/>
            </a:xfrm>
            <a:custGeom>
              <a:avLst/>
              <a:gdLst/>
              <a:ahLst/>
              <a:cxnLst/>
              <a:rect l="l" t="t" r="r" b="b"/>
              <a:pathLst>
                <a:path w="32373" h="9805" extrusionOk="0">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209" y="1539"/>
                  </a:lnTo>
                  <a:lnTo>
                    <a:pt x="118" y="1774"/>
                  </a:lnTo>
                  <a:lnTo>
                    <a:pt x="53" y="2021"/>
                  </a:lnTo>
                  <a:lnTo>
                    <a:pt x="13" y="2269"/>
                  </a:lnTo>
                  <a:lnTo>
                    <a:pt x="0" y="2530"/>
                  </a:lnTo>
                  <a:lnTo>
                    <a:pt x="0" y="7288"/>
                  </a:lnTo>
                  <a:lnTo>
                    <a:pt x="13" y="7536"/>
                  </a:lnTo>
                  <a:lnTo>
                    <a:pt x="53" y="7797"/>
                  </a:lnTo>
                  <a:lnTo>
                    <a:pt x="118" y="8032"/>
                  </a:lnTo>
                  <a:lnTo>
                    <a:pt x="209"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1" y="9752"/>
                  </a:lnTo>
                  <a:lnTo>
                    <a:pt x="30599" y="9700"/>
                  </a:lnTo>
                  <a:lnTo>
                    <a:pt x="30834" y="9609"/>
                  </a:lnTo>
                  <a:lnTo>
                    <a:pt x="31055" y="9505"/>
                  </a:lnTo>
                  <a:lnTo>
                    <a:pt x="31264" y="9374"/>
                  </a:lnTo>
                  <a:lnTo>
                    <a:pt x="31460" y="9231"/>
                  </a:lnTo>
                  <a:lnTo>
                    <a:pt x="31629" y="9075"/>
                  </a:lnTo>
                  <a:lnTo>
                    <a:pt x="31798"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8" y="913"/>
                  </a:lnTo>
                  <a:lnTo>
                    <a:pt x="31629" y="744"/>
                  </a:lnTo>
                  <a:lnTo>
                    <a:pt x="31460" y="574"/>
                  </a:lnTo>
                  <a:lnTo>
                    <a:pt x="31264" y="431"/>
                  </a:lnTo>
                  <a:lnTo>
                    <a:pt x="31055" y="300"/>
                  </a:lnTo>
                  <a:lnTo>
                    <a:pt x="30834" y="196"/>
                  </a:lnTo>
                  <a:lnTo>
                    <a:pt x="30599" y="118"/>
                  </a:lnTo>
                  <a:lnTo>
                    <a:pt x="30351" y="53"/>
                  </a:lnTo>
                  <a:lnTo>
                    <a:pt x="30104" y="14"/>
                  </a:lnTo>
                  <a:lnTo>
                    <a:pt x="2984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6;p15">
              <a:extLst>
                <a:ext uri="{FF2B5EF4-FFF2-40B4-BE49-F238E27FC236}">
                  <a16:creationId xmlns:a16="http://schemas.microsoft.com/office/drawing/2014/main" id="{C766088C-0569-904E-3908-36F33ECB7497}"/>
                </a:ext>
              </a:extLst>
            </p:cNvPr>
            <p:cNvSpPr/>
            <p:nvPr/>
          </p:nvSpPr>
          <p:spPr>
            <a:xfrm>
              <a:off x="7787493" y="3810330"/>
              <a:ext cx="230178" cy="770992"/>
            </a:xfrm>
            <a:custGeom>
              <a:avLst/>
              <a:gdLst/>
              <a:ahLst/>
              <a:cxnLst/>
              <a:rect l="l" t="t" r="r" b="b"/>
              <a:pathLst>
                <a:path w="7524" h="25202" extrusionOk="0">
                  <a:moveTo>
                    <a:pt x="1" y="1"/>
                  </a:moveTo>
                  <a:lnTo>
                    <a:pt x="5111" y="25202"/>
                  </a:lnTo>
                  <a:lnTo>
                    <a:pt x="7523" y="25202"/>
                  </a:lnTo>
                  <a:lnTo>
                    <a:pt x="4420"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7;p15">
              <a:extLst>
                <a:ext uri="{FF2B5EF4-FFF2-40B4-BE49-F238E27FC236}">
                  <a16:creationId xmlns:a16="http://schemas.microsoft.com/office/drawing/2014/main" id="{7E5B39C1-1087-169D-9E71-3B9E60E9D4D8}"/>
                </a:ext>
              </a:extLst>
            </p:cNvPr>
            <p:cNvSpPr/>
            <p:nvPr/>
          </p:nvSpPr>
          <p:spPr>
            <a:xfrm>
              <a:off x="7132600" y="3810330"/>
              <a:ext cx="142010" cy="770992"/>
            </a:xfrm>
            <a:custGeom>
              <a:avLst/>
              <a:gdLst/>
              <a:ahLst/>
              <a:cxnLst/>
              <a:rect l="l" t="t" r="r" b="b"/>
              <a:pathLst>
                <a:path w="4642" h="25202" extrusionOk="0">
                  <a:moveTo>
                    <a:pt x="235" y="1"/>
                  </a:moveTo>
                  <a:lnTo>
                    <a:pt x="0" y="25202"/>
                  </a:lnTo>
                  <a:lnTo>
                    <a:pt x="2412" y="25202"/>
                  </a:lnTo>
                  <a:lnTo>
                    <a:pt x="4642"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p15">
              <a:extLst>
                <a:ext uri="{FF2B5EF4-FFF2-40B4-BE49-F238E27FC236}">
                  <a16:creationId xmlns:a16="http://schemas.microsoft.com/office/drawing/2014/main" id="{A3C01D52-C04D-0307-007B-5B37E153E736}"/>
                </a:ext>
              </a:extLst>
            </p:cNvPr>
            <p:cNvSpPr/>
            <p:nvPr/>
          </p:nvSpPr>
          <p:spPr>
            <a:xfrm>
              <a:off x="7129418" y="3810330"/>
              <a:ext cx="796904" cy="61858"/>
            </a:xfrm>
            <a:custGeom>
              <a:avLst/>
              <a:gdLst/>
              <a:ahLst/>
              <a:cxnLst/>
              <a:rect l="l" t="t" r="r" b="b"/>
              <a:pathLst>
                <a:path w="26049" h="2022" extrusionOk="0">
                  <a:moveTo>
                    <a:pt x="0" y="1"/>
                  </a:moveTo>
                  <a:lnTo>
                    <a:pt x="0" y="2021"/>
                  </a:lnTo>
                  <a:lnTo>
                    <a:pt x="26049" y="2021"/>
                  </a:lnTo>
                  <a:lnTo>
                    <a:pt x="26049"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9;p15">
              <a:extLst>
                <a:ext uri="{FF2B5EF4-FFF2-40B4-BE49-F238E27FC236}">
                  <a16:creationId xmlns:a16="http://schemas.microsoft.com/office/drawing/2014/main" id="{0CFC26CA-4A24-2F26-5E3F-44D431F1627E}"/>
                </a:ext>
              </a:extLst>
            </p:cNvPr>
            <p:cNvSpPr/>
            <p:nvPr/>
          </p:nvSpPr>
          <p:spPr>
            <a:xfrm>
              <a:off x="7533423" y="3510401"/>
              <a:ext cx="990371" cy="299959"/>
            </a:xfrm>
            <a:custGeom>
              <a:avLst/>
              <a:gdLst/>
              <a:ahLst/>
              <a:cxnLst/>
              <a:rect l="l" t="t" r="r" b="b"/>
              <a:pathLst>
                <a:path w="32373" h="9805" extrusionOk="0">
                  <a:moveTo>
                    <a:pt x="2530" y="0"/>
                  </a:moveTo>
                  <a:lnTo>
                    <a:pt x="2269" y="14"/>
                  </a:lnTo>
                  <a:lnTo>
                    <a:pt x="2022" y="53"/>
                  </a:lnTo>
                  <a:lnTo>
                    <a:pt x="1787" y="118"/>
                  </a:lnTo>
                  <a:lnTo>
                    <a:pt x="1552" y="196"/>
                  </a:lnTo>
                  <a:lnTo>
                    <a:pt x="1331" y="300"/>
                  </a:lnTo>
                  <a:lnTo>
                    <a:pt x="1122" y="431"/>
                  </a:lnTo>
                  <a:lnTo>
                    <a:pt x="927" y="574"/>
                  </a:lnTo>
                  <a:lnTo>
                    <a:pt x="744" y="744"/>
                  </a:lnTo>
                  <a:lnTo>
                    <a:pt x="588" y="913"/>
                  </a:lnTo>
                  <a:lnTo>
                    <a:pt x="431" y="1109"/>
                  </a:lnTo>
                  <a:lnTo>
                    <a:pt x="314" y="1317"/>
                  </a:lnTo>
                  <a:lnTo>
                    <a:pt x="210" y="1539"/>
                  </a:lnTo>
                  <a:lnTo>
                    <a:pt x="118" y="1774"/>
                  </a:lnTo>
                  <a:lnTo>
                    <a:pt x="53" y="2021"/>
                  </a:lnTo>
                  <a:lnTo>
                    <a:pt x="14" y="2269"/>
                  </a:lnTo>
                  <a:lnTo>
                    <a:pt x="1" y="2530"/>
                  </a:lnTo>
                  <a:lnTo>
                    <a:pt x="1" y="7288"/>
                  </a:lnTo>
                  <a:lnTo>
                    <a:pt x="14" y="7536"/>
                  </a:lnTo>
                  <a:lnTo>
                    <a:pt x="53" y="7797"/>
                  </a:lnTo>
                  <a:lnTo>
                    <a:pt x="118" y="8032"/>
                  </a:lnTo>
                  <a:lnTo>
                    <a:pt x="210" y="8266"/>
                  </a:lnTo>
                  <a:lnTo>
                    <a:pt x="314" y="8488"/>
                  </a:lnTo>
                  <a:lnTo>
                    <a:pt x="431" y="8696"/>
                  </a:lnTo>
                  <a:lnTo>
                    <a:pt x="588" y="8892"/>
                  </a:lnTo>
                  <a:lnTo>
                    <a:pt x="744" y="9075"/>
                  </a:lnTo>
                  <a:lnTo>
                    <a:pt x="927" y="9231"/>
                  </a:lnTo>
                  <a:lnTo>
                    <a:pt x="1122" y="9374"/>
                  </a:lnTo>
                  <a:lnTo>
                    <a:pt x="1331" y="9505"/>
                  </a:lnTo>
                  <a:lnTo>
                    <a:pt x="1552" y="9609"/>
                  </a:lnTo>
                  <a:lnTo>
                    <a:pt x="1787" y="9700"/>
                  </a:lnTo>
                  <a:lnTo>
                    <a:pt x="2022" y="9752"/>
                  </a:lnTo>
                  <a:lnTo>
                    <a:pt x="2269" y="9792"/>
                  </a:lnTo>
                  <a:lnTo>
                    <a:pt x="2530" y="9805"/>
                  </a:lnTo>
                  <a:lnTo>
                    <a:pt x="29843" y="9805"/>
                  </a:lnTo>
                  <a:lnTo>
                    <a:pt x="30104" y="9792"/>
                  </a:lnTo>
                  <a:lnTo>
                    <a:pt x="30352" y="9752"/>
                  </a:lnTo>
                  <a:lnTo>
                    <a:pt x="30600" y="9700"/>
                  </a:lnTo>
                  <a:lnTo>
                    <a:pt x="30834" y="9609"/>
                  </a:lnTo>
                  <a:lnTo>
                    <a:pt x="31056" y="9505"/>
                  </a:lnTo>
                  <a:lnTo>
                    <a:pt x="31265" y="9374"/>
                  </a:lnTo>
                  <a:lnTo>
                    <a:pt x="31460" y="9231"/>
                  </a:lnTo>
                  <a:lnTo>
                    <a:pt x="31630" y="9075"/>
                  </a:lnTo>
                  <a:lnTo>
                    <a:pt x="31799" y="8892"/>
                  </a:lnTo>
                  <a:lnTo>
                    <a:pt x="31942" y="8696"/>
                  </a:lnTo>
                  <a:lnTo>
                    <a:pt x="32073" y="8488"/>
                  </a:lnTo>
                  <a:lnTo>
                    <a:pt x="32177" y="8266"/>
                  </a:lnTo>
                  <a:lnTo>
                    <a:pt x="32255" y="8032"/>
                  </a:lnTo>
                  <a:lnTo>
                    <a:pt x="32321" y="7797"/>
                  </a:lnTo>
                  <a:lnTo>
                    <a:pt x="32360" y="7536"/>
                  </a:lnTo>
                  <a:lnTo>
                    <a:pt x="32373" y="7288"/>
                  </a:lnTo>
                  <a:lnTo>
                    <a:pt x="32373" y="2530"/>
                  </a:lnTo>
                  <a:lnTo>
                    <a:pt x="32360" y="2269"/>
                  </a:lnTo>
                  <a:lnTo>
                    <a:pt x="32321" y="2021"/>
                  </a:lnTo>
                  <a:lnTo>
                    <a:pt x="32255" y="1774"/>
                  </a:lnTo>
                  <a:lnTo>
                    <a:pt x="32177" y="1539"/>
                  </a:lnTo>
                  <a:lnTo>
                    <a:pt x="32073" y="1317"/>
                  </a:lnTo>
                  <a:lnTo>
                    <a:pt x="31942" y="1109"/>
                  </a:lnTo>
                  <a:lnTo>
                    <a:pt x="31799" y="913"/>
                  </a:lnTo>
                  <a:lnTo>
                    <a:pt x="31630" y="744"/>
                  </a:lnTo>
                  <a:lnTo>
                    <a:pt x="31460" y="574"/>
                  </a:lnTo>
                  <a:lnTo>
                    <a:pt x="31265" y="431"/>
                  </a:lnTo>
                  <a:lnTo>
                    <a:pt x="31056" y="300"/>
                  </a:lnTo>
                  <a:lnTo>
                    <a:pt x="30834" y="196"/>
                  </a:lnTo>
                  <a:lnTo>
                    <a:pt x="30600" y="118"/>
                  </a:lnTo>
                  <a:lnTo>
                    <a:pt x="30352" y="53"/>
                  </a:lnTo>
                  <a:lnTo>
                    <a:pt x="30104" y="14"/>
                  </a:lnTo>
                  <a:lnTo>
                    <a:pt x="29843"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p15">
              <a:extLst>
                <a:ext uri="{FF2B5EF4-FFF2-40B4-BE49-F238E27FC236}">
                  <a16:creationId xmlns:a16="http://schemas.microsoft.com/office/drawing/2014/main" id="{BAE68F29-736A-A90C-ED36-77DA72E46129}"/>
                </a:ext>
              </a:extLst>
            </p:cNvPr>
            <p:cNvSpPr/>
            <p:nvPr/>
          </p:nvSpPr>
          <p:spPr>
            <a:xfrm>
              <a:off x="8306006" y="2227321"/>
              <a:ext cx="381305" cy="1587017"/>
            </a:xfrm>
            <a:custGeom>
              <a:avLst/>
              <a:gdLst/>
              <a:ahLst/>
              <a:cxnLst/>
              <a:rect l="l" t="t" r="r" b="b"/>
              <a:pathLst>
                <a:path w="12464" h="51876" extrusionOk="0">
                  <a:moveTo>
                    <a:pt x="6141" y="0"/>
                  </a:moveTo>
                  <a:lnTo>
                    <a:pt x="5984" y="26"/>
                  </a:lnTo>
                  <a:lnTo>
                    <a:pt x="5828" y="65"/>
                  </a:lnTo>
                  <a:lnTo>
                    <a:pt x="5672" y="131"/>
                  </a:lnTo>
                  <a:lnTo>
                    <a:pt x="5528" y="196"/>
                  </a:lnTo>
                  <a:lnTo>
                    <a:pt x="5385" y="287"/>
                  </a:lnTo>
                  <a:lnTo>
                    <a:pt x="5254" y="378"/>
                  </a:lnTo>
                  <a:lnTo>
                    <a:pt x="5137" y="483"/>
                  </a:lnTo>
                  <a:lnTo>
                    <a:pt x="5020" y="613"/>
                  </a:lnTo>
                  <a:lnTo>
                    <a:pt x="4928" y="743"/>
                  </a:lnTo>
                  <a:lnTo>
                    <a:pt x="4837" y="874"/>
                  </a:lnTo>
                  <a:lnTo>
                    <a:pt x="4772" y="1030"/>
                  </a:lnTo>
                  <a:lnTo>
                    <a:pt x="4720" y="1187"/>
                  </a:lnTo>
                  <a:lnTo>
                    <a:pt x="4668" y="1343"/>
                  </a:lnTo>
                  <a:lnTo>
                    <a:pt x="4642" y="1513"/>
                  </a:lnTo>
                  <a:lnTo>
                    <a:pt x="13" y="49607"/>
                  </a:lnTo>
                  <a:lnTo>
                    <a:pt x="0" y="49777"/>
                  </a:lnTo>
                  <a:lnTo>
                    <a:pt x="13" y="49946"/>
                  </a:lnTo>
                  <a:lnTo>
                    <a:pt x="39" y="50116"/>
                  </a:lnTo>
                  <a:lnTo>
                    <a:pt x="79" y="50272"/>
                  </a:lnTo>
                  <a:lnTo>
                    <a:pt x="144" y="50429"/>
                  </a:lnTo>
                  <a:lnTo>
                    <a:pt x="209" y="50572"/>
                  </a:lnTo>
                  <a:lnTo>
                    <a:pt x="300" y="50716"/>
                  </a:lnTo>
                  <a:lnTo>
                    <a:pt x="391" y="50846"/>
                  </a:lnTo>
                  <a:lnTo>
                    <a:pt x="496" y="50963"/>
                  </a:lnTo>
                  <a:lnTo>
                    <a:pt x="626" y="51068"/>
                  </a:lnTo>
                  <a:lnTo>
                    <a:pt x="743" y="51172"/>
                  </a:lnTo>
                  <a:lnTo>
                    <a:pt x="887" y="51250"/>
                  </a:lnTo>
                  <a:lnTo>
                    <a:pt x="1043" y="51328"/>
                  </a:lnTo>
                  <a:lnTo>
                    <a:pt x="1200" y="51381"/>
                  </a:lnTo>
                  <a:lnTo>
                    <a:pt x="1356" y="51420"/>
                  </a:lnTo>
                  <a:lnTo>
                    <a:pt x="1526" y="51446"/>
                  </a:lnTo>
                  <a:lnTo>
                    <a:pt x="5971" y="51876"/>
                  </a:lnTo>
                  <a:lnTo>
                    <a:pt x="6323" y="51876"/>
                  </a:lnTo>
                  <a:lnTo>
                    <a:pt x="6480" y="51850"/>
                  </a:lnTo>
                  <a:lnTo>
                    <a:pt x="6636" y="51811"/>
                  </a:lnTo>
                  <a:lnTo>
                    <a:pt x="6793" y="51746"/>
                  </a:lnTo>
                  <a:lnTo>
                    <a:pt x="6936" y="51680"/>
                  </a:lnTo>
                  <a:lnTo>
                    <a:pt x="7080" y="51589"/>
                  </a:lnTo>
                  <a:lnTo>
                    <a:pt x="7210" y="51498"/>
                  </a:lnTo>
                  <a:lnTo>
                    <a:pt x="7327" y="51394"/>
                  </a:lnTo>
                  <a:lnTo>
                    <a:pt x="7445" y="51263"/>
                  </a:lnTo>
                  <a:lnTo>
                    <a:pt x="7536" y="51133"/>
                  </a:lnTo>
                  <a:lnTo>
                    <a:pt x="7627" y="51002"/>
                  </a:lnTo>
                  <a:lnTo>
                    <a:pt x="7692" y="50846"/>
                  </a:lnTo>
                  <a:lnTo>
                    <a:pt x="7744" y="50690"/>
                  </a:lnTo>
                  <a:lnTo>
                    <a:pt x="7797" y="50533"/>
                  </a:lnTo>
                  <a:lnTo>
                    <a:pt x="7810" y="50364"/>
                  </a:lnTo>
                  <a:lnTo>
                    <a:pt x="12451" y="2269"/>
                  </a:lnTo>
                  <a:lnTo>
                    <a:pt x="12464" y="2099"/>
                  </a:lnTo>
                  <a:lnTo>
                    <a:pt x="12451" y="1930"/>
                  </a:lnTo>
                  <a:lnTo>
                    <a:pt x="12425" y="1760"/>
                  </a:lnTo>
                  <a:lnTo>
                    <a:pt x="12386" y="1604"/>
                  </a:lnTo>
                  <a:lnTo>
                    <a:pt x="12321" y="1447"/>
                  </a:lnTo>
                  <a:lnTo>
                    <a:pt x="12255" y="1304"/>
                  </a:lnTo>
                  <a:lnTo>
                    <a:pt x="12164" y="1161"/>
                  </a:lnTo>
                  <a:lnTo>
                    <a:pt x="12073" y="1043"/>
                  </a:lnTo>
                  <a:lnTo>
                    <a:pt x="11969" y="913"/>
                  </a:lnTo>
                  <a:lnTo>
                    <a:pt x="11838" y="809"/>
                  </a:lnTo>
                  <a:lnTo>
                    <a:pt x="11708" y="717"/>
                  </a:lnTo>
                  <a:lnTo>
                    <a:pt x="11577" y="626"/>
                  </a:lnTo>
                  <a:lnTo>
                    <a:pt x="11421" y="561"/>
                  </a:lnTo>
                  <a:lnTo>
                    <a:pt x="11265" y="496"/>
                  </a:lnTo>
                  <a:lnTo>
                    <a:pt x="11108" y="456"/>
                  </a:lnTo>
                  <a:lnTo>
                    <a:pt x="10939" y="430"/>
                  </a:lnTo>
                  <a:lnTo>
                    <a:pt x="649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p15">
              <a:extLst>
                <a:ext uri="{FF2B5EF4-FFF2-40B4-BE49-F238E27FC236}">
                  <a16:creationId xmlns:a16="http://schemas.microsoft.com/office/drawing/2014/main" id="{E01A310D-1A53-0FEA-8A89-E12100D84C85}"/>
                </a:ext>
              </a:extLst>
            </p:cNvPr>
            <p:cNvSpPr/>
            <p:nvPr/>
          </p:nvSpPr>
          <p:spPr>
            <a:xfrm>
              <a:off x="8284866" y="3810330"/>
              <a:ext cx="230147" cy="770992"/>
            </a:xfrm>
            <a:custGeom>
              <a:avLst/>
              <a:gdLst/>
              <a:ahLst/>
              <a:cxnLst/>
              <a:rect l="l" t="t" r="r" b="b"/>
              <a:pathLst>
                <a:path w="7523" h="25202" extrusionOk="0">
                  <a:moveTo>
                    <a:pt x="0" y="1"/>
                  </a:moveTo>
                  <a:lnTo>
                    <a:pt x="5111" y="25202"/>
                  </a:lnTo>
                  <a:lnTo>
                    <a:pt x="7523" y="25202"/>
                  </a:lnTo>
                  <a:lnTo>
                    <a:pt x="44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2;p15">
              <a:extLst>
                <a:ext uri="{FF2B5EF4-FFF2-40B4-BE49-F238E27FC236}">
                  <a16:creationId xmlns:a16="http://schemas.microsoft.com/office/drawing/2014/main" id="{378F04D3-612D-6514-B64D-0E586935830B}"/>
                </a:ext>
              </a:extLst>
            </p:cNvPr>
            <p:cNvSpPr/>
            <p:nvPr/>
          </p:nvSpPr>
          <p:spPr>
            <a:xfrm>
              <a:off x="7637131" y="3810330"/>
              <a:ext cx="134852" cy="770992"/>
            </a:xfrm>
            <a:custGeom>
              <a:avLst/>
              <a:gdLst/>
              <a:ahLst/>
              <a:cxnLst/>
              <a:rect l="l" t="t" r="r" b="b"/>
              <a:pathLst>
                <a:path w="4408" h="25202" extrusionOk="0">
                  <a:moveTo>
                    <a:pt x="1" y="1"/>
                  </a:moveTo>
                  <a:lnTo>
                    <a:pt x="14" y="25202"/>
                  </a:lnTo>
                  <a:lnTo>
                    <a:pt x="2426" y="25202"/>
                  </a:lnTo>
                  <a:lnTo>
                    <a:pt x="44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3;p15">
              <a:extLst>
                <a:ext uri="{FF2B5EF4-FFF2-40B4-BE49-F238E27FC236}">
                  <a16:creationId xmlns:a16="http://schemas.microsoft.com/office/drawing/2014/main" id="{1EF76B28-4F46-F661-4149-C10B4CC34456}"/>
                </a:ext>
              </a:extLst>
            </p:cNvPr>
            <p:cNvSpPr/>
            <p:nvPr/>
          </p:nvSpPr>
          <p:spPr>
            <a:xfrm>
              <a:off x="7629973" y="3810330"/>
              <a:ext cx="793722" cy="61858"/>
            </a:xfrm>
            <a:custGeom>
              <a:avLst/>
              <a:gdLst/>
              <a:ahLst/>
              <a:cxnLst/>
              <a:rect l="l" t="t" r="r" b="b"/>
              <a:pathLst>
                <a:path w="25945" h="2022" extrusionOk="0">
                  <a:moveTo>
                    <a:pt x="0" y="1"/>
                  </a:moveTo>
                  <a:lnTo>
                    <a:pt x="0" y="2021"/>
                  </a:lnTo>
                  <a:lnTo>
                    <a:pt x="25944" y="2021"/>
                  </a:lnTo>
                  <a:lnTo>
                    <a:pt x="25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4;p15">
              <a:extLst>
                <a:ext uri="{FF2B5EF4-FFF2-40B4-BE49-F238E27FC236}">
                  <a16:creationId xmlns:a16="http://schemas.microsoft.com/office/drawing/2014/main" id="{354069B3-CA7B-3AC6-7F91-86BF3E0AE0CE}"/>
                </a:ext>
              </a:extLst>
            </p:cNvPr>
            <p:cNvSpPr/>
            <p:nvPr/>
          </p:nvSpPr>
          <p:spPr>
            <a:xfrm>
              <a:off x="8329133" y="3510799"/>
              <a:ext cx="189092" cy="288793"/>
            </a:xfrm>
            <a:custGeom>
              <a:avLst/>
              <a:gdLst/>
              <a:ahLst/>
              <a:cxnLst/>
              <a:rect l="l" t="t" r="r" b="b"/>
              <a:pathLst>
                <a:path w="6181" h="9440" fill="none" extrusionOk="0">
                  <a:moveTo>
                    <a:pt x="0" y="1"/>
                  </a:moveTo>
                  <a:lnTo>
                    <a:pt x="6180" y="9440"/>
                  </a:lnTo>
                </a:path>
              </a:pathLst>
            </a:custGeom>
            <a:noFill/>
            <a:ln w="21175" cap="rnd" cmpd="sng">
              <a:solidFill>
                <a:srgbClr val="6651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5;p15">
              <a:extLst>
                <a:ext uri="{FF2B5EF4-FFF2-40B4-BE49-F238E27FC236}">
                  <a16:creationId xmlns:a16="http://schemas.microsoft.com/office/drawing/2014/main" id="{0F62D533-2760-93F8-3579-FFAA94969333}"/>
                </a:ext>
              </a:extLst>
            </p:cNvPr>
            <p:cNvSpPr/>
            <p:nvPr/>
          </p:nvSpPr>
          <p:spPr>
            <a:xfrm>
              <a:off x="6577805" y="2909351"/>
              <a:ext cx="104137" cy="1637678"/>
            </a:xfrm>
            <a:custGeom>
              <a:avLst/>
              <a:gdLst/>
              <a:ahLst/>
              <a:cxnLst/>
              <a:rect l="l" t="t" r="r" b="b"/>
              <a:pathLst>
                <a:path w="3404" h="53532" extrusionOk="0">
                  <a:moveTo>
                    <a:pt x="1" y="0"/>
                  </a:moveTo>
                  <a:lnTo>
                    <a:pt x="1" y="53532"/>
                  </a:lnTo>
                  <a:lnTo>
                    <a:pt x="3403" y="53532"/>
                  </a:lnTo>
                  <a:lnTo>
                    <a:pt x="34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6;p15">
              <a:extLst>
                <a:ext uri="{FF2B5EF4-FFF2-40B4-BE49-F238E27FC236}">
                  <a16:creationId xmlns:a16="http://schemas.microsoft.com/office/drawing/2014/main" id="{9ACCC0DB-106D-8A8D-7920-2D8D044F7330}"/>
                </a:ext>
              </a:extLst>
            </p:cNvPr>
            <p:cNvSpPr/>
            <p:nvPr/>
          </p:nvSpPr>
          <p:spPr>
            <a:xfrm>
              <a:off x="5524046" y="2733841"/>
              <a:ext cx="2212419" cy="977216"/>
            </a:xfrm>
            <a:custGeom>
              <a:avLst/>
              <a:gdLst/>
              <a:ahLst/>
              <a:cxnLst/>
              <a:rect l="l" t="t" r="r" b="b"/>
              <a:pathLst>
                <a:path w="72319" h="31943" extrusionOk="0">
                  <a:moveTo>
                    <a:pt x="5203" y="1"/>
                  </a:moveTo>
                  <a:lnTo>
                    <a:pt x="1" y="27040"/>
                  </a:lnTo>
                  <a:lnTo>
                    <a:pt x="653" y="27249"/>
                  </a:lnTo>
                  <a:lnTo>
                    <a:pt x="1448" y="27497"/>
                  </a:lnTo>
                  <a:lnTo>
                    <a:pt x="2543" y="27809"/>
                  </a:lnTo>
                  <a:lnTo>
                    <a:pt x="3925" y="28174"/>
                  </a:lnTo>
                  <a:lnTo>
                    <a:pt x="4733" y="28383"/>
                  </a:lnTo>
                  <a:lnTo>
                    <a:pt x="5607" y="28592"/>
                  </a:lnTo>
                  <a:lnTo>
                    <a:pt x="6546" y="28813"/>
                  </a:lnTo>
                  <a:lnTo>
                    <a:pt x="7549" y="29035"/>
                  </a:lnTo>
                  <a:lnTo>
                    <a:pt x="8632" y="29270"/>
                  </a:lnTo>
                  <a:lnTo>
                    <a:pt x="9779" y="29491"/>
                  </a:lnTo>
                  <a:lnTo>
                    <a:pt x="10978" y="29726"/>
                  </a:lnTo>
                  <a:lnTo>
                    <a:pt x="12256" y="29948"/>
                  </a:lnTo>
                  <a:lnTo>
                    <a:pt x="13586" y="30182"/>
                  </a:lnTo>
                  <a:lnTo>
                    <a:pt x="14981" y="30391"/>
                  </a:lnTo>
                  <a:lnTo>
                    <a:pt x="16441" y="30599"/>
                  </a:lnTo>
                  <a:lnTo>
                    <a:pt x="17953" y="30808"/>
                  </a:lnTo>
                  <a:lnTo>
                    <a:pt x="19531" y="31004"/>
                  </a:lnTo>
                  <a:lnTo>
                    <a:pt x="21160" y="31173"/>
                  </a:lnTo>
                  <a:lnTo>
                    <a:pt x="22855" y="31343"/>
                  </a:lnTo>
                  <a:lnTo>
                    <a:pt x="24602" y="31499"/>
                  </a:lnTo>
                  <a:lnTo>
                    <a:pt x="26401" y="31629"/>
                  </a:lnTo>
                  <a:lnTo>
                    <a:pt x="28253" y="31734"/>
                  </a:lnTo>
                  <a:lnTo>
                    <a:pt x="30156" y="31825"/>
                  </a:lnTo>
                  <a:lnTo>
                    <a:pt x="32112" y="31890"/>
                  </a:lnTo>
                  <a:lnTo>
                    <a:pt x="34107" y="31929"/>
                  </a:lnTo>
                  <a:lnTo>
                    <a:pt x="36166" y="31942"/>
                  </a:lnTo>
                  <a:lnTo>
                    <a:pt x="38213" y="31929"/>
                  </a:lnTo>
                  <a:lnTo>
                    <a:pt x="40221" y="31890"/>
                  </a:lnTo>
                  <a:lnTo>
                    <a:pt x="42177" y="31825"/>
                  </a:lnTo>
                  <a:lnTo>
                    <a:pt x="44080" y="31734"/>
                  </a:lnTo>
                  <a:lnTo>
                    <a:pt x="45931" y="31629"/>
                  </a:lnTo>
                  <a:lnTo>
                    <a:pt x="47731" y="31499"/>
                  </a:lnTo>
                  <a:lnTo>
                    <a:pt x="49478" y="31343"/>
                  </a:lnTo>
                  <a:lnTo>
                    <a:pt x="51159" y="31173"/>
                  </a:lnTo>
                  <a:lnTo>
                    <a:pt x="52789" y="31004"/>
                  </a:lnTo>
                  <a:lnTo>
                    <a:pt x="54367" y="30808"/>
                  </a:lnTo>
                  <a:lnTo>
                    <a:pt x="55892" y="30599"/>
                  </a:lnTo>
                  <a:lnTo>
                    <a:pt x="57339" y="30391"/>
                  </a:lnTo>
                  <a:lnTo>
                    <a:pt x="58734" y="30182"/>
                  </a:lnTo>
                  <a:lnTo>
                    <a:pt x="60077" y="29948"/>
                  </a:lnTo>
                  <a:lnTo>
                    <a:pt x="61342" y="29726"/>
                  </a:lnTo>
                  <a:lnTo>
                    <a:pt x="62554" y="29491"/>
                  </a:lnTo>
                  <a:lnTo>
                    <a:pt x="63701" y="29270"/>
                  </a:lnTo>
                  <a:lnTo>
                    <a:pt x="64770" y="29035"/>
                  </a:lnTo>
                  <a:lnTo>
                    <a:pt x="65787" y="28813"/>
                  </a:lnTo>
                  <a:lnTo>
                    <a:pt x="66726" y="28592"/>
                  </a:lnTo>
                  <a:lnTo>
                    <a:pt x="67599" y="28383"/>
                  </a:lnTo>
                  <a:lnTo>
                    <a:pt x="68395" y="28174"/>
                  </a:lnTo>
                  <a:lnTo>
                    <a:pt x="69790" y="27809"/>
                  </a:lnTo>
                  <a:lnTo>
                    <a:pt x="70885" y="27497"/>
                  </a:lnTo>
                  <a:lnTo>
                    <a:pt x="71680" y="27249"/>
                  </a:lnTo>
                  <a:lnTo>
                    <a:pt x="72319" y="27040"/>
                  </a:lnTo>
                  <a:lnTo>
                    <a:pt x="67117" y="1"/>
                  </a:lnTo>
                  <a:close/>
                </a:path>
              </a:pathLst>
            </a:custGeom>
            <a:solidFill>
              <a:srgbClr val="ED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7;p15">
              <a:extLst>
                <a:ext uri="{FF2B5EF4-FFF2-40B4-BE49-F238E27FC236}">
                  <a16:creationId xmlns:a16="http://schemas.microsoft.com/office/drawing/2014/main" id="{6DA59ED3-6573-0F67-790C-2D05DD06817E}"/>
                </a:ext>
              </a:extLst>
            </p:cNvPr>
            <p:cNvSpPr/>
            <p:nvPr/>
          </p:nvSpPr>
          <p:spPr>
            <a:xfrm>
              <a:off x="5524046" y="2733841"/>
              <a:ext cx="2212419" cy="977216"/>
            </a:xfrm>
            <a:custGeom>
              <a:avLst/>
              <a:gdLst/>
              <a:ahLst/>
              <a:cxnLst/>
              <a:rect l="l" t="t" r="r" b="b"/>
              <a:pathLst>
                <a:path w="72319" h="31943" fill="none" extrusionOk="0">
                  <a:moveTo>
                    <a:pt x="72319" y="27040"/>
                  </a:moveTo>
                  <a:lnTo>
                    <a:pt x="72319" y="27040"/>
                  </a:lnTo>
                  <a:lnTo>
                    <a:pt x="71680" y="27249"/>
                  </a:lnTo>
                  <a:lnTo>
                    <a:pt x="70885" y="27497"/>
                  </a:lnTo>
                  <a:lnTo>
                    <a:pt x="69790" y="27809"/>
                  </a:lnTo>
                  <a:lnTo>
                    <a:pt x="68395" y="28174"/>
                  </a:lnTo>
                  <a:lnTo>
                    <a:pt x="67599" y="28383"/>
                  </a:lnTo>
                  <a:lnTo>
                    <a:pt x="66726" y="28592"/>
                  </a:lnTo>
                  <a:lnTo>
                    <a:pt x="65787" y="28813"/>
                  </a:lnTo>
                  <a:lnTo>
                    <a:pt x="64770" y="29035"/>
                  </a:lnTo>
                  <a:lnTo>
                    <a:pt x="63701" y="29270"/>
                  </a:lnTo>
                  <a:lnTo>
                    <a:pt x="62554" y="29491"/>
                  </a:lnTo>
                  <a:lnTo>
                    <a:pt x="61342" y="29726"/>
                  </a:lnTo>
                  <a:lnTo>
                    <a:pt x="60077" y="29948"/>
                  </a:lnTo>
                  <a:lnTo>
                    <a:pt x="58734" y="30182"/>
                  </a:lnTo>
                  <a:lnTo>
                    <a:pt x="57339" y="30391"/>
                  </a:lnTo>
                  <a:lnTo>
                    <a:pt x="55892" y="30599"/>
                  </a:lnTo>
                  <a:lnTo>
                    <a:pt x="54367" y="30808"/>
                  </a:lnTo>
                  <a:lnTo>
                    <a:pt x="52789" y="31004"/>
                  </a:lnTo>
                  <a:lnTo>
                    <a:pt x="51159" y="31173"/>
                  </a:lnTo>
                  <a:lnTo>
                    <a:pt x="49478" y="31343"/>
                  </a:lnTo>
                  <a:lnTo>
                    <a:pt x="47731" y="31499"/>
                  </a:lnTo>
                  <a:lnTo>
                    <a:pt x="45931" y="31629"/>
                  </a:lnTo>
                  <a:lnTo>
                    <a:pt x="44080" y="31734"/>
                  </a:lnTo>
                  <a:lnTo>
                    <a:pt x="42177" y="31825"/>
                  </a:lnTo>
                  <a:lnTo>
                    <a:pt x="40221" y="31890"/>
                  </a:lnTo>
                  <a:lnTo>
                    <a:pt x="38213" y="31929"/>
                  </a:lnTo>
                  <a:lnTo>
                    <a:pt x="36166" y="31942"/>
                  </a:lnTo>
                  <a:lnTo>
                    <a:pt x="36166" y="31942"/>
                  </a:lnTo>
                  <a:lnTo>
                    <a:pt x="34107" y="31929"/>
                  </a:lnTo>
                  <a:lnTo>
                    <a:pt x="32112" y="31890"/>
                  </a:lnTo>
                  <a:lnTo>
                    <a:pt x="30156" y="31825"/>
                  </a:lnTo>
                  <a:lnTo>
                    <a:pt x="28253" y="31734"/>
                  </a:lnTo>
                  <a:lnTo>
                    <a:pt x="26401" y="31629"/>
                  </a:lnTo>
                  <a:lnTo>
                    <a:pt x="24602" y="31499"/>
                  </a:lnTo>
                  <a:lnTo>
                    <a:pt x="22855" y="31343"/>
                  </a:lnTo>
                  <a:lnTo>
                    <a:pt x="21160" y="31173"/>
                  </a:lnTo>
                  <a:lnTo>
                    <a:pt x="19531" y="31004"/>
                  </a:lnTo>
                  <a:lnTo>
                    <a:pt x="17953" y="30808"/>
                  </a:lnTo>
                  <a:lnTo>
                    <a:pt x="16441" y="30599"/>
                  </a:lnTo>
                  <a:lnTo>
                    <a:pt x="14981" y="30391"/>
                  </a:lnTo>
                  <a:lnTo>
                    <a:pt x="13586" y="30182"/>
                  </a:lnTo>
                  <a:lnTo>
                    <a:pt x="12256" y="29948"/>
                  </a:lnTo>
                  <a:lnTo>
                    <a:pt x="10978" y="29726"/>
                  </a:lnTo>
                  <a:lnTo>
                    <a:pt x="9779" y="29491"/>
                  </a:lnTo>
                  <a:lnTo>
                    <a:pt x="8632" y="29270"/>
                  </a:lnTo>
                  <a:lnTo>
                    <a:pt x="7549" y="29035"/>
                  </a:lnTo>
                  <a:lnTo>
                    <a:pt x="6546" y="28813"/>
                  </a:lnTo>
                  <a:lnTo>
                    <a:pt x="5607" y="28592"/>
                  </a:lnTo>
                  <a:lnTo>
                    <a:pt x="4733" y="28383"/>
                  </a:lnTo>
                  <a:lnTo>
                    <a:pt x="3925" y="28174"/>
                  </a:lnTo>
                  <a:lnTo>
                    <a:pt x="2543" y="27809"/>
                  </a:lnTo>
                  <a:lnTo>
                    <a:pt x="1448" y="27497"/>
                  </a:lnTo>
                  <a:lnTo>
                    <a:pt x="653" y="27249"/>
                  </a:lnTo>
                  <a:lnTo>
                    <a:pt x="1" y="27040"/>
                  </a:lnTo>
                  <a:lnTo>
                    <a:pt x="5203" y="1"/>
                  </a:lnTo>
                  <a:lnTo>
                    <a:pt x="67117" y="1"/>
                  </a:lnTo>
                  <a:lnTo>
                    <a:pt x="72319" y="270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8;p15">
              <a:extLst>
                <a:ext uri="{FF2B5EF4-FFF2-40B4-BE49-F238E27FC236}">
                  <a16:creationId xmlns:a16="http://schemas.microsoft.com/office/drawing/2014/main" id="{F73CB48E-4F51-A3B4-2103-BF0CADEA3D0D}"/>
                </a:ext>
              </a:extLst>
            </p:cNvPr>
            <p:cNvSpPr/>
            <p:nvPr/>
          </p:nvSpPr>
          <p:spPr>
            <a:xfrm>
              <a:off x="5941634" y="3078864"/>
              <a:ext cx="170737" cy="603070"/>
            </a:xfrm>
            <a:custGeom>
              <a:avLst/>
              <a:gdLst/>
              <a:ahLst/>
              <a:cxnLst/>
              <a:rect l="l" t="t" r="r" b="b"/>
              <a:pathLst>
                <a:path w="5581" h="19713" extrusionOk="0">
                  <a:moveTo>
                    <a:pt x="5581" y="0"/>
                  </a:moveTo>
                  <a:lnTo>
                    <a:pt x="1" y="18995"/>
                  </a:lnTo>
                  <a:lnTo>
                    <a:pt x="5294" y="19713"/>
                  </a:lnTo>
                  <a:lnTo>
                    <a:pt x="5581" y="0"/>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9;p15">
              <a:extLst>
                <a:ext uri="{FF2B5EF4-FFF2-40B4-BE49-F238E27FC236}">
                  <a16:creationId xmlns:a16="http://schemas.microsoft.com/office/drawing/2014/main" id="{399A8EA5-5606-FA62-01C7-24E013E75CBB}"/>
                </a:ext>
              </a:extLst>
            </p:cNvPr>
            <p:cNvSpPr/>
            <p:nvPr/>
          </p:nvSpPr>
          <p:spPr>
            <a:xfrm>
              <a:off x="7115835" y="3078864"/>
              <a:ext cx="170339" cy="603070"/>
            </a:xfrm>
            <a:custGeom>
              <a:avLst/>
              <a:gdLst/>
              <a:ahLst/>
              <a:cxnLst/>
              <a:rect l="l" t="t" r="r" b="b"/>
              <a:pathLst>
                <a:path w="5568" h="19713" extrusionOk="0">
                  <a:moveTo>
                    <a:pt x="1" y="0"/>
                  </a:moveTo>
                  <a:lnTo>
                    <a:pt x="275" y="19713"/>
                  </a:lnTo>
                  <a:lnTo>
                    <a:pt x="5568" y="18995"/>
                  </a:lnTo>
                  <a:lnTo>
                    <a:pt x="1" y="0"/>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0;p15">
              <a:extLst>
                <a:ext uri="{FF2B5EF4-FFF2-40B4-BE49-F238E27FC236}">
                  <a16:creationId xmlns:a16="http://schemas.microsoft.com/office/drawing/2014/main" id="{6BDD60E9-33CD-0F12-1345-3EBD5CAAE7C5}"/>
                </a:ext>
              </a:extLst>
            </p:cNvPr>
            <p:cNvSpPr/>
            <p:nvPr/>
          </p:nvSpPr>
          <p:spPr>
            <a:xfrm>
              <a:off x="5666056" y="2733841"/>
              <a:ext cx="1927236" cy="98141"/>
            </a:xfrm>
            <a:custGeom>
              <a:avLst/>
              <a:gdLst/>
              <a:ahLst/>
              <a:cxnLst/>
              <a:rect l="l" t="t" r="r" b="b"/>
              <a:pathLst>
                <a:path w="62997" h="3208" extrusionOk="0">
                  <a:moveTo>
                    <a:pt x="548" y="1"/>
                  </a:moveTo>
                  <a:lnTo>
                    <a:pt x="0" y="3208"/>
                  </a:lnTo>
                  <a:lnTo>
                    <a:pt x="62997" y="3208"/>
                  </a:lnTo>
                  <a:lnTo>
                    <a:pt x="62462"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1;p15">
              <a:extLst>
                <a:ext uri="{FF2B5EF4-FFF2-40B4-BE49-F238E27FC236}">
                  <a16:creationId xmlns:a16="http://schemas.microsoft.com/office/drawing/2014/main" id="{DCF29585-35C3-60B0-4FAB-603D359D7B7B}"/>
                </a:ext>
              </a:extLst>
            </p:cNvPr>
            <p:cNvSpPr/>
            <p:nvPr/>
          </p:nvSpPr>
          <p:spPr>
            <a:xfrm>
              <a:off x="5666056" y="2733841"/>
              <a:ext cx="1927236" cy="98141"/>
            </a:xfrm>
            <a:custGeom>
              <a:avLst/>
              <a:gdLst/>
              <a:ahLst/>
              <a:cxnLst/>
              <a:rect l="l" t="t" r="r" b="b"/>
              <a:pathLst>
                <a:path w="62997" h="3208" fill="none" extrusionOk="0">
                  <a:moveTo>
                    <a:pt x="62997" y="3208"/>
                  </a:moveTo>
                  <a:lnTo>
                    <a:pt x="0" y="3208"/>
                  </a:lnTo>
                  <a:lnTo>
                    <a:pt x="548" y="1"/>
                  </a:lnTo>
                  <a:lnTo>
                    <a:pt x="62462" y="1"/>
                  </a:lnTo>
                  <a:lnTo>
                    <a:pt x="62997" y="32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2;p15">
              <a:extLst>
                <a:ext uri="{FF2B5EF4-FFF2-40B4-BE49-F238E27FC236}">
                  <a16:creationId xmlns:a16="http://schemas.microsoft.com/office/drawing/2014/main" id="{AB65E4E6-9D5A-A632-5010-4B933167E0DE}"/>
                </a:ext>
              </a:extLst>
            </p:cNvPr>
            <p:cNvSpPr/>
            <p:nvPr/>
          </p:nvSpPr>
          <p:spPr>
            <a:xfrm>
              <a:off x="5524046" y="2733841"/>
              <a:ext cx="331867" cy="852368"/>
            </a:xfrm>
            <a:custGeom>
              <a:avLst/>
              <a:gdLst/>
              <a:ahLst/>
              <a:cxnLst/>
              <a:rect l="l" t="t" r="r" b="b"/>
              <a:pathLst>
                <a:path w="10848" h="27862" extrusionOk="0">
                  <a:moveTo>
                    <a:pt x="5203" y="1"/>
                  </a:moveTo>
                  <a:lnTo>
                    <a:pt x="1" y="27040"/>
                  </a:lnTo>
                  <a:lnTo>
                    <a:pt x="2726" y="27862"/>
                  </a:lnTo>
                  <a:lnTo>
                    <a:pt x="10848" y="2791"/>
                  </a:lnTo>
                  <a:lnTo>
                    <a:pt x="5203"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3;p15">
              <a:extLst>
                <a:ext uri="{FF2B5EF4-FFF2-40B4-BE49-F238E27FC236}">
                  <a16:creationId xmlns:a16="http://schemas.microsoft.com/office/drawing/2014/main" id="{A04037F2-7C49-4FE0-369D-B27A25E5033B}"/>
                </a:ext>
              </a:extLst>
            </p:cNvPr>
            <p:cNvSpPr/>
            <p:nvPr/>
          </p:nvSpPr>
          <p:spPr>
            <a:xfrm>
              <a:off x="6839462" y="1681704"/>
              <a:ext cx="69414" cy="103311"/>
            </a:xfrm>
            <a:custGeom>
              <a:avLst/>
              <a:gdLst/>
              <a:ahLst/>
              <a:cxnLst/>
              <a:rect l="l" t="t" r="r" b="b"/>
              <a:pathLst>
                <a:path w="2269" h="3377" extrusionOk="0">
                  <a:moveTo>
                    <a:pt x="0" y="0"/>
                  </a:moveTo>
                  <a:lnTo>
                    <a:pt x="0" y="3377"/>
                  </a:lnTo>
                  <a:lnTo>
                    <a:pt x="2269" y="3377"/>
                  </a:lnTo>
                  <a:lnTo>
                    <a:pt x="22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4;p15">
              <a:extLst>
                <a:ext uri="{FF2B5EF4-FFF2-40B4-BE49-F238E27FC236}">
                  <a16:creationId xmlns:a16="http://schemas.microsoft.com/office/drawing/2014/main" id="{CCD0480E-0A4D-2D77-BE25-64B79537643A}"/>
                </a:ext>
              </a:extLst>
            </p:cNvPr>
            <p:cNvSpPr/>
            <p:nvPr/>
          </p:nvSpPr>
          <p:spPr>
            <a:xfrm>
              <a:off x="7404598" y="2733841"/>
              <a:ext cx="331867" cy="852368"/>
            </a:xfrm>
            <a:custGeom>
              <a:avLst/>
              <a:gdLst/>
              <a:ahLst/>
              <a:cxnLst/>
              <a:rect l="l" t="t" r="r" b="b"/>
              <a:pathLst>
                <a:path w="10848" h="27862" extrusionOk="0">
                  <a:moveTo>
                    <a:pt x="5646" y="1"/>
                  </a:moveTo>
                  <a:lnTo>
                    <a:pt x="1" y="2791"/>
                  </a:lnTo>
                  <a:lnTo>
                    <a:pt x="8123" y="27862"/>
                  </a:lnTo>
                  <a:lnTo>
                    <a:pt x="10848" y="27040"/>
                  </a:lnTo>
                  <a:lnTo>
                    <a:pt x="5646"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5;p15">
              <a:extLst>
                <a:ext uri="{FF2B5EF4-FFF2-40B4-BE49-F238E27FC236}">
                  <a16:creationId xmlns:a16="http://schemas.microsoft.com/office/drawing/2014/main" id="{FFD46041-FF5C-4511-C2A7-FB97DF562F17}"/>
                </a:ext>
              </a:extLst>
            </p:cNvPr>
            <p:cNvSpPr/>
            <p:nvPr/>
          </p:nvSpPr>
          <p:spPr>
            <a:xfrm>
              <a:off x="6214060" y="4468039"/>
              <a:ext cx="831627" cy="113284"/>
            </a:xfrm>
            <a:custGeom>
              <a:avLst/>
              <a:gdLst/>
              <a:ahLst/>
              <a:cxnLst/>
              <a:rect l="l" t="t" r="r" b="b"/>
              <a:pathLst>
                <a:path w="27184" h="3703" extrusionOk="0">
                  <a:moveTo>
                    <a:pt x="0" y="0"/>
                  </a:moveTo>
                  <a:lnTo>
                    <a:pt x="0" y="3703"/>
                  </a:lnTo>
                  <a:lnTo>
                    <a:pt x="27183" y="3703"/>
                  </a:lnTo>
                  <a:lnTo>
                    <a:pt x="27183" y="0"/>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6;p15">
              <a:extLst>
                <a:ext uri="{FF2B5EF4-FFF2-40B4-BE49-F238E27FC236}">
                  <a16:creationId xmlns:a16="http://schemas.microsoft.com/office/drawing/2014/main" id="{C792C8DF-521A-4E2B-BA29-9F0365E14EF4}"/>
                </a:ext>
              </a:extLst>
            </p:cNvPr>
            <p:cNvSpPr/>
            <p:nvPr/>
          </p:nvSpPr>
          <p:spPr>
            <a:xfrm>
              <a:off x="6760472" y="1996379"/>
              <a:ext cx="230178" cy="737493"/>
            </a:xfrm>
            <a:custGeom>
              <a:avLst/>
              <a:gdLst/>
              <a:ahLst/>
              <a:cxnLst/>
              <a:rect l="l" t="t" r="r" b="b"/>
              <a:pathLst>
                <a:path w="7524" h="24107" extrusionOk="0">
                  <a:moveTo>
                    <a:pt x="3573" y="1"/>
                  </a:moveTo>
                  <a:lnTo>
                    <a:pt x="3377" y="14"/>
                  </a:lnTo>
                  <a:lnTo>
                    <a:pt x="3195" y="40"/>
                  </a:lnTo>
                  <a:lnTo>
                    <a:pt x="2999" y="79"/>
                  </a:lnTo>
                  <a:lnTo>
                    <a:pt x="2830" y="118"/>
                  </a:lnTo>
                  <a:lnTo>
                    <a:pt x="2647" y="170"/>
                  </a:lnTo>
                  <a:lnTo>
                    <a:pt x="2465" y="222"/>
                  </a:lnTo>
                  <a:lnTo>
                    <a:pt x="2295" y="287"/>
                  </a:lnTo>
                  <a:lnTo>
                    <a:pt x="2139" y="366"/>
                  </a:lnTo>
                  <a:lnTo>
                    <a:pt x="1969" y="457"/>
                  </a:lnTo>
                  <a:lnTo>
                    <a:pt x="1813" y="548"/>
                  </a:lnTo>
                  <a:lnTo>
                    <a:pt x="1656" y="639"/>
                  </a:lnTo>
                  <a:lnTo>
                    <a:pt x="1513" y="744"/>
                  </a:lnTo>
                  <a:lnTo>
                    <a:pt x="1370" y="861"/>
                  </a:lnTo>
                  <a:lnTo>
                    <a:pt x="1239" y="978"/>
                  </a:lnTo>
                  <a:lnTo>
                    <a:pt x="1109" y="1096"/>
                  </a:lnTo>
                  <a:lnTo>
                    <a:pt x="978" y="1226"/>
                  </a:lnTo>
                  <a:lnTo>
                    <a:pt x="861" y="1369"/>
                  </a:lnTo>
                  <a:lnTo>
                    <a:pt x="744" y="1513"/>
                  </a:lnTo>
                  <a:lnTo>
                    <a:pt x="639" y="1656"/>
                  </a:lnTo>
                  <a:lnTo>
                    <a:pt x="548" y="1813"/>
                  </a:lnTo>
                  <a:lnTo>
                    <a:pt x="457" y="1969"/>
                  </a:lnTo>
                  <a:lnTo>
                    <a:pt x="379" y="2126"/>
                  </a:lnTo>
                  <a:lnTo>
                    <a:pt x="300" y="2295"/>
                  </a:lnTo>
                  <a:lnTo>
                    <a:pt x="235" y="2465"/>
                  </a:lnTo>
                  <a:lnTo>
                    <a:pt x="170" y="2634"/>
                  </a:lnTo>
                  <a:lnTo>
                    <a:pt x="118" y="2817"/>
                  </a:lnTo>
                  <a:lnTo>
                    <a:pt x="79" y="2999"/>
                  </a:lnTo>
                  <a:lnTo>
                    <a:pt x="40" y="3182"/>
                  </a:lnTo>
                  <a:lnTo>
                    <a:pt x="27" y="3377"/>
                  </a:lnTo>
                  <a:lnTo>
                    <a:pt x="1" y="3560"/>
                  </a:lnTo>
                  <a:lnTo>
                    <a:pt x="1" y="3755"/>
                  </a:lnTo>
                  <a:lnTo>
                    <a:pt x="1" y="24107"/>
                  </a:lnTo>
                  <a:lnTo>
                    <a:pt x="7523" y="24107"/>
                  </a:lnTo>
                  <a:lnTo>
                    <a:pt x="7523" y="3755"/>
                  </a:lnTo>
                  <a:lnTo>
                    <a:pt x="7523" y="3560"/>
                  </a:lnTo>
                  <a:lnTo>
                    <a:pt x="7510" y="3377"/>
                  </a:lnTo>
                  <a:lnTo>
                    <a:pt x="7484" y="3182"/>
                  </a:lnTo>
                  <a:lnTo>
                    <a:pt x="7445" y="2999"/>
                  </a:lnTo>
                  <a:lnTo>
                    <a:pt x="7406" y="2817"/>
                  </a:lnTo>
                  <a:lnTo>
                    <a:pt x="7354" y="2634"/>
                  </a:lnTo>
                  <a:lnTo>
                    <a:pt x="7302" y="2465"/>
                  </a:lnTo>
                  <a:lnTo>
                    <a:pt x="7236" y="2295"/>
                  </a:lnTo>
                  <a:lnTo>
                    <a:pt x="7158" y="2126"/>
                  </a:lnTo>
                  <a:lnTo>
                    <a:pt x="7067" y="1969"/>
                  </a:lnTo>
                  <a:lnTo>
                    <a:pt x="6976" y="1813"/>
                  </a:lnTo>
                  <a:lnTo>
                    <a:pt x="6884" y="1656"/>
                  </a:lnTo>
                  <a:lnTo>
                    <a:pt x="6780" y="1513"/>
                  </a:lnTo>
                  <a:lnTo>
                    <a:pt x="6663" y="1369"/>
                  </a:lnTo>
                  <a:lnTo>
                    <a:pt x="6545" y="1226"/>
                  </a:lnTo>
                  <a:lnTo>
                    <a:pt x="6428" y="1096"/>
                  </a:lnTo>
                  <a:lnTo>
                    <a:pt x="6298" y="978"/>
                  </a:lnTo>
                  <a:lnTo>
                    <a:pt x="6154" y="861"/>
                  </a:lnTo>
                  <a:lnTo>
                    <a:pt x="6011" y="744"/>
                  </a:lnTo>
                  <a:lnTo>
                    <a:pt x="5867" y="639"/>
                  </a:lnTo>
                  <a:lnTo>
                    <a:pt x="5711" y="548"/>
                  </a:lnTo>
                  <a:lnTo>
                    <a:pt x="5555" y="457"/>
                  </a:lnTo>
                  <a:lnTo>
                    <a:pt x="5398" y="366"/>
                  </a:lnTo>
                  <a:lnTo>
                    <a:pt x="5229" y="287"/>
                  </a:lnTo>
                  <a:lnTo>
                    <a:pt x="5059" y="222"/>
                  </a:lnTo>
                  <a:lnTo>
                    <a:pt x="4877" y="170"/>
                  </a:lnTo>
                  <a:lnTo>
                    <a:pt x="4707" y="118"/>
                  </a:lnTo>
                  <a:lnTo>
                    <a:pt x="4525" y="79"/>
                  </a:lnTo>
                  <a:lnTo>
                    <a:pt x="4342" y="40"/>
                  </a:lnTo>
                  <a:lnTo>
                    <a:pt x="4146" y="14"/>
                  </a:lnTo>
                  <a:lnTo>
                    <a:pt x="39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7;p15">
              <a:extLst>
                <a:ext uri="{FF2B5EF4-FFF2-40B4-BE49-F238E27FC236}">
                  <a16:creationId xmlns:a16="http://schemas.microsoft.com/office/drawing/2014/main" id="{E7746B4C-B060-5C4D-604C-40B24CD8D55F}"/>
                </a:ext>
              </a:extLst>
            </p:cNvPr>
            <p:cNvSpPr/>
            <p:nvPr/>
          </p:nvSpPr>
          <p:spPr>
            <a:xfrm>
              <a:off x="6827470" y="1748304"/>
              <a:ext cx="96152" cy="262851"/>
            </a:xfrm>
            <a:custGeom>
              <a:avLst/>
              <a:gdLst/>
              <a:ahLst/>
              <a:cxnLst/>
              <a:rect l="l" t="t" r="r" b="b"/>
              <a:pathLst>
                <a:path w="3143" h="8592" extrusionOk="0">
                  <a:moveTo>
                    <a:pt x="1" y="0"/>
                  </a:moveTo>
                  <a:lnTo>
                    <a:pt x="1" y="8592"/>
                  </a:lnTo>
                  <a:lnTo>
                    <a:pt x="3143" y="8592"/>
                  </a:lnTo>
                  <a:lnTo>
                    <a:pt x="31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8;p15">
              <a:extLst>
                <a:ext uri="{FF2B5EF4-FFF2-40B4-BE49-F238E27FC236}">
                  <a16:creationId xmlns:a16="http://schemas.microsoft.com/office/drawing/2014/main" id="{3A62A6A3-9D2A-ADE0-B127-4AFC07EA7345}"/>
                </a:ext>
              </a:extLst>
            </p:cNvPr>
            <p:cNvSpPr/>
            <p:nvPr/>
          </p:nvSpPr>
          <p:spPr>
            <a:xfrm>
              <a:off x="6779623" y="2232492"/>
              <a:ext cx="211027" cy="277229"/>
            </a:xfrm>
            <a:custGeom>
              <a:avLst/>
              <a:gdLst/>
              <a:ahLst/>
              <a:cxnLst/>
              <a:rect l="l" t="t" r="r" b="b"/>
              <a:pathLst>
                <a:path w="6898" h="9062" extrusionOk="0">
                  <a:moveTo>
                    <a:pt x="0" y="1"/>
                  </a:moveTo>
                  <a:lnTo>
                    <a:pt x="0" y="9062"/>
                  </a:lnTo>
                  <a:lnTo>
                    <a:pt x="6897" y="9062"/>
                  </a:lnTo>
                  <a:lnTo>
                    <a:pt x="6897" y="1"/>
                  </a:lnTo>
                  <a:close/>
                </a:path>
              </a:pathLst>
            </a:custGeom>
            <a:solidFill>
              <a:srgbClr val="EADA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9;p15">
              <a:extLst>
                <a:ext uri="{FF2B5EF4-FFF2-40B4-BE49-F238E27FC236}">
                  <a16:creationId xmlns:a16="http://schemas.microsoft.com/office/drawing/2014/main" id="{7BCBB87F-7FA7-752D-61BD-26E6FD4DD39C}"/>
                </a:ext>
              </a:extLst>
            </p:cNvPr>
            <p:cNvSpPr/>
            <p:nvPr/>
          </p:nvSpPr>
          <p:spPr>
            <a:xfrm>
              <a:off x="6817099" y="1747509"/>
              <a:ext cx="114110" cy="29522"/>
            </a:xfrm>
            <a:custGeom>
              <a:avLst/>
              <a:gdLst/>
              <a:ahLst/>
              <a:cxnLst/>
              <a:rect l="l" t="t" r="r" b="b"/>
              <a:pathLst>
                <a:path w="3730" h="965" extrusionOk="0">
                  <a:moveTo>
                    <a:pt x="1" y="0"/>
                  </a:moveTo>
                  <a:lnTo>
                    <a:pt x="1" y="965"/>
                  </a:lnTo>
                  <a:lnTo>
                    <a:pt x="3730" y="965"/>
                  </a:lnTo>
                  <a:lnTo>
                    <a:pt x="37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90;p15">
              <a:extLst>
                <a:ext uri="{FF2B5EF4-FFF2-40B4-BE49-F238E27FC236}">
                  <a16:creationId xmlns:a16="http://schemas.microsoft.com/office/drawing/2014/main" id="{5313AA4C-8D05-1C8E-9086-8A4B0F4DF635}"/>
                </a:ext>
              </a:extLst>
            </p:cNvPr>
            <p:cNvSpPr/>
            <p:nvPr/>
          </p:nvSpPr>
          <p:spPr>
            <a:xfrm>
              <a:off x="6811929" y="2273577"/>
              <a:ext cx="175907" cy="16398"/>
            </a:xfrm>
            <a:custGeom>
              <a:avLst/>
              <a:gdLst/>
              <a:ahLst/>
              <a:cxnLst/>
              <a:rect l="l" t="t" r="r" b="b"/>
              <a:pathLst>
                <a:path w="5750" h="536" extrusionOk="0">
                  <a:moveTo>
                    <a:pt x="0" y="1"/>
                  </a:moveTo>
                  <a:lnTo>
                    <a:pt x="0" y="535"/>
                  </a:lnTo>
                  <a:lnTo>
                    <a:pt x="5750" y="535"/>
                  </a:lnTo>
                  <a:lnTo>
                    <a:pt x="575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91;p15">
              <a:extLst>
                <a:ext uri="{FF2B5EF4-FFF2-40B4-BE49-F238E27FC236}">
                  <a16:creationId xmlns:a16="http://schemas.microsoft.com/office/drawing/2014/main" id="{0B2C38E3-7DF0-00B0-AE2E-748C9D2C5958}"/>
                </a:ext>
              </a:extLst>
            </p:cNvPr>
            <p:cNvSpPr/>
            <p:nvPr/>
          </p:nvSpPr>
          <p:spPr>
            <a:xfrm>
              <a:off x="6844632" y="2444681"/>
              <a:ext cx="110898" cy="13185"/>
            </a:xfrm>
            <a:custGeom>
              <a:avLst/>
              <a:gdLst/>
              <a:ahLst/>
              <a:cxnLst/>
              <a:rect l="l" t="t" r="r" b="b"/>
              <a:pathLst>
                <a:path w="3625" h="431" extrusionOk="0">
                  <a:moveTo>
                    <a:pt x="0" y="1"/>
                  </a:moveTo>
                  <a:lnTo>
                    <a:pt x="0" y="431"/>
                  </a:lnTo>
                  <a:lnTo>
                    <a:pt x="3625" y="431"/>
                  </a:lnTo>
                  <a:lnTo>
                    <a:pt x="3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92;p15">
              <a:extLst>
                <a:ext uri="{FF2B5EF4-FFF2-40B4-BE49-F238E27FC236}">
                  <a16:creationId xmlns:a16="http://schemas.microsoft.com/office/drawing/2014/main" id="{BC4A2A81-227C-8CDD-B384-37CAF66F5CF5}"/>
                </a:ext>
              </a:extLst>
            </p:cNvPr>
            <p:cNvSpPr/>
            <p:nvPr/>
          </p:nvSpPr>
          <p:spPr>
            <a:xfrm>
              <a:off x="6844632" y="2473010"/>
              <a:ext cx="110898" cy="13185"/>
            </a:xfrm>
            <a:custGeom>
              <a:avLst/>
              <a:gdLst/>
              <a:ahLst/>
              <a:cxnLst/>
              <a:rect l="l" t="t" r="r" b="b"/>
              <a:pathLst>
                <a:path w="3625" h="431" extrusionOk="0">
                  <a:moveTo>
                    <a:pt x="0" y="0"/>
                  </a:moveTo>
                  <a:lnTo>
                    <a:pt x="0" y="430"/>
                  </a:lnTo>
                  <a:lnTo>
                    <a:pt x="3625" y="430"/>
                  </a:lnTo>
                  <a:lnTo>
                    <a:pt x="36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93;p15">
              <a:extLst>
                <a:ext uri="{FF2B5EF4-FFF2-40B4-BE49-F238E27FC236}">
                  <a16:creationId xmlns:a16="http://schemas.microsoft.com/office/drawing/2014/main" id="{A2435DA7-415C-09DD-56B6-E90FC1C39A61}"/>
                </a:ext>
              </a:extLst>
            </p:cNvPr>
            <p:cNvSpPr/>
            <p:nvPr/>
          </p:nvSpPr>
          <p:spPr>
            <a:xfrm>
              <a:off x="6825084" y="2328216"/>
              <a:ext cx="149597" cy="80611"/>
            </a:xfrm>
            <a:custGeom>
              <a:avLst/>
              <a:gdLst/>
              <a:ahLst/>
              <a:cxnLst/>
              <a:rect l="l" t="t" r="r" b="b"/>
              <a:pathLst>
                <a:path w="4890" h="2635" extrusionOk="0">
                  <a:moveTo>
                    <a:pt x="2204" y="1"/>
                  </a:moveTo>
                  <a:lnTo>
                    <a:pt x="1956" y="27"/>
                  </a:lnTo>
                  <a:lnTo>
                    <a:pt x="1722" y="53"/>
                  </a:lnTo>
                  <a:lnTo>
                    <a:pt x="1500" y="105"/>
                  </a:lnTo>
                  <a:lnTo>
                    <a:pt x="1278" y="157"/>
                  </a:lnTo>
                  <a:lnTo>
                    <a:pt x="1083" y="222"/>
                  </a:lnTo>
                  <a:lnTo>
                    <a:pt x="900" y="301"/>
                  </a:lnTo>
                  <a:lnTo>
                    <a:pt x="718" y="379"/>
                  </a:lnTo>
                  <a:lnTo>
                    <a:pt x="561" y="483"/>
                  </a:lnTo>
                  <a:lnTo>
                    <a:pt x="418" y="574"/>
                  </a:lnTo>
                  <a:lnTo>
                    <a:pt x="301" y="692"/>
                  </a:lnTo>
                  <a:lnTo>
                    <a:pt x="196" y="796"/>
                  </a:lnTo>
                  <a:lnTo>
                    <a:pt x="118" y="926"/>
                  </a:lnTo>
                  <a:lnTo>
                    <a:pt x="53" y="1044"/>
                  </a:lnTo>
                  <a:lnTo>
                    <a:pt x="14" y="1174"/>
                  </a:lnTo>
                  <a:lnTo>
                    <a:pt x="1" y="1317"/>
                  </a:lnTo>
                  <a:lnTo>
                    <a:pt x="14" y="1448"/>
                  </a:lnTo>
                  <a:lnTo>
                    <a:pt x="53" y="1578"/>
                  </a:lnTo>
                  <a:lnTo>
                    <a:pt x="118" y="1709"/>
                  </a:lnTo>
                  <a:lnTo>
                    <a:pt x="196" y="1826"/>
                  </a:lnTo>
                  <a:lnTo>
                    <a:pt x="301" y="1943"/>
                  </a:lnTo>
                  <a:lnTo>
                    <a:pt x="418" y="2048"/>
                  </a:lnTo>
                  <a:lnTo>
                    <a:pt x="561" y="2152"/>
                  </a:lnTo>
                  <a:lnTo>
                    <a:pt x="718" y="2243"/>
                  </a:lnTo>
                  <a:lnTo>
                    <a:pt x="900" y="2321"/>
                  </a:lnTo>
                  <a:lnTo>
                    <a:pt x="1083" y="2400"/>
                  </a:lnTo>
                  <a:lnTo>
                    <a:pt x="1278" y="2465"/>
                  </a:lnTo>
                  <a:lnTo>
                    <a:pt x="1500" y="2530"/>
                  </a:lnTo>
                  <a:lnTo>
                    <a:pt x="1722" y="2569"/>
                  </a:lnTo>
                  <a:lnTo>
                    <a:pt x="1956" y="2595"/>
                  </a:lnTo>
                  <a:lnTo>
                    <a:pt x="2204" y="2621"/>
                  </a:lnTo>
                  <a:lnTo>
                    <a:pt x="2452" y="2634"/>
                  </a:lnTo>
                  <a:lnTo>
                    <a:pt x="2699" y="2621"/>
                  </a:lnTo>
                  <a:lnTo>
                    <a:pt x="2947" y="2595"/>
                  </a:lnTo>
                  <a:lnTo>
                    <a:pt x="3182" y="2569"/>
                  </a:lnTo>
                  <a:lnTo>
                    <a:pt x="3403" y="2530"/>
                  </a:lnTo>
                  <a:lnTo>
                    <a:pt x="3612" y="2465"/>
                  </a:lnTo>
                  <a:lnTo>
                    <a:pt x="3821" y="2400"/>
                  </a:lnTo>
                  <a:lnTo>
                    <a:pt x="4003" y="2321"/>
                  </a:lnTo>
                  <a:lnTo>
                    <a:pt x="4173" y="2243"/>
                  </a:lnTo>
                  <a:lnTo>
                    <a:pt x="4342" y="2152"/>
                  </a:lnTo>
                  <a:lnTo>
                    <a:pt x="4472" y="2048"/>
                  </a:lnTo>
                  <a:lnTo>
                    <a:pt x="4603" y="1943"/>
                  </a:lnTo>
                  <a:lnTo>
                    <a:pt x="4707" y="1826"/>
                  </a:lnTo>
                  <a:lnTo>
                    <a:pt x="4785" y="1709"/>
                  </a:lnTo>
                  <a:lnTo>
                    <a:pt x="4851" y="1578"/>
                  </a:lnTo>
                  <a:lnTo>
                    <a:pt x="4877" y="1448"/>
                  </a:lnTo>
                  <a:lnTo>
                    <a:pt x="4890" y="1317"/>
                  </a:lnTo>
                  <a:lnTo>
                    <a:pt x="4877" y="1174"/>
                  </a:lnTo>
                  <a:lnTo>
                    <a:pt x="4851" y="1044"/>
                  </a:lnTo>
                  <a:lnTo>
                    <a:pt x="4785" y="926"/>
                  </a:lnTo>
                  <a:lnTo>
                    <a:pt x="4707" y="796"/>
                  </a:lnTo>
                  <a:lnTo>
                    <a:pt x="4603" y="692"/>
                  </a:lnTo>
                  <a:lnTo>
                    <a:pt x="4472" y="574"/>
                  </a:lnTo>
                  <a:lnTo>
                    <a:pt x="4342" y="483"/>
                  </a:lnTo>
                  <a:lnTo>
                    <a:pt x="4173" y="379"/>
                  </a:lnTo>
                  <a:lnTo>
                    <a:pt x="4003" y="301"/>
                  </a:lnTo>
                  <a:lnTo>
                    <a:pt x="3821" y="222"/>
                  </a:lnTo>
                  <a:lnTo>
                    <a:pt x="3612" y="157"/>
                  </a:lnTo>
                  <a:lnTo>
                    <a:pt x="3403" y="105"/>
                  </a:lnTo>
                  <a:lnTo>
                    <a:pt x="3182" y="53"/>
                  </a:lnTo>
                  <a:lnTo>
                    <a:pt x="2947" y="27"/>
                  </a:lnTo>
                  <a:lnTo>
                    <a:pt x="26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94;p15">
              <a:extLst>
                <a:ext uri="{FF2B5EF4-FFF2-40B4-BE49-F238E27FC236}">
                  <a16:creationId xmlns:a16="http://schemas.microsoft.com/office/drawing/2014/main" id="{8F16539D-DA59-9CE8-B100-26FC81AB17C0}"/>
                </a:ext>
              </a:extLst>
            </p:cNvPr>
            <p:cNvSpPr/>
            <p:nvPr/>
          </p:nvSpPr>
          <p:spPr>
            <a:xfrm>
              <a:off x="6551097" y="1676952"/>
              <a:ext cx="86974" cy="1047395"/>
            </a:xfrm>
            <a:custGeom>
              <a:avLst/>
              <a:gdLst/>
              <a:ahLst/>
              <a:cxnLst/>
              <a:rect l="l" t="t" r="r" b="b"/>
              <a:pathLst>
                <a:path w="2843" h="34237" fill="none" extrusionOk="0">
                  <a:moveTo>
                    <a:pt x="2842" y="0"/>
                  </a:moveTo>
                  <a:lnTo>
                    <a:pt x="0" y="34237"/>
                  </a:lnTo>
                </a:path>
              </a:pathLst>
            </a:custGeom>
            <a:solidFill>
              <a:schemeClr val="accent2"/>
            </a:solidFill>
            <a:ln w="211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95;p15">
              <a:extLst>
                <a:ext uri="{FF2B5EF4-FFF2-40B4-BE49-F238E27FC236}">
                  <a16:creationId xmlns:a16="http://schemas.microsoft.com/office/drawing/2014/main" id="{0F4A20E1-C97F-8BC5-B955-B5DB9E7385CB}"/>
                </a:ext>
              </a:extLst>
            </p:cNvPr>
            <p:cNvSpPr/>
            <p:nvPr/>
          </p:nvSpPr>
          <p:spPr>
            <a:xfrm>
              <a:off x="6567831" y="1455932"/>
              <a:ext cx="151984" cy="232166"/>
            </a:xfrm>
            <a:custGeom>
              <a:avLst/>
              <a:gdLst/>
              <a:ahLst/>
              <a:cxnLst/>
              <a:rect l="l" t="t" r="r" b="b"/>
              <a:pathLst>
                <a:path w="4968" h="7589" extrusionOk="0">
                  <a:moveTo>
                    <a:pt x="3873" y="1"/>
                  </a:moveTo>
                  <a:lnTo>
                    <a:pt x="3521" y="223"/>
                  </a:lnTo>
                  <a:lnTo>
                    <a:pt x="3169" y="470"/>
                  </a:lnTo>
                  <a:lnTo>
                    <a:pt x="2830" y="731"/>
                  </a:lnTo>
                  <a:lnTo>
                    <a:pt x="2504" y="1005"/>
                  </a:lnTo>
                  <a:lnTo>
                    <a:pt x="2204" y="1292"/>
                  </a:lnTo>
                  <a:lnTo>
                    <a:pt x="1904" y="1591"/>
                  </a:lnTo>
                  <a:lnTo>
                    <a:pt x="1617" y="1904"/>
                  </a:lnTo>
                  <a:lnTo>
                    <a:pt x="1343" y="2243"/>
                  </a:lnTo>
                  <a:lnTo>
                    <a:pt x="1122" y="2517"/>
                  </a:lnTo>
                  <a:lnTo>
                    <a:pt x="913" y="2817"/>
                  </a:lnTo>
                  <a:lnTo>
                    <a:pt x="705" y="3130"/>
                  </a:lnTo>
                  <a:lnTo>
                    <a:pt x="509" y="3456"/>
                  </a:lnTo>
                  <a:lnTo>
                    <a:pt x="327" y="3795"/>
                  </a:lnTo>
                  <a:lnTo>
                    <a:pt x="248" y="3964"/>
                  </a:lnTo>
                  <a:lnTo>
                    <a:pt x="183" y="4134"/>
                  </a:lnTo>
                  <a:lnTo>
                    <a:pt x="131" y="4316"/>
                  </a:lnTo>
                  <a:lnTo>
                    <a:pt x="79" y="4486"/>
                  </a:lnTo>
                  <a:lnTo>
                    <a:pt x="40" y="4668"/>
                  </a:lnTo>
                  <a:lnTo>
                    <a:pt x="14" y="4851"/>
                  </a:lnTo>
                  <a:lnTo>
                    <a:pt x="1" y="5098"/>
                  </a:lnTo>
                  <a:lnTo>
                    <a:pt x="14" y="5346"/>
                  </a:lnTo>
                  <a:lnTo>
                    <a:pt x="53" y="5594"/>
                  </a:lnTo>
                  <a:lnTo>
                    <a:pt x="105" y="5829"/>
                  </a:lnTo>
                  <a:lnTo>
                    <a:pt x="183" y="6050"/>
                  </a:lnTo>
                  <a:lnTo>
                    <a:pt x="287" y="6272"/>
                  </a:lnTo>
                  <a:lnTo>
                    <a:pt x="418" y="6480"/>
                  </a:lnTo>
                  <a:lnTo>
                    <a:pt x="548" y="6676"/>
                  </a:lnTo>
                  <a:lnTo>
                    <a:pt x="718" y="6845"/>
                  </a:lnTo>
                  <a:lnTo>
                    <a:pt x="887" y="7015"/>
                  </a:lnTo>
                  <a:lnTo>
                    <a:pt x="1083" y="7158"/>
                  </a:lnTo>
                  <a:lnTo>
                    <a:pt x="1278" y="7276"/>
                  </a:lnTo>
                  <a:lnTo>
                    <a:pt x="1500" y="7393"/>
                  </a:lnTo>
                  <a:lnTo>
                    <a:pt x="1735" y="7471"/>
                  </a:lnTo>
                  <a:lnTo>
                    <a:pt x="1969" y="7536"/>
                  </a:lnTo>
                  <a:lnTo>
                    <a:pt x="2217" y="7576"/>
                  </a:lnTo>
                  <a:lnTo>
                    <a:pt x="2478" y="7589"/>
                  </a:lnTo>
                  <a:lnTo>
                    <a:pt x="2725" y="7576"/>
                  </a:lnTo>
                  <a:lnTo>
                    <a:pt x="2973" y="7550"/>
                  </a:lnTo>
                  <a:lnTo>
                    <a:pt x="3208" y="7484"/>
                  </a:lnTo>
                  <a:lnTo>
                    <a:pt x="3429" y="7406"/>
                  </a:lnTo>
                  <a:lnTo>
                    <a:pt x="3651" y="7302"/>
                  </a:lnTo>
                  <a:lnTo>
                    <a:pt x="3847" y="7184"/>
                  </a:lnTo>
                  <a:lnTo>
                    <a:pt x="4042" y="7041"/>
                  </a:lnTo>
                  <a:lnTo>
                    <a:pt x="4225" y="6885"/>
                  </a:lnTo>
                  <a:lnTo>
                    <a:pt x="4381" y="6702"/>
                  </a:lnTo>
                  <a:lnTo>
                    <a:pt x="4525" y="6520"/>
                  </a:lnTo>
                  <a:lnTo>
                    <a:pt x="4655" y="6311"/>
                  </a:lnTo>
                  <a:lnTo>
                    <a:pt x="4759" y="6089"/>
                  </a:lnTo>
                  <a:lnTo>
                    <a:pt x="4850" y="5868"/>
                  </a:lnTo>
                  <a:lnTo>
                    <a:pt x="4916" y="5620"/>
                  </a:lnTo>
                  <a:lnTo>
                    <a:pt x="4955" y="5372"/>
                  </a:lnTo>
                  <a:lnTo>
                    <a:pt x="4968" y="5229"/>
                  </a:lnTo>
                  <a:lnTo>
                    <a:pt x="4955" y="5072"/>
                  </a:lnTo>
                  <a:lnTo>
                    <a:pt x="4955" y="4929"/>
                  </a:lnTo>
                  <a:lnTo>
                    <a:pt x="4929" y="4773"/>
                  </a:lnTo>
                  <a:lnTo>
                    <a:pt x="4877" y="4473"/>
                  </a:lnTo>
                  <a:lnTo>
                    <a:pt x="4811" y="4186"/>
                  </a:lnTo>
                  <a:lnTo>
                    <a:pt x="4733" y="3834"/>
                  </a:lnTo>
                  <a:lnTo>
                    <a:pt x="4655" y="3495"/>
                  </a:lnTo>
                  <a:lnTo>
                    <a:pt x="4603" y="3143"/>
                  </a:lnTo>
                  <a:lnTo>
                    <a:pt x="4551" y="2791"/>
                  </a:lnTo>
                  <a:lnTo>
                    <a:pt x="4498" y="2387"/>
                  </a:lnTo>
                  <a:lnTo>
                    <a:pt x="4433" y="1983"/>
                  </a:lnTo>
                  <a:lnTo>
                    <a:pt x="4355" y="1578"/>
                  </a:lnTo>
                  <a:lnTo>
                    <a:pt x="4264" y="1174"/>
                  </a:lnTo>
                  <a:lnTo>
                    <a:pt x="4055" y="548"/>
                  </a:lnTo>
                  <a:lnTo>
                    <a:pt x="3925" y="170"/>
                  </a:lnTo>
                  <a:lnTo>
                    <a:pt x="3873" y="1"/>
                  </a:lnTo>
                  <a:close/>
                </a:path>
              </a:pathLst>
            </a:custGeom>
            <a:solidFill>
              <a:srgbClr val="F25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96;p15">
              <a:extLst>
                <a:ext uri="{FF2B5EF4-FFF2-40B4-BE49-F238E27FC236}">
                  <a16:creationId xmlns:a16="http://schemas.microsoft.com/office/drawing/2014/main" id="{82C48C8D-6536-FAC4-B137-9614C5A3A919}"/>
                </a:ext>
              </a:extLst>
            </p:cNvPr>
            <p:cNvSpPr/>
            <p:nvPr/>
          </p:nvSpPr>
          <p:spPr>
            <a:xfrm>
              <a:off x="6569025" y="1451159"/>
              <a:ext cx="151984" cy="237337"/>
            </a:xfrm>
            <a:custGeom>
              <a:avLst/>
              <a:gdLst/>
              <a:ahLst/>
              <a:cxnLst/>
              <a:rect l="l" t="t" r="r" b="b"/>
              <a:pathLst>
                <a:path w="4968" h="7758" extrusionOk="0">
                  <a:moveTo>
                    <a:pt x="1956" y="0"/>
                  </a:moveTo>
                  <a:lnTo>
                    <a:pt x="1878" y="170"/>
                  </a:lnTo>
                  <a:lnTo>
                    <a:pt x="1683" y="522"/>
                  </a:lnTo>
                  <a:lnTo>
                    <a:pt x="1383" y="1096"/>
                  </a:lnTo>
                  <a:lnTo>
                    <a:pt x="1213" y="1474"/>
                  </a:lnTo>
                  <a:lnTo>
                    <a:pt x="1070" y="1865"/>
                  </a:lnTo>
                  <a:lnTo>
                    <a:pt x="952" y="2243"/>
                  </a:lnTo>
                  <a:lnTo>
                    <a:pt x="822" y="2634"/>
                  </a:lnTo>
                  <a:lnTo>
                    <a:pt x="718" y="2986"/>
                  </a:lnTo>
                  <a:lnTo>
                    <a:pt x="600" y="3312"/>
                  </a:lnTo>
                  <a:lnTo>
                    <a:pt x="483" y="3651"/>
                  </a:lnTo>
                  <a:lnTo>
                    <a:pt x="340" y="3977"/>
                  </a:lnTo>
                  <a:lnTo>
                    <a:pt x="222" y="4251"/>
                  </a:lnTo>
                  <a:lnTo>
                    <a:pt x="118" y="4537"/>
                  </a:lnTo>
                  <a:lnTo>
                    <a:pt x="79" y="4681"/>
                  </a:lnTo>
                  <a:lnTo>
                    <a:pt x="40" y="4824"/>
                  </a:lnTo>
                  <a:lnTo>
                    <a:pt x="14" y="4981"/>
                  </a:lnTo>
                  <a:lnTo>
                    <a:pt x="1" y="5124"/>
                  </a:lnTo>
                  <a:lnTo>
                    <a:pt x="1" y="5372"/>
                  </a:lnTo>
                  <a:lnTo>
                    <a:pt x="27" y="5620"/>
                  </a:lnTo>
                  <a:lnTo>
                    <a:pt x="66" y="5867"/>
                  </a:lnTo>
                  <a:lnTo>
                    <a:pt x="144" y="6102"/>
                  </a:lnTo>
                  <a:lnTo>
                    <a:pt x="235" y="6324"/>
                  </a:lnTo>
                  <a:lnTo>
                    <a:pt x="340" y="6532"/>
                  </a:lnTo>
                  <a:lnTo>
                    <a:pt x="470" y="6728"/>
                  </a:lnTo>
                  <a:lnTo>
                    <a:pt x="626" y="6923"/>
                  </a:lnTo>
                  <a:lnTo>
                    <a:pt x="783" y="7093"/>
                  </a:lnTo>
                  <a:lnTo>
                    <a:pt x="965" y="7249"/>
                  </a:lnTo>
                  <a:lnTo>
                    <a:pt x="1161" y="7380"/>
                  </a:lnTo>
                  <a:lnTo>
                    <a:pt x="1383" y="7497"/>
                  </a:lnTo>
                  <a:lnTo>
                    <a:pt x="1604" y="7588"/>
                  </a:lnTo>
                  <a:lnTo>
                    <a:pt x="1839" y="7666"/>
                  </a:lnTo>
                  <a:lnTo>
                    <a:pt x="2074" y="7719"/>
                  </a:lnTo>
                  <a:lnTo>
                    <a:pt x="2334" y="7745"/>
                  </a:lnTo>
                  <a:lnTo>
                    <a:pt x="2582" y="7758"/>
                  </a:lnTo>
                  <a:lnTo>
                    <a:pt x="2830" y="7732"/>
                  </a:lnTo>
                  <a:lnTo>
                    <a:pt x="3078" y="7679"/>
                  </a:lnTo>
                  <a:lnTo>
                    <a:pt x="3312" y="7614"/>
                  </a:lnTo>
                  <a:lnTo>
                    <a:pt x="3534" y="7523"/>
                  </a:lnTo>
                  <a:lnTo>
                    <a:pt x="3742" y="7406"/>
                  </a:lnTo>
                  <a:lnTo>
                    <a:pt x="3938" y="7275"/>
                  </a:lnTo>
                  <a:lnTo>
                    <a:pt x="4120" y="7132"/>
                  </a:lnTo>
                  <a:lnTo>
                    <a:pt x="4303" y="6962"/>
                  </a:lnTo>
                  <a:lnTo>
                    <a:pt x="4446" y="6780"/>
                  </a:lnTo>
                  <a:lnTo>
                    <a:pt x="4590" y="6584"/>
                  </a:lnTo>
                  <a:lnTo>
                    <a:pt x="4707" y="6376"/>
                  </a:lnTo>
                  <a:lnTo>
                    <a:pt x="4798" y="6154"/>
                  </a:lnTo>
                  <a:lnTo>
                    <a:pt x="4877" y="5919"/>
                  </a:lnTo>
                  <a:lnTo>
                    <a:pt x="4929" y="5672"/>
                  </a:lnTo>
                  <a:lnTo>
                    <a:pt x="4955" y="5424"/>
                  </a:lnTo>
                  <a:lnTo>
                    <a:pt x="4968" y="5241"/>
                  </a:lnTo>
                  <a:lnTo>
                    <a:pt x="4955" y="5059"/>
                  </a:lnTo>
                  <a:lnTo>
                    <a:pt x="4942" y="4876"/>
                  </a:lnTo>
                  <a:lnTo>
                    <a:pt x="4903" y="4694"/>
                  </a:lnTo>
                  <a:lnTo>
                    <a:pt x="4864" y="4511"/>
                  </a:lnTo>
                  <a:lnTo>
                    <a:pt x="4825" y="4329"/>
                  </a:lnTo>
                  <a:lnTo>
                    <a:pt x="4707" y="3964"/>
                  </a:lnTo>
                  <a:lnTo>
                    <a:pt x="4564" y="3612"/>
                  </a:lnTo>
                  <a:lnTo>
                    <a:pt x="4407" y="3273"/>
                  </a:lnTo>
                  <a:lnTo>
                    <a:pt x="4251" y="2934"/>
                  </a:lnTo>
                  <a:lnTo>
                    <a:pt x="4081" y="2621"/>
                  </a:lnTo>
                  <a:lnTo>
                    <a:pt x="3873" y="2256"/>
                  </a:lnTo>
                  <a:lnTo>
                    <a:pt x="3638" y="1904"/>
                  </a:lnTo>
                  <a:lnTo>
                    <a:pt x="3390" y="1552"/>
                  </a:lnTo>
                  <a:lnTo>
                    <a:pt x="3130" y="1226"/>
                  </a:lnTo>
                  <a:lnTo>
                    <a:pt x="2856" y="900"/>
                  </a:lnTo>
                  <a:lnTo>
                    <a:pt x="2569" y="587"/>
                  </a:lnTo>
                  <a:lnTo>
                    <a:pt x="2269" y="287"/>
                  </a:lnTo>
                  <a:lnTo>
                    <a:pt x="1956" y="0"/>
                  </a:lnTo>
                  <a:close/>
                </a:path>
              </a:pathLst>
            </a:custGeom>
            <a:solidFill>
              <a:srgbClr val="F25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97;p15">
              <a:extLst>
                <a:ext uri="{FF2B5EF4-FFF2-40B4-BE49-F238E27FC236}">
                  <a16:creationId xmlns:a16="http://schemas.microsoft.com/office/drawing/2014/main" id="{59C3ED10-DA55-78C5-9A10-5477B7FD94B3}"/>
                </a:ext>
              </a:extLst>
            </p:cNvPr>
            <p:cNvSpPr/>
            <p:nvPr/>
          </p:nvSpPr>
          <p:spPr>
            <a:xfrm>
              <a:off x="6567831" y="1496620"/>
              <a:ext cx="214606" cy="191478"/>
            </a:xfrm>
            <a:custGeom>
              <a:avLst/>
              <a:gdLst/>
              <a:ahLst/>
              <a:cxnLst/>
              <a:rect l="l" t="t" r="r" b="b"/>
              <a:pathLst>
                <a:path w="7015" h="6259" extrusionOk="0">
                  <a:moveTo>
                    <a:pt x="5137" y="1"/>
                  </a:moveTo>
                  <a:lnTo>
                    <a:pt x="4824" y="27"/>
                  </a:lnTo>
                  <a:lnTo>
                    <a:pt x="4511" y="53"/>
                  </a:lnTo>
                  <a:lnTo>
                    <a:pt x="4186" y="118"/>
                  </a:lnTo>
                  <a:lnTo>
                    <a:pt x="3873" y="183"/>
                  </a:lnTo>
                  <a:lnTo>
                    <a:pt x="3547" y="274"/>
                  </a:lnTo>
                  <a:lnTo>
                    <a:pt x="3234" y="392"/>
                  </a:lnTo>
                  <a:lnTo>
                    <a:pt x="2921" y="509"/>
                  </a:lnTo>
                  <a:lnTo>
                    <a:pt x="2621" y="653"/>
                  </a:lnTo>
                  <a:lnTo>
                    <a:pt x="2334" y="809"/>
                  </a:lnTo>
                  <a:lnTo>
                    <a:pt x="2060" y="992"/>
                  </a:lnTo>
                  <a:lnTo>
                    <a:pt x="1604" y="1304"/>
                  </a:lnTo>
                  <a:lnTo>
                    <a:pt x="1369" y="1474"/>
                  </a:lnTo>
                  <a:lnTo>
                    <a:pt x="1135" y="1656"/>
                  </a:lnTo>
                  <a:lnTo>
                    <a:pt x="913" y="1852"/>
                  </a:lnTo>
                  <a:lnTo>
                    <a:pt x="705" y="2048"/>
                  </a:lnTo>
                  <a:lnTo>
                    <a:pt x="522" y="2256"/>
                  </a:lnTo>
                  <a:lnTo>
                    <a:pt x="444" y="2373"/>
                  </a:lnTo>
                  <a:lnTo>
                    <a:pt x="366" y="2491"/>
                  </a:lnTo>
                  <a:lnTo>
                    <a:pt x="248" y="2712"/>
                  </a:lnTo>
                  <a:lnTo>
                    <a:pt x="144" y="2947"/>
                  </a:lnTo>
                  <a:lnTo>
                    <a:pt x="79" y="3182"/>
                  </a:lnTo>
                  <a:lnTo>
                    <a:pt x="27" y="3416"/>
                  </a:lnTo>
                  <a:lnTo>
                    <a:pt x="1" y="3651"/>
                  </a:lnTo>
                  <a:lnTo>
                    <a:pt x="1" y="3899"/>
                  </a:lnTo>
                  <a:lnTo>
                    <a:pt x="27" y="4134"/>
                  </a:lnTo>
                  <a:lnTo>
                    <a:pt x="79" y="4368"/>
                  </a:lnTo>
                  <a:lnTo>
                    <a:pt x="144" y="4590"/>
                  </a:lnTo>
                  <a:lnTo>
                    <a:pt x="222" y="4811"/>
                  </a:lnTo>
                  <a:lnTo>
                    <a:pt x="340" y="5033"/>
                  </a:lnTo>
                  <a:lnTo>
                    <a:pt x="470" y="5229"/>
                  </a:lnTo>
                  <a:lnTo>
                    <a:pt x="626" y="5424"/>
                  </a:lnTo>
                  <a:lnTo>
                    <a:pt x="796" y="5594"/>
                  </a:lnTo>
                  <a:lnTo>
                    <a:pt x="978" y="5750"/>
                  </a:lnTo>
                  <a:lnTo>
                    <a:pt x="1187" y="5894"/>
                  </a:lnTo>
                  <a:lnTo>
                    <a:pt x="1422" y="6024"/>
                  </a:lnTo>
                  <a:lnTo>
                    <a:pt x="1643" y="6115"/>
                  </a:lnTo>
                  <a:lnTo>
                    <a:pt x="1878" y="6193"/>
                  </a:lnTo>
                  <a:lnTo>
                    <a:pt x="2126" y="6233"/>
                  </a:lnTo>
                  <a:lnTo>
                    <a:pt x="2360" y="6259"/>
                  </a:lnTo>
                  <a:lnTo>
                    <a:pt x="2595" y="6259"/>
                  </a:lnTo>
                  <a:lnTo>
                    <a:pt x="2843" y="6233"/>
                  </a:lnTo>
                  <a:lnTo>
                    <a:pt x="3064" y="6193"/>
                  </a:lnTo>
                  <a:lnTo>
                    <a:pt x="3299" y="6128"/>
                  </a:lnTo>
                  <a:lnTo>
                    <a:pt x="3521" y="6037"/>
                  </a:lnTo>
                  <a:lnTo>
                    <a:pt x="3729" y="5920"/>
                  </a:lnTo>
                  <a:lnTo>
                    <a:pt x="3938" y="5789"/>
                  </a:lnTo>
                  <a:lnTo>
                    <a:pt x="4120" y="5646"/>
                  </a:lnTo>
                  <a:lnTo>
                    <a:pt x="4303" y="5476"/>
                  </a:lnTo>
                  <a:lnTo>
                    <a:pt x="4459" y="5281"/>
                  </a:lnTo>
                  <a:lnTo>
                    <a:pt x="4603" y="5072"/>
                  </a:lnTo>
                  <a:lnTo>
                    <a:pt x="4681" y="4929"/>
                  </a:lnTo>
                  <a:lnTo>
                    <a:pt x="4759" y="4772"/>
                  </a:lnTo>
                  <a:lnTo>
                    <a:pt x="4824" y="4616"/>
                  </a:lnTo>
                  <a:lnTo>
                    <a:pt x="4890" y="4459"/>
                  </a:lnTo>
                  <a:lnTo>
                    <a:pt x="4994" y="4134"/>
                  </a:lnTo>
                  <a:lnTo>
                    <a:pt x="5085" y="3795"/>
                  </a:lnTo>
                  <a:lnTo>
                    <a:pt x="5229" y="3104"/>
                  </a:lnTo>
                  <a:lnTo>
                    <a:pt x="5307" y="2752"/>
                  </a:lnTo>
                  <a:lnTo>
                    <a:pt x="5385" y="2413"/>
                  </a:lnTo>
                  <a:lnTo>
                    <a:pt x="5476" y="2074"/>
                  </a:lnTo>
                  <a:lnTo>
                    <a:pt x="5594" y="1761"/>
                  </a:lnTo>
                  <a:lnTo>
                    <a:pt x="5659" y="1604"/>
                  </a:lnTo>
                  <a:lnTo>
                    <a:pt x="5724" y="1461"/>
                  </a:lnTo>
                  <a:lnTo>
                    <a:pt x="5815" y="1317"/>
                  </a:lnTo>
                  <a:lnTo>
                    <a:pt x="5893" y="1174"/>
                  </a:lnTo>
                  <a:lnTo>
                    <a:pt x="5998" y="1044"/>
                  </a:lnTo>
                  <a:lnTo>
                    <a:pt x="6102" y="926"/>
                  </a:lnTo>
                  <a:lnTo>
                    <a:pt x="6219" y="809"/>
                  </a:lnTo>
                  <a:lnTo>
                    <a:pt x="6363" y="705"/>
                  </a:lnTo>
                  <a:lnTo>
                    <a:pt x="6506" y="600"/>
                  </a:lnTo>
                  <a:lnTo>
                    <a:pt x="6663" y="509"/>
                  </a:lnTo>
                  <a:lnTo>
                    <a:pt x="6832" y="431"/>
                  </a:lnTo>
                  <a:lnTo>
                    <a:pt x="7015" y="353"/>
                  </a:lnTo>
                  <a:lnTo>
                    <a:pt x="6715" y="235"/>
                  </a:lnTo>
                  <a:lnTo>
                    <a:pt x="6415" y="144"/>
                  </a:lnTo>
                  <a:lnTo>
                    <a:pt x="6102" y="79"/>
                  </a:lnTo>
                  <a:lnTo>
                    <a:pt x="5776" y="27"/>
                  </a:lnTo>
                  <a:lnTo>
                    <a:pt x="5463"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98;p15">
              <a:extLst>
                <a:ext uri="{FF2B5EF4-FFF2-40B4-BE49-F238E27FC236}">
                  <a16:creationId xmlns:a16="http://schemas.microsoft.com/office/drawing/2014/main" id="{67E42077-DBDF-8D6F-F0F7-8B8A7E3D3F8B}"/>
                </a:ext>
              </a:extLst>
            </p:cNvPr>
            <p:cNvSpPr/>
            <p:nvPr/>
          </p:nvSpPr>
          <p:spPr>
            <a:xfrm>
              <a:off x="6527143" y="1477866"/>
              <a:ext cx="188695" cy="210232"/>
            </a:xfrm>
            <a:custGeom>
              <a:avLst/>
              <a:gdLst/>
              <a:ahLst/>
              <a:cxnLst/>
              <a:rect l="l" t="t" r="r" b="b"/>
              <a:pathLst>
                <a:path w="6168" h="6872" extrusionOk="0">
                  <a:moveTo>
                    <a:pt x="627" y="1"/>
                  </a:moveTo>
                  <a:lnTo>
                    <a:pt x="314" y="27"/>
                  </a:lnTo>
                  <a:lnTo>
                    <a:pt x="1" y="79"/>
                  </a:lnTo>
                  <a:lnTo>
                    <a:pt x="170" y="183"/>
                  </a:lnTo>
                  <a:lnTo>
                    <a:pt x="314" y="301"/>
                  </a:lnTo>
                  <a:lnTo>
                    <a:pt x="444" y="418"/>
                  </a:lnTo>
                  <a:lnTo>
                    <a:pt x="561" y="548"/>
                  </a:lnTo>
                  <a:lnTo>
                    <a:pt x="666" y="692"/>
                  </a:lnTo>
                  <a:lnTo>
                    <a:pt x="757" y="822"/>
                  </a:lnTo>
                  <a:lnTo>
                    <a:pt x="848" y="966"/>
                  </a:lnTo>
                  <a:lnTo>
                    <a:pt x="913" y="1122"/>
                  </a:lnTo>
                  <a:lnTo>
                    <a:pt x="966" y="1279"/>
                  </a:lnTo>
                  <a:lnTo>
                    <a:pt x="1018" y="1435"/>
                  </a:lnTo>
                  <a:lnTo>
                    <a:pt x="1057" y="1591"/>
                  </a:lnTo>
                  <a:lnTo>
                    <a:pt x="1083" y="1748"/>
                  </a:lnTo>
                  <a:lnTo>
                    <a:pt x="1135" y="2087"/>
                  </a:lnTo>
                  <a:lnTo>
                    <a:pt x="1148" y="2439"/>
                  </a:lnTo>
                  <a:lnTo>
                    <a:pt x="1148" y="2778"/>
                  </a:lnTo>
                  <a:lnTo>
                    <a:pt x="1148" y="3143"/>
                  </a:lnTo>
                  <a:lnTo>
                    <a:pt x="1148" y="3847"/>
                  </a:lnTo>
                  <a:lnTo>
                    <a:pt x="1161" y="4199"/>
                  </a:lnTo>
                  <a:lnTo>
                    <a:pt x="1187" y="4538"/>
                  </a:lnTo>
                  <a:lnTo>
                    <a:pt x="1213" y="4707"/>
                  </a:lnTo>
                  <a:lnTo>
                    <a:pt x="1252" y="4877"/>
                  </a:lnTo>
                  <a:lnTo>
                    <a:pt x="1291" y="5033"/>
                  </a:lnTo>
                  <a:lnTo>
                    <a:pt x="1344" y="5203"/>
                  </a:lnTo>
                  <a:lnTo>
                    <a:pt x="1435" y="5438"/>
                  </a:lnTo>
                  <a:lnTo>
                    <a:pt x="1552" y="5659"/>
                  </a:lnTo>
                  <a:lnTo>
                    <a:pt x="1683" y="5855"/>
                  </a:lnTo>
                  <a:lnTo>
                    <a:pt x="1839" y="6050"/>
                  </a:lnTo>
                  <a:lnTo>
                    <a:pt x="2009" y="6220"/>
                  </a:lnTo>
                  <a:lnTo>
                    <a:pt x="2191" y="6376"/>
                  </a:lnTo>
                  <a:lnTo>
                    <a:pt x="2387" y="6507"/>
                  </a:lnTo>
                  <a:lnTo>
                    <a:pt x="2595" y="6624"/>
                  </a:lnTo>
                  <a:lnTo>
                    <a:pt x="2817" y="6715"/>
                  </a:lnTo>
                  <a:lnTo>
                    <a:pt x="3038" y="6793"/>
                  </a:lnTo>
                  <a:lnTo>
                    <a:pt x="3273" y="6846"/>
                  </a:lnTo>
                  <a:lnTo>
                    <a:pt x="3521" y="6872"/>
                  </a:lnTo>
                  <a:lnTo>
                    <a:pt x="3756" y="6872"/>
                  </a:lnTo>
                  <a:lnTo>
                    <a:pt x="4003" y="6859"/>
                  </a:lnTo>
                  <a:lnTo>
                    <a:pt x="4251" y="6806"/>
                  </a:lnTo>
                  <a:lnTo>
                    <a:pt x="4499" y="6741"/>
                  </a:lnTo>
                  <a:lnTo>
                    <a:pt x="4733" y="6650"/>
                  </a:lnTo>
                  <a:lnTo>
                    <a:pt x="4955" y="6533"/>
                  </a:lnTo>
                  <a:lnTo>
                    <a:pt x="5151" y="6389"/>
                  </a:lnTo>
                  <a:lnTo>
                    <a:pt x="5346" y="6246"/>
                  </a:lnTo>
                  <a:lnTo>
                    <a:pt x="5516" y="6076"/>
                  </a:lnTo>
                  <a:lnTo>
                    <a:pt x="5672" y="5894"/>
                  </a:lnTo>
                  <a:lnTo>
                    <a:pt x="5802" y="5685"/>
                  </a:lnTo>
                  <a:lnTo>
                    <a:pt x="5920" y="5477"/>
                  </a:lnTo>
                  <a:lnTo>
                    <a:pt x="6011" y="5268"/>
                  </a:lnTo>
                  <a:lnTo>
                    <a:pt x="6089" y="5033"/>
                  </a:lnTo>
                  <a:lnTo>
                    <a:pt x="6141" y="4799"/>
                  </a:lnTo>
                  <a:lnTo>
                    <a:pt x="6167" y="4564"/>
                  </a:lnTo>
                  <a:lnTo>
                    <a:pt x="6167" y="4316"/>
                  </a:lnTo>
                  <a:lnTo>
                    <a:pt x="6154" y="4082"/>
                  </a:lnTo>
                  <a:lnTo>
                    <a:pt x="6102" y="3834"/>
                  </a:lnTo>
                  <a:lnTo>
                    <a:pt x="6037" y="3586"/>
                  </a:lnTo>
                  <a:lnTo>
                    <a:pt x="5985" y="3456"/>
                  </a:lnTo>
                  <a:lnTo>
                    <a:pt x="5933" y="3325"/>
                  </a:lnTo>
                  <a:lnTo>
                    <a:pt x="5789" y="3078"/>
                  </a:lnTo>
                  <a:lnTo>
                    <a:pt x="5633" y="2843"/>
                  </a:lnTo>
                  <a:lnTo>
                    <a:pt x="5463" y="2608"/>
                  </a:lnTo>
                  <a:lnTo>
                    <a:pt x="5268" y="2387"/>
                  </a:lnTo>
                  <a:lnTo>
                    <a:pt x="5085" y="2165"/>
                  </a:lnTo>
                  <a:lnTo>
                    <a:pt x="4707" y="1761"/>
                  </a:lnTo>
                  <a:lnTo>
                    <a:pt x="4473" y="1526"/>
                  </a:lnTo>
                  <a:lnTo>
                    <a:pt x="4225" y="1318"/>
                  </a:lnTo>
                  <a:lnTo>
                    <a:pt x="3964" y="1109"/>
                  </a:lnTo>
                  <a:lnTo>
                    <a:pt x="3690" y="927"/>
                  </a:lnTo>
                  <a:lnTo>
                    <a:pt x="3404" y="744"/>
                  </a:lnTo>
                  <a:lnTo>
                    <a:pt x="3104" y="588"/>
                  </a:lnTo>
                  <a:lnTo>
                    <a:pt x="2817" y="444"/>
                  </a:lnTo>
                  <a:lnTo>
                    <a:pt x="2517" y="327"/>
                  </a:lnTo>
                  <a:lnTo>
                    <a:pt x="2217" y="223"/>
                  </a:lnTo>
                  <a:lnTo>
                    <a:pt x="1904" y="131"/>
                  </a:lnTo>
                  <a:lnTo>
                    <a:pt x="1591" y="66"/>
                  </a:lnTo>
                  <a:lnTo>
                    <a:pt x="1278" y="27"/>
                  </a:lnTo>
                  <a:lnTo>
                    <a:pt x="9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99;p15">
              <a:extLst>
                <a:ext uri="{FF2B5EF4-FFF2-40B4-BE49-F238E27FC236}">
                  <a16:creationId xmlns:a16="http://schemas.microsoft.com/office/drawing/2014/main" id="{09785D4D-A12D-16DE-CD5D-44D56D8999EC}"/>
                </a:ext>
              </a:extLst>
            </p:cNvPr>
            <p:cNvSpPr/>
            <p:nvPr/>
          </p:nvSpPr>
          <p:spPr>
            <a:xfrm>
              <a:off x="6381982" y="1903041"/>
              <a:ext cx="213413" cy="339057"/>
            </a:xfrm>
            <a:custGeom>
              <a:avLst/>
              <a:gdLst/>
              <a:ahLst/>
              <a:cxnLst/>
              <a:rect l="l" t="t" r="r" b="b"/>
              <a:pathLst>
                <a:path w="6976" h="11083" extrusionOk="0">
                  <a:moveTo>
                    <a:pt x="4407" y="1"/>
                  </a:moveTo>
                  <a:lnTo>
                    <a:pt x="4302" y="14"/>
                  </a:lnTo>
                  <a:lnTo>
                    <a:pt x="4185" y="40"/>
                  </a:lnTo>
                  <a:lnTo>
                    <a:pt x="4068" y="92"/>
                  </a:lnTo>
                  <a:lnTo>
                    <a:pt x="3950" y="144"/>
                  </a:lnTo>
                  <a:lnTo>
                    <a:pt x="3833" y="222"/>
                  </a:lnTo>
                  <a:lnTo>
                    <a:pt x="2738" y="992"/>
                  </a:lnTo>
                  <a:lnTo>
                    <a:pt x="1982" y="1539"/>
                  </a:lnTo>
                  <a:lnTo>
                    <a:pt x="1617" y="1826"/>
                  </a:lnTo>
                  <a:lnTo>
                    <a:pt x="1252" y="2126"/>
                  </a:lnTo>
                  <a:lnTo>
                    <a:pt x="900" y="2426"/>
                  </a:lnTo>
                  <a:lnTo>
                    <a:pt x="574" y="2765"/>
                  </a:lnTo>
                  <a:lnTo>
                    <a:pt x="430" y="2934"/>
                  </a:lnTo>
                  <a:lnTo>
                    <a:pt x="274" y="3104"/>
                  </a:lnTo>
                  <a:lnTo>
                    <a:pt x="131" y="3286"/>
                  </a:lnTo>
                  <a:lnTo>
                    <a:pt x="0" y="3482"/>
                  </a:lnTo>
                  <a:lnTo>
                    <a:pt x="326" y="3417"/>
                  </a:lnTo>
                  <a:lnTo>
                    <a:pt x="639" y="3351"/>
                  </a:lnTo>
                  <a:lnTo>
                    <a:pt x="952" y="3273"/>
                  </a:lnTo>
                  <a:lnTo>
                    <a:pt x="1265" y="3182"/>
                  </a:lnTo>
                  <a:lnTo>
                    <a:pt x="1578" y="3078"/>
                  </a:lnTo>
                  <a:lnTo>
                    <a:pt x="1891" y="2960"/>
                  </a:lnTo>
                  <a:lnTo>
                    <a:pt x="2190" y="2843"/>
                  </a:lnTo>
                  <a:lnTo>
                    <a:pt x="2490" y="2713"/>
                  </a:lnTo>
                  <a:lnTo>
                    <a:pt x="2777" y="2569"/>
                  </a:lnTo>
                  <a:lnTo>
                    <a:pt x="3064" y="2426"/>
                  </a:lnTo>
                  <a:lnTo>
                    <a:pt x="3351" y="2269"/>
                  </a:lnTo>
                  <a:lnTo>
                    <a:pt x="3638" y="2100"/>
                  </a:lnTo>
                  <a:lnTo>
                    <a:pt x="3911" y="1917"/>
                  </a:lnTo>
                  <a:lnTo>
                    <a:pt x="4172" y="1735"/>
                  </a:lnTo>
                  <a:lnTo>
                    <a:pt x="4446" y="1539"/>
                  </a:lnTo>
                  <a:lnTo>
                    <a:pt x="4694" y="1344"/>
                  </a:lnTo>
                  <a:lnTo>
                    <a:pt x="4798" y="1826"/>
                  </a:lnTo>
                  <a:lnTo>
                    <a:pt x="4889" y="2308"/>
                  </a:lnTo>
                  <a:lnTo>
                    <a:pt x="4967" y="2791"/>
                  </a:lnTo>
                  <a:lnTo>
                    <a:pt x="5020" y="3273"/>
                  </a:lnTo>
                  <a:lnTo>
                    <a:pt x="5059" y="3769"/>
                  </a:lnTo>
                  <a:lnTo>
                    <a:pt x="5098" y="4251"/>
                  </a:lnTo>
                  <a:lnTo>
                    <a:pt x="5111" y="4746"/>
                  </a:lnTo>
                  <a:lnTo>
                    <a:pt x="5124" y="5229"/>
                  </a:lnTo>
                  <a:lnTo>
                    <a:pt x="5137" y="5737"/>
                  </a:lnTo>
                  <a:lnTo>
                    <a:pt x="5176" y="6246"/>
                  </a:lnTo>
                  <a:lnTo>
                    <a:pt x="5241" y="6741"/>
                  </a:lnTo>
                  <a:lnTo>
                    <a:pt x="5332" y="7250"/>
                  </a:lnTo>
                  <a:lnTo>
                    <a:pt x="5437" y="7745"/>
                  </a:lnTo>
                  <a:lnTo>
                    <a:pt x="5554" y="8240"/>
                  </a:lnTo>
                  <a:lnTo>
                    <a:pt x="5697" y="8736"/>
                  </a:lnTo>
                  <a:lnTo>
                    <a:pt x="5854" y="9218"/>
                  </a:lnTo>
                  <a:lnTo>
                    <a:pt x="6050" y="9701"/>
                  </a:lnTo>
                  <a:lnTo>
                    <a:pt x="6141" y="9948"/>
                  </a:lnTo>
                  <a:lnTo>
                    <a:pt x="6258" y="10183"/>
                  </a:lnTo>
                  <a:lnTo>
                    <a:pt x="6375" y="10418"/>
                  </a:lnTo>
                  <a:lnTo>
                    <a:pt x="6506" y="10639"/>
                  </a:lnTo>
                  <a:lnTo>
                    <a:pt x="6636" y="10874"/>
                  </a:lnTo>
                  <a:lnTo>
                    <a:pt x="6793" y="11083"/>
                  </a:lnTo>
                  <a:lnTo>
                    <a:pt x="6936" y="11043"/>
                  </a:lnTo>
                  <a:lnTo>
                    <a:pt x="6962" y="10014"/>
                  </a:lnTo>
                  <a:lnTo>
                    <a:pt x="6975" y="9023"/>
                  </a:lnTo>
                  <a:lnTo>
                    <a:pt x="6949" y="8032"/>
                  </a:lnTo>
                  <a:lnTo>
                    <a:pt x="6910" y="7054"/>
                  </a:lnTo>
                  <a:lnTo>
                    <a:pt x="6884" y="6298"/>
                  </a:lnTo>
                  <a:lnTo>
                    <a:pt x="6858" y="5529"/>
                  </a:lnTo>
                  <a:lnTo>
                    <a:pt x="6832" y="4746"/>
                  </a:lnTo>
                  <a:lnTo>
                    <a:pt x="6780" y="3964"/>
                  </a:lnTo>
                  <a:lnTo>
                    <a:pt x="6754" y="3573"/>
                  </a:lnTo>
                  <a:lnTo>
                    <a:pt x="6714" y="3195"/>
                  </a:lnTo>
                  <a:lnTo>
                    <a:pt x="6662" y="2804"/>
                  </a:lnTo>
                  <a:lnTo>
                    <a:pt x="6610" y="2426"/>
                  </a:lnTo>
                  <a:lnTo>
                    <a:pt x="6545" y="2048"/>
                  </a:lnTo>
                  <a:lnTo>
                    <a:pt x="6454" y="1683"/>
                  </a:lnTo>
                  <a:lnTo>
                    <a:pt x="6362" y="1318"/>
                  </a:lnTo>
                  <a:lnTo>
                    <a:pt x="6258" y="966"/>
                  </a:lnTo>
                  <a:lnTo>
                    <a:pt x="6219" y="861"/>
                  </a:lnTo>
                  <a:lnTo>
                    <a:pt x="6180" y="770"/>
                  </a:lnTo>
                  <a:lnTo>
                    <a:pt x="6128" y="679"/>
                  </a:lnTo>
                  <a:lnTo>
                    <a:pt x="6063" y="601"/>
                  </a:lnTo>
                  <a:lnTo>
                    <a:pt x="5984" y="522"/>
                  </a:lnTo>
                  <a:lnTo>
                    <a:pt x="5880" y="470"/>
                  </a:lnTo>
                  <a:lnTo>
                    <a:pt x="5789" y="431"/>
                  </a:lnTo>
                  <a:lnTo>
                    <a:pt x="5684" y="392"/>
                  </a:lnTo>
                  <a:lnTo>
                    <a:pt x="5437" y="288"/>
                  </a:lnTo>
                  <a:lnTo>
                    <a:pt x="5202" y="196"/>
                  </a:lnTo>
                  <a:lnTo>
                    <a:pt x="4967" y="105"/>
                  </a:lnTo>
                  <a:lnTo>
                    <a:pt x="4746" y="40"/>
                  </a:lnTo>
                  <a:lnTo>
                    <a:pt x="4628" y="14"/>
                  </a:lnTo>
                  <a:lnTo>
                    <a:pt x="45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00;p15">
              <a:extLst>
                <a:ext uri="{FF2B5EF4-FFF2-40B4-BE49-F238E27FC236}">
                  <a16:creationId xmlns:a16="http://schemas.microsoft.com/office/drawing/2014/main" id="{B5815EBD-ED54-33D8-D6EB-9A74B4E19C83}"/>
                </a:ext>
              </a:extLst>
            </p:cNvPr>
            <p:cNvSpPr/>
            <p:nvPr/>
          </p:nvSpPr>
          <p:spPr>
            <a:xfrm>
              <a:off x="6529530" y="2039055"/>
              <a:ext cx="128060" cy="694817"/>
            </a:xfrm>
            <a:custGeom>
              <a:avLst/>
              <a:gdLst/>
              <a:ahLst/>
              <a:cxnLst/>
              <a:rect l="l" t="t" r="r" b="b"/>
              <a:pathLst>
                <a:path w="4186" h="22712" extrusionOk="0">
                  <a:moveTo>
                    <a:pt x="1" y="1"/>
                  </a:moveTo>
                  <a:lnTo>
                    <a:pt x="1" y="22712"/>
                  </a:lnTo>
                  <a:lnTo>
                    <a:pt x="4186" y="22712"/>
                  </a:lnTo>
                  <a:lnTo>
                    <a:pt x="4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01;p15">
              <a:extLst>
                <a:ext uri="{FF2B5EF4-FFF2-40B4-BE49-F238E27FC236}">
                  <a16:creationId xmlns:a16="http://schemas.microsoft.com/office/drawing/2014/main" id="{64485440-0515-8FE2-F2A0-734E3B539574}"/>
                </a:ext>
              </a:extLst>
            </p:cNvPr>
            <p:cNvSpPr/>
            <p:nvPr/>
          </p:nvSpPr>
          <p:spPr>
            <a:xfrm>
              <a:off x="6611303" y="1784189"/>
              <a:ext cx="92573" cy="228189"/>
            </a:xfrm>
            <a:custGeom>
              <a:avLst/>
              <a:gdLst/>
              <a:ahLst/>
              <a:cxnLst/>
              <a:rect l="l" t="t" r="r" b="b"/>
              <a:pathLst>
                <a:path w="3026" h="7459" extrusionOk="0">
                  <a:moveTo>
                    <a:pt x="2908" y="1"/>
                  </a:moveTo>
                  <a:lnTo>
                    <a:pt x="2660" y="444"/>
                  </a:lnTo>
                  <a:lnTo>
                    <a:pt x="2439" y="900"/>
                  </a:lnTo>
                  <a:lnTo>
                    <a:pt x="2008" y="1800"/>
                  </a:lnTo>
                  <a:lnTo>
                    <a:pt x="1578" y="2699"/>
                  </a:lnTo>
                  <a:lnTo>
                    <a:pt x="1161" y="3599"/>
                  </a:lnTo>
                  <a:lnTo>
                    <a:pt x="1057" y="3821"/>
                  </a:lnTo>
                  <a:lnTo>
                    <a:pt x="939" y="4042"/>
                  </a:lnTo>
                  <a:lnTo>
                    <a:pt x="705" y="4486"/>
                  </a:lnTo>
                  <a:lnTo>
                    <a:pt x="587" y="4694"/>
                  </a:lnTo>
                  <a:lnTo>
                    <a:pt x="496" y="4916"/>
                  </a:lnTo>
                  <a:lnTo>
                    <a:pt x="405" y="5150"/>
                  </a:lnTo>
                  <a:lnTo>
                    <a:pt x="327" y="5385"/>
                  </a:lnTo>
                  <a:lnTo>
                    <a:pt x="209" y="5854"/>
                  </a:lnTo>
                  <a:lnTo>
                    <a:pt x="118" y="6337"/>
                  </a:lnTo>
                  <a:lnTo>
                    <a:pt x="79" y="6585"/>
                  </a:lnTo>
                  <a:lnTo>
                    <a:pt x="40" y="6845"/>
                  </a:lnTo>
                  <a:lnTo>
                    <a:pt x="14" y="7106"/>
                  </a:lnTo>
                  <a:lnTo>
                    <a:pt x="1" y="7380"/>
                  </a:lnTo>
                  <a:lnTo>
                    <a:pt x="105" y="7458"/>
                  </a:lnTo>
                  <a:lnTo>
                    <a:pt x="235" y="7380"/>
                  </a:lnTo>
                  <a:lnTo>
                    <a:pt x="353" y="7302"/>
                  </a:lnTo>
                  <a:lnTo>
                    <a:pt x="574" y="7132"/>
                  </a:lnTo>
                  <a:lnTo>
                    <a:pt x="770" y="6950"/>
                  </a:lnTo>
                  <a:lnTo>
                    <a:pt x="952" y="6754"/>
                  </a:lnTo>
                  <a:lnTo>
                    <a:pt x="1122" y="6545"/>
                  </a:lnTo>
                  <a:lnTo>
                    <a:pt x="1278" y="6337"/>
                  </a:lnTo>
                  <a:lnTo>
                    <a:pt x="1422" y="6115"/>
                  </a:lnTo>
                  <a:lnTo>
                    <a:pt x="1552" y="5894"/>
                  </a:lnTo>
                  <a:lnTo>
                    <a:pt x="1669" y="5672"/>
                  </a:lnTo>
                  <a:lnTo>
                    <a:pt x="1774" y="5437"/>
                  </a:lnTo>
                  <a:lnTo>
                    <a:pt x="1865" y="5203"/>
                  </a:lnTo>
                  <a:lnTo>
                    <a:pt x="1930" y="4955"/>
                  </a:lnTo>
                  <a:lnTo>
                    <a:pt x="2048" y="4459"/>
                  </a:lnTo>
                  <a:lnTo>
                    <a:pt x="2165" y="3964"/>
                  </a:lnTo>
                  <a:lnTo>
                    <a:pt x="2413" y="2999"/>
                  </a:lnTo>
                  <a:lnTo>
                    <a:pt x="2634" y="2008"/>
                  </a:lnTo>
                  <a:lnTo>
                    <a:pt x="2830" y="1031"/>
                  </a:lnTo>
                  <a:lnTo>
                    <a:pt x="3025" y="53"/>
                  </a:lnTo>
                  <a:lnTo>
                    <a:pt x="29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02;p15">
              <a:extLst>
                <a:ext uri="{FF2B5EF4-FFF2-40B4-BE49-F238E27FC236}">
                  <a16:creationId xmlns:a16="http://schemas.microsoft.com/office/drawing/2014/main" id="{EF56A787-D2C6-0586-3057-01F05E0836D8}"/>
                </a:ext>
              </a:extLst>
            </p:cNvPr>
            <p:cNvSpPr/>
            <p:nvPr/>
          </p:nvSpPr>
          <p:spPr>
            <a:xfrm>
              <a:off x="5933282" y="2696366"/>
              <a:ext cx="360563" cy="37506"/>
            </a:xfrm>
            <a:custGeom>
              <a:avLst/>
              <a:gdLst/>
              <a:ahLst/>
              <a:cxnLst/>
              <a:rect l="l" t="t" r="r" b="b"/>
              <a:pathLst>
                <a:path w="11786" h="1226" extrusionOk="0">
                  <a:moveTo>
                    <a:pt x="0" y="0"/>
                  </a:moveTo>
                  <a:lnTo>
                    <a:pt x="2855" y="913"/>
                  </a:lnTo>
                  <a:lnTo>
                    <a:pt x="2855" y="1226"/>
                  </a:lnTo>
                  <a:lnTo>
                    <a:pt x="8931" y="1226"/>
                  </a:lnTo>
                  <a:lnTo>
                    <a:pt x="8931" y="913"/>
                  </a:lnTo>
                  <a:lnTo>
                    <a:pt x="11786" y="0"/>
                  </a:lnTo>
                  <a:close/>
                </a:path>
              </a:pathLst>
            </a:custGeom>
            <a:solidFill>
              <a:srgbClr val="ED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03;p15">
              <a:extLst>
                <a:ext uri="{FF2B5EF4-FFF2-40B4-BE49-F238E27FC236}">
                  <a16:creationId xmlns:a16="http://schemas.microsoft.com/office/drawing/2014/main" id="{3500A289-795D-E052-3655-E3013C97668E}"/>
                </a:ext>
              </a:extLst>
            </p:cNvPr>
            <p:cNvSpPr/>
            <p:nvPr/>
          </p:nvSpPr>
          <p:spPr>
            <a:xfrm>
              <a:off x="5936463" y="2562738"/>
              <a:ext cx="298369" cy="133659"/>
            </a:xfrm>
            <a:custGeom>
              <a:avLst/>
              <a:gdLst/>
              <a:ahLst/>
              <a:cxnLst/>
              <a:rect l="l" t="t" r="r" b="b"/>
              <a:pathLst>
                <a:path w="9753" h="4369" extrusionOk="0">
                  <a:moveTo>
                    <a:pt x="1669" y="1187"/>
                  </a:moveTo>
                  <a:lnTo>
                    <a:pt x="1747" y="1200"/>
                  </a:lnTo>
                  <a:lnTo>
                    <a:pt x="1826" y="1213"/>
                  </a:lnTo>
                  <a:lnTo>
                    <a:pt x="1982" y="1252"/>
                  </a:lnTo>
                  <a:lnTo>
                    <a:pt x="2047" y="1487"/>
                  </a:lnTo>
                  <a:lnTo>
                    <a:pt x="2113" y="1709"/>
                  </a:lnTo>
                  <a:lnTo>
                    <a:pt x="2204" y="1930"/>
                  </a:lnTo>
                  <a:lnTo>
                    <a:pt x="2295" y="2139"/>
                  </a:lnTo>
                  <a:lnTo>
                    <a:pt x="2386" y="2334"/>
                  </a:lnTo>
                  <a:lnTo>
                    <a:pt x="2491" y="2530"/>
                  </a:lnTo>
                  <a:lnTo>
                    <a:pt x="2595" y="2699"/>
                  </a:lnTo>
                  <a:lnTo>
                    <a:pt x="2712" y="2869"/>
                  </a:lnTo>
                  <a:lnTo>
                    <a:pt x="2712" y="2869"/>
                  </a:lnTo>
                  <a:lnTo>
                    <a:pt x="2269" y="2856"/>
                  </a:lnTo>
                  <a:lnTo>
                    <a:pt x="1669" y="2856"/>
                  </a:lnTo>
                  <a:lnTo>
                    <a:pt x="1578" y="2843"/>
                  </a:lnTo>
                  <a:lnTo>
                    <a:pt x="1500" y="2830"/>
                  </a:lnTo>
                  <a:lnTo>
                    <a:pt x="1422" y="2817"/>
                  </a:lnTo>
                  <a:lnTo>
                    <a:pt x="1343" y="2791"/>
                  </a:lnTo>
                  <a:lnTo>
                    <a:pt x="1278" y="2752"/>
                  </a:lnTo>
                  <a:lnTo>
                    <a:pt x="1200" y="2712"/>
                  </a:lnTo>
                  <a:lnTo>
                    <a:pt x="1083" y="2608"/>
                  </a:lnTo>
                  <a:lnTo>
                    <a:pt x="978" y="2491"/>
                  </a:lnTo>
                  <a:lnTo>
                    <a:pt x="939" y="2413"/>
                  </a:lnTo>
                  <a:lnTo>
                    <a:pt x="900" y="2347"/>
                  </a:lnTo>
                  <a:lnTo>
                    <a:pt x="874" y="2269"/>
                  </a:lnTo>
                  <a:lnTo>
                    <a:pt x="861" y="2191"/>
                  </a:lnTo>
                  <a:lnTo>
                    <a:pt x="848" y="2113"/>
                  </a:lnTo>
                  <a:lnTo>
                    <a:pt x="835" y="2021"/>
                  </a:lnTo>
                  <a:lnTo>
                    <a:pt x="848" y="1943"/>
                  </a:lnTo>
                  <a:lnTo>
                    <a:pt x="861" y="1852"/>
                  </a:lnTo>
                  <a:lnTo>
                    <a:pt x="874" y="1774"/>
                  </a:lnTo>
                  <a:lnTo>
                    <a:pt x="900" y="1695"/>
                  </a:lnTo>
                  <a:lnTo>
                    <a:pt x="939" y="1630"/>
                  </a:lnTo>
                  <a:lnTo>
                    <a:pt x="978" y="1565"/>
                  </a:lnTo>
                  <a:lnTo>
                    <a:pt x="1083" y="1435"/>
                  </a:lnTo>
                  <a:lnTo>
                    <a:pt x="1200" y="1330"/>
                  </a:lnTo>
                  <a:lnTo>
                    <a:pt x="1278" y="1291"/>
                  </a:lnTo>
                  <a:lnTo>
                    <a:pt x="1343" y="1265"/>
                  </a:lnTo>
                  <a:lnTo>
                    <a:pt x="1422" y="1226"/>
                  </a:lnTo>
                  <a:lnTo>
                    <a:pt x="1500" y="1213"/>
                  </a:lnTo>
                  <a:lnTo>
                    <a:pt x="1578" y="1200"/>
                  </a:lnTo>
                  <a:lnTo>
                    <a:pt x="1669" y="1187"/>
                  </a:lnTo>
                  <a:close/>
                  <a:moveTo>
                    <a:pt x="1826" y="1"/>
                  </a:moveTo>
                  <a:lnTo>
                    <a:pt x="1839" y="366"/>
                  </a:lnTo>
                  <a:lnTo>
                    <a:pt x="1669" y="353"/>
                  </a:lnTo>
                  <a:lnTo>
                    <a:pt x="1500" y="366"/>
                  </a:lnTo>
                  <a:lnTo>
                    <a:pt x="1330" y="379"/>
                  </a:lnTo>
                  <a:lnTo>
                    <a:pt x="1174" y="431"/>
                  </a:lnTo>
                  <a:lnTo>
                    <a:pt x="1017" y="483"/>
                  </a:lnTo>
                  <a:lnTo>
                    <a:pt x="874" y="548"/>
                  </a:lnTo>
                  <a:lnTo>
                    <a:pt x="731" y="639"/>
                  </a:lnTo>
                  <a:lnTo>
                    <a:pt x="600" y="731"/>
                  </a:lnTo>
                  <a:lnTo>
                    <a:pt x="483" y="835"/>
                  </a:lnTo>
                  <a:lnTo>
                    <a:pt x="379" y="965"/>
                  </a:lnTo>
                  <a:lnTo>
                    <a:pt x="287" y="1083"/>
                  </a:lnTo>
                  <a:lnTo>
                    <a:pt x="196" y="1226"/>
                  </a:lnTo>
                  <a:lnTo>
                    <a:pt x="131" y="1370"/>
                  </a:lnTo>
                  <a:lnTo>
                    <a:pt x="66" y="1526"/>
                  </a:lnTo>
                  <a:lnTo>
                    <a:pt x="27" y="1682"/>
                  </a:lnTo>
                  <a:lnTo>
                    <a:pt x="0" y="1852"/>
                  </a:lnTo>
                  <a:lnTo>
                    <a:pt x="0" y="2021"/>
                  </a:lnTo>
                  <a:lnTo>
                    <a:pt x="0" y="2191"/>
                  </a:lnTo>
                  <a:lnTo>
                    <a:pt x="27" y="2360"/>
                  </a:lnTo>
                  <a:lnTo>
                    <a:pt x="66" y="2517"/>
                  </a:lnTo>
                  <a:lnTo>
                    <a:pt x="131" y="2673"/>
                  </a:lnTo>
                  <a:lnTo>
                    <a:pt x="196" y="2817"/>
                  </a:lnTo>
                  <a:lnTo>
                    <a:pt x="287" y="2960"/>
                  </a:lnTo>
                  <a:lnTo>
                    <a:pt x="379" y="3090"/>
                  </a:lnTo>
                  <a:lnTo>
                    <a:pt x="483" y="3208"/>
                  </a:lnTo>
                  <a:lnTo>
                    <a:pt x="600" y="3312"/>
                  </a:lnTo>
                  <a:lnTo>
                    <a:pt x="731" y="3403"/>
                  </a:lnTo>
                  <a:lnTo>
                    <a:pt x="874" y="3495"/>
                  </a:lnTo>
                  <a:lnTo>
                    <a:pt x="1017" y="3560"/>
                  </a:lnTo>
                  <a:lnTo>
                    <a:pt x="1174" y="3625"/>
                  </a:lnTo>
                  <a:lnTo>
                    <a:pt x="1330" y="3664"/>
                  </a:lnTo>
                  <a:lnTo>
                    <a:pt x="1500" y="3690"/>
                  </a:lnTo>
                  <a:lnTo>
                    <a:pt x="2256" y="3690"/>
                  </a:lnTo>
                  <a:lnTo>
                    <a:pt x="2673" y="3716"/>
                  </a:lnTo>
                  <a:lnTo>
                    <a:pt x="2869" y="3729"/>
                  </a:lnTo>
                  <a:lnTo>
                    <a:pt x="3064" y="3768"/>
                  </a:lnTo>
                  <a:lnTo>
                    <a:pt x="3260" y="3808"/>
                  </a:lnTo>
                  <a:lnTo>
                    <a:pt x="3468" y="3873"/>
                  </a:lnTo>
                  <a:lnTo>
                    <a:pt x="3494" y="3795"/>
                  </a:lnTo>
                  <a:lnTo>
                    <a:pt x="3768" y="4055"/>
                  </a:lnTo>
                  <a:lnTo>
                    <a:pt x="4003" y="4225"/>
                  </a:lnTo>
                  <a:lnTo>
                    <a:pt x="4159" y="4342"/>
                  </a:lnTo>
                  <a:lnTo>
                    <a:pt x="4212" y="4368"/>
                  </a:lnTo>
                  <a:lnTo>
                    <a:pt x="7380" y="4368"/>
                  </a:lnTo>
                  <a:lnTo>
                    <a:pt x="7471" y="4303"/>
                  </a:lnTo>
                  <a:lnTo>
                    <a:pt x="7745" y="4094"/>
                  </a:lnTo>
                  <a:lnTo>
                    <a:pt x="7927" y="3938"/>
                  </a:lnTo>
                  <a:lnTo>
                    <a:pt x="8123" y="3755"/>
                  </a:lnTo>
                  <a:lnTo>
                    <a:pt x="8344" y="3534"/>
                  </a:lnTo>
                  <a:lnTo>
                    <a:pt x="8566" y="3273"/>
                  </a:lnTo>
                  <a:lnTo>
                    <a:pt x="8788" y="2986"/>
                  </a:lnTo>
                  <a:lnTo>
                    <a:pt x="9009" y="2660"/>
                  </a:lnTo>
                  <a:lnTo>
                    <a:pt x="9114" y="2478"/>
                  </a:lnTo>
                  <a:lnTo>
                    <a:pt x="9205" y="2295"/>
                  </a:lnTo>
                  <a:lnTo>
                    <a:pt x="9296" y="2100"/>
                  </a:lnTo>
                  <a:lnTo>
                    <a:pt x="9387" y="1904"/>
                  </a:lnTo>
                  <a:lnTo>
                    <a:pt x="9466" y="1695"/>
                  </a:lnTo>
                  <a:lnTo>
                    <a:pt x="9544" y="1474"/>
                  </a:lnTo>
                  <a:lnTo>
                    <a:pt x="9596" y="1252"/>
                  </a:lnTo>
                  <a:lnTo>
                    <a:pt x="9661" y="1018"/>
                  </a:lnTo>
                  <a:lnTo>
                    <a:pt x="9700" y="783"/>
                  </a:lnTo>
                  <a:lnTo>
                    <a:pt x="9726" y="535"/>
                  </a:lnTo>
                  <a:lnTo>
                    <a:pt x="9752" y="274"/>
                  </a:lnTo>
                  <a:lnTo>
                    <a:pt x="9752"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04;p15">
              <a:extLst>
                <a:ext uri="{FF2B5EF4-FFF2-40B4-BE49-F238E27FC236}">
                  <a16:creationId xmlns:a16="http://schemas.microsoft.com/office/drawing/2014/main" id="{BE6FE4B3-D050-99F7-D312-E388B4CDD9C0}"/>
                </a:ext>
              </a:extLst>
            </p:cNvPr>
            <p:cNvSpPr/>
            <p:nvPr/>
          </p:nvSpPr>
          <p:spPr>
            <a:xfrm>
              <a:off x="6039377" y="2266786"/>
              <a:ext cx="78194" cy="268480"/>
            </a:xfrm>
            <a:custGeom>
              <a:avLst/>
              <a:gdLst/>
              <a:ahLst/>
              <a:cxnLst/>
              <a:rect l="l" t="t" r="r" b="b"/>
              <a:pathLst>
                <a:path w="2556" h="8776" extrusionOk="0">
                  <a:moveTo>
                    <a:pt x="1512" y="1"/>
                  </a:moveTo>
                  <a:lnTo>
                    <a:pt x="1669" y="288"/>
                  </a:lnTo>
                  <a:lnTo>
                    <a:pt x="1799" y="575"/>
                  </a:lnTo>
                  <a:lnTo>
                    <a:pt x="1864" y="718"/>
                  </a:lnTo>
                  <a:lnTo>
                    <a:pt x="1917" y="861"/>
                  </a:lnTo>
                  <a:lnTo>
                    <a:pt x="1956" y="1018"/>
                  </a:lnTo>
                  <a:lnTo>
                    <a:pt x="1982" y="1161"/>
                  </a:lnTo>
                  <a:lnTo>
                    <a:pt x="2008" y="1305"/>
                  </a:lnTo>
                  <a:lnTo>
                    <a:pt x="2021" y="1448"/>
                  </a:lnTo>
                  <a:lnTo>
                    <a:pt x="2021" y="1578"/>
                  </a:lnTo>
                  <a:lnTo>
                    <a:pt x="2008" y="1722"/>
                  </a:lnTo>
                  <a:lnTo>
                    <a:pt x="1995" y="1787"/>
                  </a:lnTo>
                  <a:lnTo>
                    <a:pt x="1982" y="1852"/>
                  </a:lnTo>
                  <a:lnTo>
                    <a:pt x="1956" y="1917"/>
                  </a:lnTo>
                  <a:lnTo>
                    <a:pt x="1943" y="1983"/>
                  </a:lnTo>
                  <a:lnTo>
                    <a:pt x="1917" y="2048"/>
                  </a:lnTo>
                  <a:lnTo>
                    <a:pt x="1891" y="2100"/>
                  </a:lnTo>
                  <a:lnTo>
                    <a:pt x="1838" y="2217"/>
                  </a:lnTo>
                  <a:lnTo>
                    <a:pt x="1773" y="2335"/>
                  </a:lnTo>
                  <a:lnTo>
                    <a:pt x="1734" y="2400"/>
                  </a:lnTo>
                  <a:lnTo>
                    <a:pt x="1695" y="2452"/>
                  </a:lnTo>
                  <a:lnTo>
                    <a:pt x="1656" y="2504"/>
                  </a:lnTo>
                  <a:lnTo>
                    <a:pt x="1617" y="2556"/>
                  </a:lnTo>
                  <a:lnTo>
                    <a:pt x="1525" y="2647"/>
                  </a:lnTo>
                  <a:lnTo>
                    <a:pt x="1317" y="2830"/>
                  </a:lnTo>
                  <a:lnTo>
                    <a:pt x="1069" y="3013"/>
                  </a:lnTo>
                  <a:lnTo>
                    <a:pt x="808" y="3221"/>
                  </a:lnTo>
                  <a:lnTo>
                    <a:pt x="665" y="3338"/>
                  </a:lnTo>
                  <a:lnTo>
                    <a:pt x="535" y="3469"/>
                  </a:lnTo>
                  <a:lnTo>
                    <a:pt x="404" y="3625"/>
                  </a:lnTo>
                  <a:lnTo>
                    <a:pt x="287" y="3795"/>
                  </a:lnTo>
                  <a:lnTo>
                    <a:pt x="183" y="3964"/>
                  </a:lnTo>
                  <a:lnTo>
                    <a:pt x="104" y="4160"/>
                  </a:lnTo>
                  <a:lnTo>
                    <a:pt x="52" y="4355"/>
                  </a:lnTo>
                  <a:lnTo>
                    <a:pt x="13" y="4564"/>
                  </a:lnTo>
                  <a:lnTo>
                    <a:pt x="0" y="4773"/>
                  </a:lnTo>
                  <a:lnTo>
                    <a:pt x="26" y="4994"/>
                  </a:lnTo>
                  <a:lnTo>
                    <a:pt x="39" y="5099"/>
                  </a:lnTo>
                  <a:lnTo>
                    <a:pt x="78" y="5203"/>
                  </a:lnTo>
                  <a:lnTo>
                    <a:pt x="104" y="5307"/>
                  </a:lnTo>
                  <a:lnTo>
                    <a:pt x="157" y="5411"/>
                  </a:lnTo>
                  <a:lnTo>
                    <a:pt x="196" y="5503"/>
                  </a:lnTo>
                  <a:lnTo>
                    <a:pt x="248" y="5594"/>
                  </a:lnTo>
                  <a:lnTo>
                    <a:pt x="313" y="5672"/>
                  </a:lnTo>
                  <a:lnTo>
                    <a:pt x="365" y="5750"/>
                  </a:lnTo>
                  <a:lnTo>
                    <a:pt x="496" y="5894"/>
                  </a:lnTo>
                  <a:lnTo>
                    <a:pt x="626" y="6024"/>
                  </a:lnTo>
                  <a:lnTo>
                    <a:pt x="756" y="6155"/>
                  </a:lnTo>
                  <a:lnTo>
                    <a:pt x="887" y="6259"/>
                  </a:lnTo>
                  <a:lnTo>
                    <a:pt x="1147" y="6467"/>
                  </a:lnTo>
                  <a:lnTo>
                    <a:pt x="1382" y="6650"/>
                  </a:lnTo>
                  <a:lnTo>
                    <a:pt x="1499" y="6754"/>
                  </a:lnTo>
                  <a:lnTo>
                    <a:pt x="1604" y="6846"/>
                  </a:lnTo>
                  <a:lnTo>
                    <a:pt x="1708" y="6937"/>
                  </a:lnTo>
                  <a:lnTo>
                    <a:pt x="1799" y="7054"/>
                  </a:lnTo>
                  <a:lnTo>
                    <a:pt x="1877" y="7158"/>
                  </a:lnTo>
                  <a:lnTo>
                    <a:pt x="1956" y="7276"/>
                  </a:lnTo>
                  <a:lnTo>
                    <a:pt x="2021" y="7406"/>
                  </a:lnTo>
                  <a:lnTo>
                    <a:pt x="2086" y="7550"/>
                  </a:lnTo>
                  <a:lnTo>
                    <a:pt x="2138" y="7680"/>
                  </a:lnTo>
                  <a:lnTo>
                    <a:pt x="2177" y="7823"/>
                  </a:lnTo>
                  <a:lnTo>
                    <a:pt x="2256" y="8136"/>
                  </a:lnTo>
                  <a:lnTo>
                    <a:pt x="2295" y="8449"/>
                  </a:lnTo>
                  <a:lnTo>
                    <a:pt x="2347" y="8775"/>
                  </a:lnTo>
                  <a:lnTo>
                    <a:pt x="2425" y="8449"/>
                  </a:lnTo>
                  <a:lnTo>
                    <a:pt x="2464" y="8293"/>
                  </a:lnTo>
                  <a:lnTo>
                    <a:pt x="2477" y="8123"/>
                  </a:lnTo>
                  <a:lnTo>
                    <a:pt x="2503" y="7954"/>
                  </a:lnTo>
                  <a:lnTo>
                    <a:pt x="2503" y="7784"/>
                  </a:lnTo>
                  <a:lnTo>
                    <a:pt x="2503" y="7615"/>
                  </a:lnTo>
                  <a:lnTo>
                    <a:pt x="2477" y="7445"/>
                  </a:lnTo>
                  <a:lnTo>
                    <a:pt x="2451" y="7263"/>
                  </a:lnTo>
                  <a:lnTo>
                    <a:pt x="2399" y="7093"/>
                  </a:lnTo>
                  <a:lnTo>
                    <a:pt x="2347" y="6924"/>
                  </a:lnTo>
                  <a:lnTo>
                    <a:pt x="2269" y="6754"/>
                  </a:lnTo>
                  <a:lnTo>
                    <a:pt x="2177" y="6598"/>
                  </a:lnTo>
                  <a:lnTo>
                    <a:pt x="2073" y="6441"/>
                  </a:lnTo>
                  <a:lnTo>
                    <a:pt x="1956" y="6298"/>
                  </a:lnTo>
                  <a:lnTo>
                    <a:pt x="1838" y="6168"/>
                  </a:lnTo>
                  <a:lnTo>
                    <a:pt x="1604" y="5933"/>
                  </a:lnTo>
                  <a:lnTo>
                    <a:pt x="1382" y="5711"/>
                  </a:lnTo>
                  <a:lnTo>
                    <a:pt x="1173" y="5490"/>
                  </a:lnTo>
                  <a:lnTo>
                    <a:pt x="1082" y="5385"/>
                  </a:lnTo>
                  <a:lnTo>
                    <a:pt x="1004" y="5281"/>
                  </a:lnTo>
                  <a:lnTo>
                    <a:pt x="952" y="5177"/>
                  </a:lnTo>
                  <a:lnTo>
                    <a:pt x="900" y="5072"/>
                  </a:lnTo>
                  <a:lnTo>
                    <a:pt x="861" y="4981"/>
                  </a:lnTo>
                  <a:lnTo>
                    <a:pt x="848" y="4877"/>
                  </a:lnTo>
                  <a:lnTo>
                    <a:pt x="848" y="4773"/>
                  </a:lnTo>
                  <a:lnTo>
                    <a:pt x="848" y="4655"/>
                  </a:lnTo>
                  <a:lnTo>
                    <a:pt x="874" y="4551"/>
                  </a:lnTo>
                  <a:lnTo>
                    <a:pt x="900" y="4434"/>
                  </a:lnTo>
                  <a:lnTo>
                    <a:pt x="952" y="4329"/>
                  </a:lnTo>
                  <a:lnTo>
                    <a:pt x="1004" y="4225"/>
                  </a:lnTo>
                  <a:lnTo>
                    <a:pt x="1069" y="4134"/>
                  </a:lnTo>
                  <a:lnTo>
                    <a:pt x="1147" y="4029"/>
                  </a:lnTo>
                  <a:lnTo>
                    <a:pt x="1239" y="3938"/>
                  </a:lnTo>
                  <a:lnTo>
                    <a:pt x="1343" y="3834"/>
                  </a:lnTo>
                  <a:lnTo>
                    <a:pt x="1565" y="3638"/>
                  </a:lnTo>
                  <a:lnTo>
                    <a:pt x="1825" y="3417"/>
                  </a:lnTo>
                  <a:lnTo>
                    <a:pt x="1956" y="3286"/>
                  </a:lnTo>
                  <a:lnTo>
                    <a:pt x="2073" y="3143"/>
                  </a:lnTo>
                  <a:lnTo>
                    <a:pt x="2190" y="2986"/>
                  </a:lnTo>
                  <a:lnTo>
                    <a:pt x="2243" y="2908"/>
                  </a:lnTo>
                  <a:lnTo>
                    <a:pt x="2295" y="2830"/>
                  </a:lnTo>
                  <a:lnTo>
                    <a:pt x="2334" y="2739"/>
                  </a:lnTo>
                  <a:lnTo>
                    <a:pt x="2373" y="2661"/>
                  </a:lnTo>
                  <a:lnTo>
                    <a:pt x="2451" y="2478"/>
                  </a:lnTo>
                  <a:lnTo>
                    <a:pt x="2503" y="2295"/>
                  </a:lnTo>
                  <a:lnTo>
                    <a:pt x="2542" y="2113"/>
                  </a:lnTo>
                  <a:lnTo>
                    <a:pt x="2555" y="1917"/>
                  </a:lnTo>
                  <a:lnTo>
                    <a:pt x="2555" y="1735"/>
                  </a:lnTo>
                  <a:lnTo>
                    <a:pt x="2542" y="1552"/>
                  </a:lnTo>
                  <a:lnTo>
                    <a:pt x="2503" y="1370"/>
                  </a:lnTo>
                  <a:lnTo>
                    <a:pt x="2451" y="1200"/>
                  </a:lnTo>
                  <a:lnTo>
                    <a:pt x="2386" y="1031"/>
                  </a:lnTo>
                  <a:lnTo>
                    <a:pt x="2295" y="874"/>
                  </a:lnTo>
                  <a:lnTo>
                    <a:pt x="2216" y="718"/>
                  </a:lnTo>
                  <a:lnTo>
                    <a:pt x="2112" y="588"/>
                  </a:lnTo>
                  <a:lnTo>
                    <a:pt x="2008" y="457"/>
                  </a:lnTo>
                  <a:lnTo>
                    <a:pt x="1891" y="327"/>
                  </a:lnTo>
                  <a:lnTo>
                    <a:pt x="1773" y="209"/>
                  </a:lnTo>
                  <a:lnTo>
                    <a:pt x="1643" y="105"/>
                  </a:lnTo>
                  <a:lnTo>
                    <a:pt x="1512"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05;p15">
              <a:extLst>
                <a:ext uri="{FF2B5EF4-FFF2-40B4-BE49-F238E27FC236}">
                  <a16:creationId xmlns:a16="http://schemas.microsoft.com/office/drawing/2014/main" id="{4961C1B5-2361-A9C7-975D-63331884A35B}"/>
                </a:ext>
              </a:extLst>
            </p:cNvPr>
            <p:cNvSpPr/>
            <p:nvPr/>
          </p:nvSpPr>
          <p:spPr>
            <a:xfrm>
              <a:off x="6113166" y="2163505"/>
              <a:ext cx="59839" cy="237337"/>
            </a:xfrm>
            <a:custGeom>
              <a:avLst/>
              <a:gdLst/>
              <a:ahLst/>
              <a:cxnLst/>
              <a:rect l="l" t="t" r="r" b="b"/>
              <a:pathLst>
                <a:path w="1956" h="7758" extrusionOk="0">
                  <a:moveTo>
                    <a:pt x="508" y="0"/>
                  </a:moveTo>
                  <a:lnTo>
                    <a:pt x="430" y="118"/>
                  </a:lnTo>
                  <a:lnTo>
                    <a:pt x="365" y="235"/>
                  </a:lnTo>
                  <a:lnTo>
                    <a:pt x="300" y="352"/>
                  </a:lnTo>
                  <a:lnTo>
                    <a:pt x="235" y="470"/>
                  </a:lnTo>
                  <a:lnTo>
                    <a:pt x="183" y="600"/>
                  </a:lnTo>
                  <a:lnTo>
                    <a:pt x="143" y="730"/>
                  </a:lnTo>
                  <a:lnTo>
                    <a:pt x="104" y="874"/>
                  </a:lnTo>
                  <a:lnTo>
                    <a:pt x="65" y="1004"/>
                  </a:lnTo>
                  <a:lnTo>
                    <a:pt x="26" y="1278"/>
                  </a:lnTo>
                  <a:lnTo>
                    <a:pt x="0" y="1565"/>
                  </a:lnTo>
                  <a:lnTo>
                    <a:pt x="13" y="1852"/>
                  </a:lnTo>
                  <a:lnTo>
                    <a:pt x="39" y="2125"/>
                  </a:lnTo>
                  <a:lnTo>
                    <a:pt x="104" y="2412"/>
                  </a:lnTo>
                  <a:lnTo>
                    <a:pt x="130" y="2556"/>
                  </a:lnTo>
                  <a:lnTo>
                    <a:pt x="183" y="2686"/>
                  </a:lnTo>
                  <a:lnTo>
                    <a:pt x="235" y="2829"/>
                  </a:lnTo>
                  <a:lnTo>
                    <a:pt x="287" y="2960"/>
                  </a:lnTo>
                  <a:lnTo>
                    <a:pt x="417" y="3220"/>
                  </a:lnTo>
                  <a:lnTo>
                    <a:pt x="561" y="3468"/>
                  </a:lnTo>
                  <a:lnTo>
                    <a:pt x="704" y="3690"/>
                  </a:lnTo>
                  <a:lnTo>
                    <a:pt x="834" y="3885"/>
                  </a:lnTo>
                  <a:lnTo>
                    <a:pt x="939" y="4081"/>
                  </a:lnTo>
                  <a:lnTo>
                    <a:pt x="1030" y="4276"/>
                  </a:lnTo>
                  <a:lnTo>
                    <a:pt x="1095" y="4485"/>
                  </a:lnTo>
                  <a:lnTo>
                    <a:pt x="1134" y="4694"/>
                  </a:lnTo>
                  <a:lnTo>
                    <a:pt x="1160" y="4915"/>
                  </a:lnTo>
                  <a:lnTo>
                    <a:pt x="1160" y="5124"/>
                  </a:lnTo>
                  <a:lnTo>
                    <a:pt x="1147" y="5346"/>
                  </a:lnTo>
                  <a:lnTo>
                    <a:pt x="1108" y="5567"/>
                  </a:lnTo>
                  <a:lnTo>
                    <a:pt x="1043" y="5776"/>
                  </a:lnTo>
                  <a:lnTo>
                    <a:pt x="1004" y="5893"/>
                  </a:lnTo>
                  <a:lnTo>
                    <a:pt x="965" y="5997"/>
                  </a:lnTo>
                  <a:lnTo>
                    <a:pt x="913" y="6102"/>
                  </a:lnTo>
                  <a:lnTo>
                    <a:pt x="860" y="6206"/>
                  </a:lnTo>
                  <a:lnTo>
                    <a:pt x="730" y="6441"/>
                  </a:lnTo>
                  <a:lnTo>
                    <a:pt x="600" y="6675"/>
                  </a:lnTo>
                  <a:lnTo>
                    <a:pt x="495" y="6936"/>
                  </a:lnTo>
                  <a:lnTo>
                    <a:pt x="443" y="7066"/>
                  </a:lnTo>
                  <a:lnTo>
                    <a:pt x="417" y="7210"/>
                  </a:lnTo>
                  <a:lnTo>
                    <a:pt x="391" y="7353"/>
                  </a:lnTo>
                  <a:lnTo>
                    <a:pt x="404" y="7497"/>
                  </a:lnTo>
                  <a:lnTo>
                    <a:pt x="430" y="7627"/>
                  </a:lnTo>
                  <a:lnTo>
                    <a:pt x="469" y="7757"/>
                  </a:lnTo>
                  <a:lnTo>
                    <a:pt x="495" y="7627"/>
                  </a:lnTo>
                  <a:lnTo>
                    <a:pt x="522" y="7510"/>
                  </a:lnTo>
                  <a:lnTo>
                    <a:pt x="574" y="7392"/>
                  </a:lnTo>
                  <a:lnTo>
                    <a:pt x="626" y="7288"/>
                  </a:lnTo>
                  <a:lnTo>
                    <a:pt x="704" y="7184"/>
                  </a:lnTo>
                  <a:lnTo>
                    <a:pt x="782" y="7093"/>
                  </a:lnTo>
                  <a:lnTo>
                    <a:pt x="939" y="6910"/>
                  </a:lnTo>
                  <a:lnTo>
                    <a:pt x="1121" y="6727"/>
                  </a:lnTo>
                  <a:lnTo>
                    <a:pt x="1304" y="6532"/>
                  </a:lnTo>
                  <a:lnTo>
                    <a:pt x="1395" y="6428"/>
                  </a:lnTo>
                  <a:lnTo>
                    <a:pt x="1486" y="6310"/>
                  </a:lnTo>
                  <a:lnTo>
                    <a:pt x="1564" y="6193"/>
                  </a:lnTo>
                  <a:lnTo>
                    <a:pt x="1643" y="6063"/>
                  </a:lnTo>
                  <a:lnTo>
                    <a:pt x="1721" y="5919"/>
                  </a:lnTo>
                  <a:lnTo>
                    <a:pt x="1773" y="5789"/>
                  </a:lnTo>
                  <a:lnTo>
                    <a:pt x="1825" y="5645"/>
                  </a:lnTo>
                  <a:lnTo>
                    <a:pt x="1877" y="5502"/>
                  </a:lnTo>
                  <a:lnTo>
                    <a:pt x="1903" y="5359"/>
                  </a:lnTo>
                  <a:lnTo>
                    <a:pt x="1930" y="5202"/>
                  </a:lnTo>
                  <a:lnTo>
                    <a:pt x="1956" y="5059"/>
                  </a:lnTo>
                  <a:lnTo>
                    <a:pt x="1956" y="4902"/>
                  </a:lnTo>
                  <a:lnTo>
                    <a:pt x="1956" y="4746"/>
                  </a:lnTo>
                  <a:lnTo>
                    <a:pt x="1943" y="4602"/>
                  </a:lnTo>
                  <a:lnTo>
                    <a:pt x="1930" y="4446"/>
                  </a:lnTo>
                  <a:lnTo>
                    <a:pt x="1903" y="4290"/>
                  </a:lnTo>
                  <a:lnTo>
                    <a:pt x="1864" y="4146"/>
                  </a:lnTo>
                  <a:lnTo>
                    <a:pt x="1812" y="3990"/>
                  </a:lnTo>
                  <a:lnTo>
                    <a:pt x="1760" y="3846"/>
                  </a:lnTo>
                  <a:lnTo>
                    <a:pt x="1695" y="3703"/>
                  </a:lnTo>
                  <a:lnTo>
                    <a:pt x="1551" y="3455"/>
                  </a:lnTo>
                  <a:lnTo>
                    <a:pt x="1395" y="3220"/>
                  </a:lnTo>
                  <a:lnTo>
                    <a:pt x="1095" y="2803"/>
                  </a:lnTo>
                  <a:lnTo>
                    <a:pt x="978" y="2608"/>
                  </a:lnTo>
                  <a:lnTo>
                    <a:pt x="874" y="2412"/>
                  </a:lnTo>
                  <a:lnTo>
                    <a:pt x="769" y="2190"/>
                  </a:lnTo>
                  <a:lnTo>
                    <a:pt x="691" y="1982"/>
                  </a:lnTo>
                  <a:lnTo>
                    <a:pt x="613" y="1747"/>
                  </a:lnTo>
                  <a:lnTo>
                    <a:pt x="561" y="1513"/>
                  </a:lnTo>
                  <a:lnTo>
                    <a:pt x="508" y="1278"/>
                  </a:lnTo>
                  <a:lnTo>
                    <a:pt x="482" y="1030"/>
                  </a:lnTo>
                  <a:lnTo>
                    <a:pt x="469" y="782"/>
                  </a:lnTo>
                  <a:lnTo>
                    <a:pt x="469" y="522"/>
                  </a:lnTo>
                  <a:lnTo>
                    <a:pt x="482" y="261"/>
                  </a:lnTo>
                  <a:lnTo>
                    <a:pt x="508"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06;p15">
              <a:extLst>
                <a:ext uri="{FF2B5EF4-FFF2-40B4-BE49-F238E27FC236}">
                  <a16:creationId xmlns:a16="http://schemas.microsoft.com/office/drawing/2014/main" id="{CCAF9F2F-DC60-DD1C-5F89-5DB6B160FE6B}"/>
                </a:ext>
              </a:extLst>
            </p:cNvPr>
            <p:cNvSpPr/>
            <p:nvPr/>
          </p:nvSpPr>
          <p:spPr>
            <a:xfrm>
              <a:off x="7073954" y="2211750"/>
              <a:ext cx="222193" cy="522122"/>
            </a:xfrm>
            <a:custGeom>
              <a:avLst/>
              <a:gdLst/>
              <a:ahLst/>
              <a:cxnLst/>
              <a:rect l="l" t="t" r="r" b="b"/>
              <a:pathLst>
                <a:path w="7263" h="17067" extrusionOk="0">
                  <a:moveTo>
                    <a:pt x="3638" y="1"/>
                  </a:moveTo>
                  <a:lnTo>
                    <a:pt x="131" y="14"/>
                  </a:lnTo>
                  <a:lnTo>
                    <a:pt x="105" y="1370"/>
                  </a:lnTo>
                  <a:lnTo>
                    <a:pt x="66" y="3104"/>
                  </a:lnTo>
                  <a:lnTo>
                    <a:pt x="14" y="4851"/>
                  </a:lnTo>
                  <a:lnTo>
                    <a:pt x="1" y="56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43" y="15176"/>
                  </a:lnTo>
                  <a:lnTo>
                    <a:pt x="3143" y="15333"/>
                  </a:lnTo>
                  <a:lnTo>
                    <a:pt x="3130" y="15502"/>
                  </a:lnTo>
                  <a:lnTo>
                    <a:pt x="3091" y="15646"/>
                  </a:lnTo>
                  <a:lnTo>
                    <a:pt x="3065" y="15711"/>
                  </a:lnTo>
                  <a:lnTo>
                    <a:pt x="3026" y="15789"/>
                  </a:lnTo>
                  <a:lnTo>
                    <a:pt x="2973" y="15841"/>
                  </a:lnTo>
                  <a:lnTo>
                    <a:pt x="2934" y="15880"/>
                  </a:lnTo>
                  <a:lnTo>
                    <a:pt x="2817" y="15972"/>
                  </a:lnTo>
                  <a:lnTo>
                    <a:pt x="2700" y="16037"/>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774" y="17041"/>
                  </a:lnTo>
                  <a:lnTo>
                    <a:pt x="2465" y="17041"/>
                  </a:lnTo>
                  <a:lnTo>
                    <a:pt x="3430" y="17028"/>
                  </a:lnTo>
                  <a:lnTo>
                    <a:pt x="4316" y="17041"/>
                  </a:lnTo>
                  <a:lnTo>
                    <a:pt x="5190" y="17054"/>
                  </a:lnTo>
                  <a:lnTo>
                    <a:pt x="7002" y="17067"/>
                  </a:lnTo>
                  <a:lnTo>
                    <a:pt x="6663" y="16988"/>
                  </a:lnTo>
                  <a:lnTo>
                    <a:pt x="6363" y="16884"/>
                  </a:lnTo>
                  <a:lnTo>
                    <a:pt x="6089" y="16780"/>
                  </a:lnTo>
                  <a:lnTo>
                    <a:pt x="5829" y="16649"/>
                  </a:lnTo>
                  <a:lnTo>
                    <a:pt x="5294" y="16376"/>
                  </a:lnTo>
                  <a:lnTo>
                    <a:pt x="5007" y="16232"/>
                  </a:lnTo>
                  <a:lnTo>
                    <a:pt x="4694" y="16089"/>
                  </a:lnTo>
                  <a:lnTo>
                    <a:pt x="4564" y="16037"/>
                  </a:lnTo>
                  <a:lnTo>
                    <a:pt x="4447" y="15972"/>
                  </a:lnTo>
                  <a:lnTo>
                    <a:pt x="4329" y="15880"/>
                  </a:lnTo>
                  <a:lnTo>
                    <a:pt x="4290" y="15841"/>
                  </a:lnTo>
                  <a:lnTo>
                    <a:pt x="4238" y="15789"/>
                  </a:lnTo>
                  <a:lnTo>
                    <a:pt x="4199" y="15711"/>
                  </a:lnTo>
                  <a:lnTo>
                    <a:pt x="4173" y="15646"/>
                  </a:lnTo>
                  <a:lnTo>
                    <a:pt x="4134" y="15502"/>
                  </a:lnTo>
                  <a:lnTo>
                    <a:pt x="4121" y="15333"/>
                  </a:lnTo>
                  <a:lnTo>
                    <a:pt x="4121" y="15176"/>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5607"/>
                  </a:lnTo>
                  <a:lnTo>
                    <a:pt x="7250" y="4851"/>
                  </a:lnTo>
                  <a:lnTo>
                    <a:pt x="7198" y="3104"/>
                  </a:lnTo>
                  <a:lnTo>
                    <a:pt x="7158" y="1370"/>
                  </a:lnTo>
                  <a:lnTo>
                    <a:pt x="7132" y="14"/>
                  </a:lnTo>
                  <a:lnTo>
                    <a:pt x="3638" y="1"/>
                  </a:lnTo>
                  <a:close/>
                </a:path>
              </a:pathLst>
            </a:custGeom>
            <a:solidFill>
              <a:srgbClr val="F6F2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07;p15">
              <a:extLst>
                <a:ext uri="{FF2B5EF4-FFF2-40B4-BE49-F238E27FC236}">
                  <a16:creationId xmlns:a16="http://schemas.microsoft.com/office/drawing/2014/main" id="{DA47B170-62D7-6691-786F-B970798D66FA}"/>
                </a:ext>
              </a:extLst>
            </p:cNvPr>
            <p:cNvSpPr/>
            <p:nvPr/>
          </p:nvSpPr>
          <p:spPr>
            <a:xfrm>
              <a:off x="7073954" y="2211750"/>
              <a:ext cx="222193" cy="522122"/>
            </a:xfrm>
            <a:custGeom>
              <a:avLst/>
              <a:gdLst/>
              <a:ahLst/>
              <a:cxnLst/>
              <a:rect l="l" t="t" r="r" b="b"/>
              <a:pathLst>
                <a:path w="7263" h="17067" fill="none" extrusionOk="0">
                  <a:moveTo>
                    <a:pt x="3638" y="1"/>
                  </a:moveTo>
                  <a:lnTo>
                    <a:pt x="3638" y="1"/>
                  </a:lnTo>
                  <a:lnTo>
                    <a:pt x="131" y="14"/>
                  </a:lnTo>
                  <a:lnTo>
                    <a:pt x="131" y="14"/>
                  </a:lnTo>
                  <a:lnTo>
                    <a:pt x="105" y="1370"/>
                  </a:lnTo>
                  <a:lnTo>
                    <a:pt x="66" y="3104"/>
                  </a:lnTo>
                  <a:lnTo>
                    <a:pt x="14" y="4851"/>
                  </a:lnTo>
                  <a:lnTo>
                    <a:pt x="1" y="5607"/>
                  </a:lnTo>
                  <a:lnTo>
                    <a:pt x="1" y="62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82" y="12034"/>
                  </a:lnTo>
                  <a:lnTo>
                    <a:pt x="3143" y="15176"/>
                  </a:lnTo>
                  <a:lnTo>
                    <a:pt x="3143" y="15176"/>
                  </a:lnTo>
                  <a:lnTo>
                    <a:pt x="3143" y="15333"/>
                  </a:lnTo>
                  <a:lnTo>
                    <a:pt x="3130" y="15502"/>
                  </a:lnTo>
                  <a:lnTo>
                    <a:pt x="3091" y="15646"/>
                  </a:lnTo>
                  <a:lnTo>
                    <a:pt x="3065" y="15711"/>
                  </a:lnTo>
                  <a:lnTo>
                    <a:pt x="3026" y="15789"/>
                  </a:lnTo>
                  <a:lnTo>
                    <a:pt x="3026" y="15789"/>
                  </a:lnTo>
                  <a:lnTo>
                    <a:pt x="2973" y="15841"/>
                  </a:lnTo>
                  <a:lnTo>
                    <a:pt x="2934" y="15880"/>
                  </a:lnTo>
                  <a:lnTo>
                    <a:pt x="2817" y="15972"/>
                  </a:lnTo>
                  <a:lnTo>
                    <a:pt x="2700" y="16037"/>
                  </a:lnTo>
                  <a:lnTo>
                    <a:pt x="2569" y="16089"/>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109" y="17028"/>
                  </a:lnTo>
                  <a:lnTo>
                    <a:pt x="1774" y="17041"/>
                  </a:lnTo>
                  <a:lnTo>
                    <a:pt x="1774" y="17041"/>
                  </a:lnTo>
                  <a:lnTo>
                    <a:pt x="2465" y="17041"/>
                  </a:lnTo>
                  <a:lnTo>
                    <a:pt x="2465" y="17041"/>
                  </a:lnTo>
                  <a:lnTo>
                    <a:pt x="3430" y="17028"/>
                  </a:lnTo>
                  <a:lnTo>
                    <a:pt x="3430" y="17028"/>
                  </a:lnTo>
                  <a:lnTo>
                    <a:pt x="4316" y="17041"/>
                  </a:lnTo>
                  <a:lnTo>
                    <a:pt x="5190" y="17054"/>
                  </a:lnTo>
                  <a:lnTo>
                    <a:pt x="7002" y="17067"/>
                  </a:lnTo>
                  <a:lnTo>
                    <a:pt x="7002" y="17067"/>
                  </a:lnTo>
                  <a:lnTo>
                    <a:pt x="6663" y="16988"/>
                  </a:lnTo>
                  <a:lnTo>
                    <a:pt x="6363" y="16884"/>
                  </a:lnTo>
                  <a:lnTo>
                    <a:pt x="6089" y="16780"/>
                  </a:lnTo>
                  <a:lnTo>
                    <a:pt x="5829" y="16649"/>
                  </a:lnTo>
                  <a:lnTo>
                    <a:pt x="5294" y="16376"/>
                  </a:lnTo>
                  <a:lnTo>
                    <a:pt x="5007" y="16232"/>
                  </a:lnTo>
                  <a:lnTo>
                    <a:pt x="4694" y="16089"/>
                  </a:lnTo>
                  <a:lnTo>
                    <a:pt x="4694" y="16089"/>
                  </a:lnTo>
                  <a:lnTo>
                    <a:pt x="4564" y="16037"/>
                  </a:lnTo>
                  <a:lnTo>
                    <a:pt x="4447" y="15972"/>
                  </a:lnTo>
                  <a:lnTo>
                    <a:pt x="4329" y="15880"/>
                  </a:lnTo>
                  <a:lnTo>
                    <a:pt x="4290" y="15841"/>
                  </a:lnTo>
                  <a:lnTo>
                    <a:pt x="4238" y="15789"/>
                  </a:lnTo>
                  <a:lnTo>
                    <a:pt x="4238" y="15789"/>
                  </a:lnTo>
                  <a:lnTo>
                    <a:pt x="4199" y="15711"/>
                  </a:lnTo>
                  <a:lnTo>
                    <a:pt x="4173" y="15646"/>
                  </a:lnTo>
                  <a:lnTo>
                    <a:pt x="4134" y="15502"/>
                  </a:lnTo>
                  <a:lnTo>
                    <a:pt x="4121" y="15333"/>
                  </a:lnTo>
                  <a:lnTo>
                    <a:pt x="4121" y="15176"/>
                  </a:lnTo>
                  <a:lnTo>
                    <a:pt x="4121" y="15176"/>
                  </a:lnTo>
                  <a:lnTo>
                    <a:pt x="4082" y="12034"/>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6207"/>
                  </a:lnTo>
                  <a:lnTo>
                    <a:pt x="7263" y="5607"/>
                  </a:lnTo>
                  <a:lnTo>
                    <a:pt x="7250" y="4851"/>
                  </a:lnTo>
                  <a:lnTo>
                    <a:pt x="7198" y="3104"/>
                  </a:lnTo>
                  <a:lnTo>
                    <a:pt x="7158" y="1370"/>
                  </a:lnTo>
                  <a:lnTo>
                    <a:pt x="7132" y="14"/>
                  </a:lnTo>
                  <a:lnTo>
                    <a:pt x="7132" y="14"/>
                  </a:lnTo>
                  <a:lnTo>
                    <a:pt x="363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08;p15">
              <a:extLst>
                <a:ext uri="{FF2B5EF4-FFF2-40B4-BE49-F238E27FC236}">
                  <a16:creationId xmlns:a16="http://schemas.microsoft.com/office/drawing/2014/main" id="{F9594068-FFBD-1D59-D705-59CCB27FF17B}"/>
                </a:ext>
              </a:extLst>
            </p:cNvPr>
            <p:cNvSpPr/>
            <p:nvPr/>
          </p:nvSpPr>
          <p:spPr>
            <a:xfrm>
              <a:off x="7089128" y="2333814"/>
              <a:ext cx="193865" cy="136014"/>
            </a:xfrm>
            <a:custGeom>
              <a:avLst/>
              <a:gdLst/>
              <a:ahLst/>
              <a:cxnLst/>
              <a:rect l="l" t="t" r="r" b="b"/>
              <a:pathLst>
                <a:path w="6337" h="4446" extrusionOk="0">
                  <a:moveTo>
                    <a:pt x="0" y="0"/>
                  </a:moveTo>
                  <a:lnTo>
                    <a:pt x="0" y="2060"/>
                  </a:lnTo>
                  <a:lnTo>
                    <a:pt x="13" y="2295"/>
                  </a:lnTo>
                  <a:lnTo>
                    <a:pt x="39" y="2542"/>
                  </a:lnTo>
                  <a:lnTo>
                    <a:pt x="105" y="2764"/>
                  </a:lnTo>
                  <a:lnTo>
                    <a:pt x="183" y="2986"/>
                  </a:lnTo>
                  <a:lnTo>
                    <a:pt x="287" y="3194"/>
                  </a:lnTo>
                  <a:lnTo>
                    <a:pt x="405" y="3390"/>
                  </a:lnTo>
                  <a:lnTo>
                    <a:pt x="548" y="3572"/>
                  </a:lnTo>
                  <a:lnTo>
                    <a:pt x="691" y="3742"/>
                  </a:lnTo>
                  <a:lnTo>
                    <a:pt x="861" y="3898"/>
                  </a:lnTo>
                  <a:lnTo>
                    <a:pt x="1056" y="4042"/>
                  </a:lnTo>
                  <a:lnTo>
                    <a:pt x="1252" y="4159"/>
                  </a:lnTo>
                  <a:lnTo>
                    <a:pt x="1461" y="4250"/>
                  </a:lnTo>
                  <a:lnTo>
                    <a:pt x="1669" y="4342"/>
                  </a:lnTo>
                  <a:lnTo>
                    <a:pt x="1904" y="4394"/>
                  </a:lnTo>
                  <a:lnTo>
                    <a:pt x="2139" y="4433"/>
                  </a:lnTo>
                  <a:lnTo>
                    <a:pt x="2386" y="4446"/>
                  </a:lnTo>
                  <a:lnTo>
                    <a:pt x="3938" y="4446"/>
                  </a:lnTo>
                  <a:lnTo>
                    <a:pt x="4185" y="4433"/>
                  </a:lnTo>
                  <a:lnTo>
                    <a:pt x="4420" y="4394"/>
                  </a:lnTo>
                  <a:lnTo>
                    <a:pt x="4655" y="4342"/>
                  </a:lnTo>
                  <a:lnTo>
                    <a:pt x="4876" y="4250"/>
                  </a:lnTo>
                  <a:lnTo>
                    <a:pt x="5085" y="4159"/>
                  </a:lnTo>
                  <a:lnTo>
                    <a:pt x="5281" y="4042"/>
                  </a:lnTo>
                  <a:lnTo>
                    <a:pt x="5463" y="3898"/>
                  </a:lnTo>
                  <a:lnTo>
                    <a:pt x="5633" y="3742"/>
                  </a:lnTo>
                  <a:lnTo>
                    <a:pt x="5789" y="3572"/>
                  </a:lnTo>
                  <a:lnTo>
                    <a:pt x="5919" y="3390"/>
                  </a:lnTo>
                  <a:lnTo>
                    <a:pt x="6050" y="3194"/>
                  </a:lnTo>
                  <a:lnTo>
                    <a:pt x="6141" y="2986"/>
                  </a:lnTo>
                  <a:lnTo>
                    <a:pt x="6219" y="2764"/>
                  </a:lnTo>
                  <a:lnTo>
                    <a:pt x="6284" y="2542"/>
                  </a:lnTo>
                  <a:lnTo>
                    <a:pt x="6323" y="2295"/>
                  </a:lnTo>
                  <a:lnTo>
                    <a:pt x="6337" y="2060"/>
                  </a:lnTo>
                  <a:lnTo>
                    <a:pt x="6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09;p15">
              <a:extLst>
                <a:ext uri="{FF2B5EF4-FFF2-40B4-BE49-F238E27FC236}">
                  <a16:creationId xmlns:a16="http://schemas.microsoft.com/office/drawing/2014/main" id="{E89C274E-9875-7A2F-D66E-DC147B8B81A5}"/>
                </a:ext>
              </a:extLst>
            </p:cNvPr>
            <p:cNvSpPr/>
            <p:nvPr/>
          </p:nvSpPr>
          <p:spPr>
            <a:xfrm>
              <a:off x="7106259" y="2367710"/>
              <a:ext cx="23189" cy="68221"/>
            </a:xfrm>
            <a:custGeom>
              <a:avLst/>
              <a:gdLst/>
              <a:ahLst/>
              <a:cxnLst/>
              <a:rect l="l" t="t" r="r" b="b"/>
              <a:pathLst>
                <a:path w="758" h="2230" extrusionOk="0">
                  <a:moveTo>
                    <a:pt x="379" y="0"/>
                  </a:moveTo>
                  <a:lnTo>
                    <a:pt x="301" y="13"/>
                  </a:lnTo>
                  <a:lnTo>
                    <a:pt x="236" y="26"/>
                  </a:lnTo>
                  <a:lnTo>
                    <a:pt x="170" y="66"/>
                  </a:lnTo>
                  <a:lnTo>
                    <a:pt x="105" y="105"/>
                  </a:lnTo>
                  <a:lnTo>
                    <a:pt x="66" y="170"/>
                  </a:lnTo>
                  <a:lnTo>
                    <a:pt x="27" y="235"/>
                  </a:lnTo>
                  <a:lnTo>
                    <a:pt x="14" y="300"/>
                  </a:lnTo>
                  <a:lnTo>
                    <a:pt x="1" y="378"/>
                  </a:lnTo>
                  <a:lnTo>
                    <a:pt x="1" y="1852"/>
                  </a:lnTo>
                  <a:lnTo>
                    <a:pt x="14" y="1930"/>
                  </a:lnTo>
                  <a:lnTo>
                    <a:pt x="27" y="1995"/>
                  </a:lnTo>
                  <a:lnTo>
                    <a:pt x="66" y="2060"/>
                  </a:lnTo>
                  <a:lnTo>
                    <a:pt x="105" y="2112"/>
                  </a:lnTo>
                  <a:lnTo>
                    <a:pt x="170" y="2165"/>
                  </a:lnTo>
                  <a:lnTo>
                    <a:pt x="236" y="2191"/>
                  </a:lnTo>
                  <a:lnTo>
                    <a:pt x="301" y="2217"/>
                  </a:lnTo>
                  <a:lnTo>
                    <a:pt x="379" y="2230"/>
                  </a:lnTo>
                  <a:lnTo>
                    <a:pt x="457" y="2217"/>
                  </a:lnTo>
                  <a:lnTo>
                    <a:pt x="522" y="2191"/>
                  </a:lnTo>
                  <a:lnTo>
                    <a:pt x="588" y="2165"/>
                  </a:lnTo>
                  <a:lnTo>
                    <a:pt x="640" y="2112"/>
                  </a:lnTo>
                  <a:lnTo>
                    <a:pt x="692" y="2060"/>
                  </a:lnTo>
                  <a:lnTo>
                    <a:pt x="718" y="1995"/>
                  </a:lnTo>
                  <a:lnTo>
                    <a:pt x="744" y="1930"/>
                  </a:lnTo>
                  <a:lnTo>
                    <a:pt x="757" y="1852"/>
                  </a:lnTo>
                  <a:lnTo>
                    <a:pt x="757" y="378"/>
                  </a:lnTo>
                  <a:lnTo>
                    <a:pt x="744" y="300"/>
                  </a:lnTo>
                  <a:lnTo>
                    <a:pt x="718" y="235"/>
                  </a:lnTo>
                  <a:lnTo>
                    <a:pt x="692" y="170"/>
                  </a:lnTo>
                  <a:lnTo>
                    <a:pt x="640" y="105"/>
                  </a:lnTo>
                  <a:lnTo>
                    <a:pt x="588" y="66"/>
                  </a:lnTo>
                  <a:lnTo>
                    <a:pt x="522" y="26"/>
                  </a:lnTo>
                  <a:lnTo>
                    <a:pt x="457" y="13"/>
                  </a:lnTo>
                  <a:lnTo>
                    <a:pt x="3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10;p15">
              <a:extLst>
                <a:ext uri="{FF2B5EF4-FFF2-40B4-BE49-F238E27FC236}">
                  <a16:creationId xmlns:a16="http://schemas.microsoft.com/office/drawing/2014/main" id="{C22540A2-5263-EBAD-B6CE-B38BEDDF1FD4}"/>
                </a:ext>
              </a:extLst>
            </p:cNvPr>
            <p:cNvSpPr/>
            <p:nvPr/>
          </p:nvSpPr>
          <p:spPr>
            <a:xfrm>
              <a:off x="6099665" y="-908049"/>
              <a:ext cx="1052475" cy="1795275"/>
            </a:xfrm>
            <a:custGeom>
              <a:avLst/>
              <a:gdLst/>
              <a:ahLst/>
              <a:cxnLst/>
              <a:rect l="l" t="t" r="r" b="b"/>
              <a:pathLst>
                <a:path w="42099" h="71811" extrusionOk="0">
                  <a:moveTo>
                    <a:pt x="20039" y="0"/>
                  </a:moveTo>
                  <a:lnTo>
                    <a:pt x="20039" y="53036"/>
                  </a:lnTo>
                  <a:lnTo>
                    <a:pt x="18005" y="53036"/>
                  </a:lnTo>
                  <a:lnTo>
                    <a:pt x="17588" y="53049"/>
                  </a:lnTo>
                  <a:lnTo>
                    <a:pt x="17171" y="53062"/>
                  </a:lnTo>
                  <a:lnTo>
                    <a:pt x="16767" y="53088"/>
                  </a:lnTo>
                  <a:lnTo>
                    <a:pt x="16350" y="53128"/>
                  </a:lnTo>
                  <a:lnTo>
                    <a:pt x="15945" y="53167"/>
                  </a:lnTo>
                  <a:lnTo>
                    <a:pt x="15554" y="53232"/>
                  </a:lnTo>
                  <a:lnTo>
                    <a:pt x="15150" y="53297"/>
                  </a:lnTo>
                  <a:lnTo>
                    <a:pt x="14759" y="53362"/>
                  </a:lnTo>
                  <a:lnTo>
                    <a:pt x="14368" y="53454"/>
                  </a:lnTo>
                  <a:lnTo>
                    <a:pt x="13977" y="53545"/>
                  </a:lnTo>
                  <a:lnTo>
                    <a:pt x="13599" y="53649"/>
                  </a:lnTo>
                  <a:lnTo>
                    <a:pt x="13208" y="53753"/>
                  </a:lnTo>
                  <a:lnTo>
                    <a:pt x="12843" y="53884"/>
                  </a:lnTo>
                  <a:lnTo>
                    <a:pt x="12464" y="54014"/>
                  </a:lnTo>
                  <a:lnTo>
                    <a:pt x="12099" y="54145"/>
                  </a:lnTo>
                  <a:lnTo>
                    <a:pt x="11734" y="54301"/>
                  </a:lnTo>
                  <a:lnTo>
                    <a:pt x="11369" y="54457"/>
                  </a:lnTo>
                  <a:lnTo>
                    <a:pt x="11017" y="54614"/>
                  </a:lnTo>
                  <a:lnTo>
                    <a:pt x="10665" y="54783"/>
                  </a:lnTo>
                  <a:lnTo>
                    <a:pt x="10326" y="54966"/>
                  </a:lnTo>
                  <a:lnTo>
                    <a:pt x="9987" y="55161"/>
                  </a:lnTo>
                  <a:lnTo>
                    <a:pt x="9648" y="55357"/>
                  </a:lnTo>
                  <a:lnTo>
                    <a:pt x="9322" y="55553"/>
                  </a:lnTo>
                  <a:lnTo>
                    <a:pt x="8996" y="55774"/>
                  </a:lnTo>
                  <a:lnTo>
                    <a:pt x="8671" y="55983"/>
                  </a:lnTo>
                  <a:lnTo>
                    <a:pt x="8358" y="56217"/>
                  </a:lnTo>
                  <a:lnTo>
                    <a:pt x="8058" y="56452"/>
                  </a:lnTo>
                  <a:lnTo>
                    <a:pt x="7745" y="56687"/>
                  </a:lnTo>
                  <a:lnTo>
                    <a:pt x="7458" y="56935"/>
                  </a:lnTo>
                  <a:lnTo>
                    <a:pt x="7158" y="57195"/>
                  </a:lnTo>
                  <a:lnTo>
                    <a:pt x="6884" y="57456"/>
                  </a:lnTo>
                  <a:lnTo>
                    <a:pt x="6598" y="57717"/>
                  </a:lnTo>
                  <a:lnTo>
                    <a:pt x="6337" y="57991"/>
                  </a:lnTo>
                  <a:lnTo>
                    <a:pt x="6063" y="58277"/>
                  </a:lnTo>
                  <a:lnTo>
                    <a:pt x="5802" y="58564"/>
                  </a:lnTo>
                  <a:lnTo>
                    <a:pt x="5555" y="58851"/>
                  </a:lnTo>
                  <a:lnTo>
                    <a:pt x="5307" y="59151"/>
                  </a:lnTo>
                  <a:lnTo>
                    <a:pt x="5072" y="59464"/>
                  </a:lnTo>
                  <a:lnTo>
                    <a:pt x="4838" y="59777"/>
                  </a:lnTo>
                  <a:lnTo>
                    <a:pt x="4616" y="60090"/>
                  </a:lnTo>
                  <a:lnTo>
                    <a:pt x="4407" y="60402"/>
                  </a:lnTo>
                  <a:lnTo>
                    <a:pt x="4199" y="60741"/>
                  </a:lnTo>
                  <a:lnTo>
                    <a:pt x="4003" y="61067"/>
                  </a:lnTo>
                  <a:lnTo>
                    <a:pt x="3808" y="61406"/>
                  </a:lnTo>
                  <a:lnTo>
                    <a:pt x="3625" y="61745"/>
                  </a:lnTo>
                  <a:lnTo>
                    <a:pt x="3443" y="62097"/>
                  </a:lnTo>
                  <a:lnTo>
                    <a:pt x="3273" y="62449"/>
                  </a:lnTo>
                  <a:lnTo>
                    <a:pt x="3117" y="62801"/>
                  </a:lnTo>
                  <a:lnTo>
                    <a:pt x="2960" y="63166"/>
                  </a:lnTo>
                  <a:lnTo>
                    <a:pt x="2817" y="63531"/>
                  </a:lnTo>
                  <a:lnTo>
                    <a:pt x="2686" y="63896"/>
                  </a:lnTo>
                  <a:lnTo>
                    <a:pt x="2556" y="64275"/>
                  </a:lnTo>
                  <a:lnTo>
                    <a:pt x="2439" y="64653"/>
                  </a:lnTo>
                  <a:lnTo>
                    <a:pt x="2334" y="65031"/>
                  </a:lnTo>
                  <a:lnTo>
                    <a:pt x="2230" y="65422"/>
                  </a:lnTo>
                  <a:lnTo>
                    <a:pt x="2139" y="65813"/>
                  </a:lnTo>
                  <a:lnTo>
                    <a:pt x="2061" y="66204"/>
                  </a:lnTo>
                  <a:lnTo>
                    <a:pt x="1995" y="66595"/>
                  </a:lnTo>
                  <a:lnTo>
                    <a:pt x="1930" y="66999"/>
                  </a:lnTo>
                  <a:lnTo>
                    <a:pt x="1878" y="67404"/>
                  </a:lnTo>
                  <a:lnTo>
                    <a:pt x="1839" y="67808"/>
                  </a:lnTo>
                  <a:lnTo>
                    <a:pt x="1813" y="68212"/>
                  </a:lnTo>
                  <a:lnTo>
                    <a:pt x="1787" y="68629"/>
                  </a:lnTo>
                  <a:lnTo>
                    <a:pt x="1774" y="69046"/>
                  </a:lnTo>
                  <a:lnTo>
                    <a:pt x="1252" y="69046"/>
                  </a:lnTo>
                  <a:lnTo>
                    <a:pt x="1109" y="69072"/>
                  </a:lnTo>
                  <a:lnTo>
                    <a:pt x="979" y="69098"/>
                  </a:lnTo>
                  <a:lnTo>
                    <a:pt x="848" y="69151"/>
                  </a:lnTo>
                  <a:lnTo>
                    <a:pt x="731" y="69203"/>
                  </a:lnTo>
                  <a:lnTo>
                    <a:pt x="613" y="69281"/>
                  </a:lnTo>
                  <a:lnTo>
                    <a:pt x="509" y="69359"/>
                  </a:lnTo>
                  <a:lnTo>
                    <a:pt x="405" y="69450"/>
                  </a:lnTo>
                  <a:lnTo>
                    <a:pt x="327" y="69542"/>
                  </a:lnTo>
                  <a:lnTo>
                    <a:pt x="235" y="69646"/>
                  </a:lnTo>
                  <a:lnTo>
                    <a:pt x="170" y="69763"/>
                  </a:lnTo>
                  <a:lnTo>
                    <a:pt x="118" y="69881"/>
                  </a:lnTo>
                  <a:lnTo>
                    <a:pt x="66" y="70011"/>
                  </a:lnTo>
                  <a:lnTo>
                    <a:pt x="40" y="70141"/>
                  </a:lnTo>
                  <a:lnTo>
                    <a:pt x="14" y="70285"/>
                  </a:lnTo>
                  <a:lnTo>
                    <a:pt x="1" y="70428"/>
                  </a:lnTo>
                  <a:lnTo>
                    <a:pt x="14" y="70559"/>
                  </a:lnTo>
                  <a:lnTo>
                    <a:pt x="40" y="70702"/>
                  </a:lnTo>
                  <a:lnTo>
                    <a:pt x="66" y="70832"/>
                  </a:lnTo>
                  <a:lnTo>
                    <a:pt x="118" y="70963"/>
                  </a:lnTo>
                  <a:lnTo>
                    <a:pt x="170" y="71080"/>
                  </a:lnTo>
                  <a:lnTo>
                    <a:pt x="235" y="71197"/>
                  </a:lnTo>
                  <a:lnTo>
                    <a:pt x="327" y="71302"/>
                  </a:lnTo>
                  <a:lnTo>
                    <a:pt x="405" y="71406"/>
                  </a:lnTo>
                  <a:lnTo>
                    <a:pt x="509" y="71484"/>
                  </a:lnTo>
                  <a:lnTo>
                    <a:pt x="613" y="71576"/>
                  </a:lnTo>
                  <a:lnTo>
                    <a:pt x="731" y="71641"/>
                  </a:lnTo>
                  <a:lnTo>
                    <a:pt x="848" y="71693"/>
                  </a:lnTo>
                  <a:lnTo>
                    <a:pt x="979" y="71745"/>
                  </a:lnTo>
                  <a:lnTo>
                    <a:pt x="1109" y="71784"/>
                  </a:lnTo>
                  <a:lnTo>
                    <a:pt x="1252" y="71797"/>
                  </a:lnTo>
                  <a:lnTo>
                    <a:pt x="1383" y="71810"/>
                  </a:lnTo>
                  <a:lnTo>
                    <a:pt x="40716" y="71810"/>
                  </a:lnTo>
                  <a:lnTo>
                    <a:pt x="40860" y="71797"/>
                  </a:lnTo>
                  <a:lnTo>
                    <a:pt x="40990" y="71784"/>
                  </a:lnTo>
                  <a:lnTo>
                    <a:pt x="41120" y="71745"/>
                  </a:lnTo>
                  <a:lnTo>
                    <a:pt x="41251" y="71693"/>
                  </a:lnTo>
                  <a:lnTo>
                    <a:pt x="41368" y="71641"/>
                  </a:lnTo>
                  <a:lnTo>
                    <a:pt x="41486" y="71576"/>
                  </a:lnTo>
                  <a:lnTo>
                    <a:pt x="41590" y="71484"/>
                  </a:lnTo>
                  <a:lnTo>
                    <a:pt x="41694" y="71406"/>
                  </a:lnTo>
                  <a:lnTo>
                    <a:pt x="41785" y="71302"/>
                  </a:lnTo>
                  <a:lnTo>
                    <a:pt x="41864" y="71197"/>
                  </a:lnTo>
                  <a:lnTo>
                    <a:pt x="41929" y="71080"/>
                  </a:lnTo>
                  <a:lnTo>
                    <a:pt x="41994" y="70963"/>
                  </a:lnTo>
                  <a:lnTo>
                    <a:pt x="42033" y="70832"/>
                  </a:lnTo>
                  <a:lnTo>
                    <a:pt x="42072" y="70702"/>
                  </a:lnTo>
                  <a:lnTo>
                    <a:pt x="42085" y="70559"/>
                  </a:lnTo>
                  <a:lnTo>
                    <a:pt x="42098" y="70428"/>
                  </a:lnTo>
                  <a:lnTo>
                    <a:pt x="42085" y="70285"/>
                  </a:lnTo>
                  <a:lnTo>
                    <a:pt x="42072" y="70141"/>
                  </a:lnTo>
                  <a:lnTo>
                    <a:pt x="42033" y="70011"/>
                  </a:lnTo>
                  <a:lnTo>
                    <a:pt x="41994" y="69881"/>
                  </a:lnTo>
                  <a:lnTo>
                    <a:pt x="41929" y="69763"/>
                  </a:lnTo>
                  <a:lnTo>
                    <a:pt x="41864" y="69646"/>
                  </a:lnTo>
                  <a:lnTo>
                    <a:pt x="41785" y="69542"/>
                  </a:lnTo>
                  <a:lnTo>
                    <a:pt x="41694" y="69450"/>
                  </a:lnTo>
                  <a:lnTo>
                    <a:pt x="41590" y="69359"/>
                  </a:lnTo>
                  <a:lnTo>
                    <a:pt x="41486" y="69281"/>
                  </a:lnTo>
                  <a:lnTo>
                    <a:pt x="41368" y="69203"/>
                  </a:lnTo>
                  <a:lnTo>
                    <a:pt x="41251" y="69151"/>
                  </a:lnTo>
                  <a:lnTo>
                    <a:pt x="41120" y="69098"/>
                  </a:lnTo>
                  <a:lnTo>
                    <a:pt x="40990" y="69072"/>
                  </a:lnTo>
                  <a:lnTo>
                    <a:pt x="40860" y="69046"/>
                  </a:lnTo>
                  <a:lnTo>
                    <a:pt x="40416" y="69046"/>
                  </a:lnTo>
                  <a:lnTo>
                    <a:pt x="40403" y="68629"/>
                  </a:lnTo>
                  <a:lnTo>
                    <a:pt x="40377" y="68212"/>
                  </a:lnTo>
                  <a:lnTo>
                    <a:pt x="40351" y="67808"/>
                  </a:lnTo>
                  <a:lnTo>
                    <a:pt x="40312" y="67404"/>
                  </a:lnTo>
                  <a:lnTo>
                    <a:pt x="40260" y="66999"/>
                  </a:lnTo>
                  <a:lnTo>
                    <a:pt x="40195" y="66595"/>
                  </a:lnTo>
                  <a:lnTo>
                    <a:pt x="40130" y="66204"/>
                  </a:lnTo>
                  <a:lnTo>
                    <a:pt x="40051" y="65813"/>
                  </a:lnTo>
                  <a:lnTo>
                    <a:pt x="39960" y="65422"/>
                  </a:lnTo>
                  <a:lnTo>
                    <a:pt x="39856" y="65031"/>
                  </a:lnTo>
                  <a:lnTo>
                    <a:pt x="39752" y="64653"/>
                  </a:lnTo>
                  <a:lnTo>
                    <a:pt x="39634" y="64275"/>
                  </a:lnTo>
                  <a:lnTo>
                    <a:pt x="39504" y="63896"/>
                  </a:lnTo>
                  <a:lnTo>
                    <a:pt x="39373" y="63531"/>
                  </a:lnTo>
                  <a:lnTo>
                    <a:pt x="39230" y="63166"/>
                  </a:lnTo>
                  <a:lnTo>
                    <a:pt x="39074" y="62801"/>
                  </a:lnTo>
                  <a:lnTo>
                    <a:pt x="38917" y="62449"/>
                  </a:lnTo>
                  <a:lnTo>
                    <a:pt x="38748" y="62097"/>
                  </a:lnTo>
                  <a:lnTo>
                    <a:pt x="38578" y="61745"/>
                  </a:lnTo>
                  <a:lnTo>
                    <a:pt x="38383" y="61406"/>
                  </a:lnTo>
                  <a:lnTo>
                    <a:pt x="38200" y="61067"/>
                  </a:lnTo>
                  <a:lnTo>
                    <a:pt x="37992" y="60741"/>
                  </a:lnTo>
                  <a:lnTo>
                    <a:pt x="37783" y="60402"/>
                  </a:lnTo>
                  <a:lnTo>
                    <a:pt x="37574" y="60090"/>
                  </a:lnTo>
                  <a:lnTo>
                    <a:pt x="37353" y="59777"/>
                  </a:lnTo>
                  <a:lnTo>
                    <a:pt x="37118" y="59464"/>
                  </a:lnTo>
                  <a:lnTo>
                    <a:pt x="36883" y="59151"/>
                  </a:lnTo>
                  <a:lnTo>
                    <a:pt x="36636" y="58851"/>
                  </a:lnTo>
                  <a:lnTo>
                    <a:pt x="36388" y="58564"/>
                  </a:lnTo>
                  <a:lnTo>
                    <a:pt x="36127" y="58277"/>
                  </a:lnTo>
                  <a:lnTo>
                    <a:pt x="35866" y="57991"/>
                  </a:lnTo>
                  <a:lnTo>
                    <a:pt x="35593" y="57717"/>
                  </a:lnTo>
                  <a:lnTo>
                    <a:pt x="35306" y="57456"/>
                  </a:lnTo>
                  <a:lnTo>
                    <a:pt x="35032" y="57195"/>
                  </a:lnTo>
                  <a:lnTo>
                    <a:pt x="34732" y="56935"/>
                  </a:lnTo>
                  <a:lnTo>
                    <a:pt x="34445" y="56687"/>
                  </a:lnTo>
                  <a:lnTo>
                    <a:pt x="34146" y="56452"/>
                  </a:lnTo>
                  <a:lnTo>
                    <a:pt x="33833" y="56217"/>
                  </a:lnTo>
                  <a:lnTo>
                    <a:pt x="33520" y="55983"/>
                  </a:lnTo>
                  <a:lnTo>
                    <a:pt x="33194" y="55774"/>
                  </a:lnTo>
                  <a:lnTo>
                    <a:pt x="32868" y="55553"/>
                  </a:lnTo>
                  <a:lnTo>
                    <a:pt x="32542" y="55357"/>
                  </a:lnTo>
                  <a:lnTo>
                    <a:pt x="32203" y="55161"/>
                  </a:lnTo>
                  <a:lnTo>
                    <a:pt x="31864" y="54966"/>
                  </a:lnTo>
                  <a:lnTo>
                    <a:pt x="31525" y="54783"/>
                  </a:lnTo>
                  <a:lnTo>
                    <a:pt x="31173" y="54614"/>
                  </a:lnTo>
                  <a:lnTo>
                    <a:pt x="30821" y="54457"/>
                  </a:lnTo>
                  <a:lnTo>
                    <a:pt x="30456" y="54301"/>
                  </a:lnTo>
                  <a:lnTo>
                    <a:pt x="30091" y="54145"/>
                  </a:lnTo>
                  <a:lnTo>
                    <a:pt x="29726" y="54014"/>
                  </a:lnTo>
                  <a:lnTo>
                    <a:pt x="29361" y="53884"/>
                  </a:lnTo>
                  <a:lnTo>
                    <a:pt x="28983" y="53753"/>
                  </a:lnTo>
                  <a:lnTo>
                    <a:pt x="28605" y="53649"/>
                  </a:lnTo>
                  <a:lnTo>
                    <a:pt x="28214" y="53545"/>
                  </a:lnTo>
                  <a:lnTo>
                    <a:pt x="27822" y="53454"/>
                  </a:lnTo>
                  <a:lnTo>
                    <a:pt x="27431" y="53362"/>
                  </a:lnTo>
                  <a:lnTo>
                    <a:pt x="27040" y="53297"/>
                  </a:lnTo>
                  <a:lnTo>
                    <a:pt x="26649" y="53232"/>
                  </a:lnTo>
                  <a:lnTo>
                    <a:pt x="26245" y="53167"/>
                  </a:lnTo>
                  <a:lnTo>
                    <a:pt x="25841" y="53128"/>
                  </a:lnTo>
                  <a:lnTo>
                    <a:pt x="25437" y="53088"/>
                  </a:lnTo>
                  <a:lnTo>
                    <a:pt x="25019" y="53062"/>
                  </a:lnTo>
                  <a:lnTo>
                    <a:pt x="24602" y="53049"/>
                  </a:lnTo>
                  <a:lnTo>
                    <a:pt x="24198" y="53036"/>
                  </a:lnTo>
                  <a:lnTo>
                    <a:pt x="22151" y="53036"/>
                  </a:lnTo>
                  <a:lnTo>
                    <a:pt x="22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FA3286E8-F16C-C162-27DE-773BD77C5F78}"/>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D45EDA92-8A37-4E55-F2AC-F8442A76A09A}"/>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Statement </a:t>
            </a:r>
            <a:endParaRPr dirty="0"/>
          </a:p>
        </p:txBody>
      </p:sp>
      <p:grpSp>
        <p:nvGrpSpPr>
          <p:cNvPr id="235" name="Google Shape;235;p16">
            <a:extLst>
              <a:ext uri="{FF2B5EF4-FFF2-40B4-BE49-F238E27FC236}">
                <a16:creationId xmlns:a16="http://schemas.microsoft.com/office/drawing/2014/main" id="{F5DEB8B4-E240-BDA4-DF35-D29D28E54D27}"/>
              </a:ext>
            </a:extLst>
          </p:cNvPr>
          <p:cNvGrpSpPr/>
          <p:nvPr/>
        </p:nvGrpSpPr>
        <p:grpSpPr>
          <a:xfrm>
            <a:off x="5206580" y="2103935"/>
            <a:ext cx="3758473" cy="2333511"/>
            <a:chOff x="2693095" y="2398451"/>
            <a:chExt cx="3758473" cy="2333511"/>
          </a:xfrm>
        </p:grpSpPr>
        <p:grpSp>
          <p:nvGrpSpPr>
            <p:cNvPr id="236" name="Google Shape;236;p16">
              <a:extLst>
                <a:ext uri="{FF2B5EF4-FFF2-40B4-BE49-F238E27FC236}">
                  <a16:creationId xmlns:a16="http://schemas.microsoft.com/office/drawing/2014/main" id="{1ADB0AA4-FC8B-8B36-903C-11D5FB9F0839}"/>
                </a:ext>
              </a:extLst>
            </p:cNvPr>
            <p:cNvGrpSpPr/>
            <p:nvPr/>
          </p:nvGrpSpPr>
          <p:grpSpPr>
            <a:xfrm>
              <a:off x="2693095" y="2398451"/>
              <a:ext cx="3758473" cy="2333511"/>
              <a:chOff x="2408781" y="2012246"/>
              <a:chExt cx="4380505" cy="2719710"/>
            </a:xfrm>
          </p:grpSpPr>
          <p:sp>
            <p:nvSpPr>
              <p:cNvPr id="237" name="Google Shape;237;p16">
                <a:extLst>
                  <a:ext uri="{FF2B5EF4-FFF2-40B4-BE49-F238E27FC236}">
                    <a16:creationId xmlns:a16="http://schemas.microsoft.com/office/drawing/2014/main" id="{970A313C-1271-097A-4BB5-E67B7A1E4655}"/>
                  </a:ext>
                </a:extLst>
              </p:cNvPr>
              <p:cNvSpPr/>
              <p:nvPr/>
            </p:nvSpPr>
            <p:spPr>
              <a:xfrm>
                <a:off x="3399881" y="3313221"/>
                <a:ext cx="311044" cy="1412261"/>
              </a:xfrm>
              <a:custGeom>
                <a:avLst/>
                <a:gdLst/>
                <a:ahLst/>
                <a:cxnLst/>
                <a:rect l="l" t="t" r="r" b="b"/>
                <a:pathLst>
                  <a:path w="13838" h="62830" extrusionOk="0">
                    <a:moveTo>
                      <a:pt x="9163" y="0"/>
                    </a:moveTo>
                    <a:lnTo>
                      <a:pt x="1" y="62830"/>
                    </a:lnTo>
                    <a:lnTo>
                      <a:pt x="4688" y="62830"/>
                    </a:lnTo>
                    <a:lnTo>
                      <a:pt x="1383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a:extLst>
                  <a:ext uri="{FF2B5EF4-FFF2-40B4-BE49-F238E27FC236}">
                    <a16:creationId xmlns:a16="http://schemas.microsoft.com/office/drawing/2014/main" id="{E66CE101-EF87-06CC-FD1D-5F31BE4586E6}"/>
                  </a:ext>
                </a:extLst>
              </p:cNvPr>
              <p:cNvSpPr/>
              <p:nvPr/>
            </p:nvSpPr>
            <p:spPr>
              <a:xfrm>
                <a:off x="2566280" y="3151788"/>
                <a:ext cx="885186" cy="222864"/>
              </a:xfrm>
              <a:custGeom>
                <a:avLst/>
                <a:gdLst/>
                <a:ahLst/>
                <a:cxnLst/>
                <a:rect l="l" t="t" r="r" b="b"/>
                <a:pathLst>
                  <a:path w="39381" h="9915" extrusionOk="0">
                    <a:moveTo>
                      <a:pt x="27812" y="0"/>
                    </a:moveTo>
                    <a:lnTo>
                      <a:pt x="0" y="13"/>
                    </a:lnTo>
                    <a:lnTo>
                      <a:pt x="11180" y="9914"/>
                    </a:lnTo>
                    <a:lnTo>
                      <a:pt x="38979" y="9914"/>
                    </a:lnTo>
                    <a:lnTo>
                      <a:pt x="39343" y="7796"/>
                    </a:lnTo>
                    <a:lnTo>
                      <a:pt x="39368" y="7571"/>
                    </a:lnTo>
                    <a:lnTo>
                      <a:pt x="39380" y="7345"/>
                    </a:lnTo>
                    <a:lnTo>
                      <a:pt x="39380" y="7119"/>
                    </a:lnTo>
                    <a:lnTo>
                      <a:pt x="39368" y="6894"/>
                    </a:lnTo>
                    <a:lnTo>
                      <a:pt x="39330" y="6681"/>
                    </a:lnTo>
                    <a:lnTo>
                      <a:pt x="39292" y="6468"/>
                    </a:lnTo>
                    <a:lnTo>
                      <a:pt x="39230" y="6255"/>
                    </a:lnTo>
                    <a:lnTo>
                      <a:pt x="39155" y="6054"/>
                    </a:lnTo>
                    <a:lnTo>
                      <a:pt x="39067" y="5841"/>
                    </a:lnTo>
                    <a:lnTo>
                      <a:pt x="38967" y="5653"/>
                    </a:lnTo>
                    <a:lnTo>
                      <a:pt x="38854" y="5465"/>
                    </a:lnTo>
                    <a:lnTo>
                      <a:pt x="38728" y="5277"/>
                    </a:lnTo>
                    <a:lnTo>
                      <a:pt x="38591" y="5114"/>
                    </a:lnTo>
                    <a:lnTo>
                      <a:pt x="38440" y="4951"/>
                    </a:lnTo>
                    <a:lnTo>
                      <a:pt x="38277" y="4788"/>
                    </a:lnTo>
                    <a:lnTo>
                      <a:pt x="38102" y="4650"/>
                    </a:lnTo>
                    <a:lnTo>
                      <a:pt x="35395" y="2582"/>
                    </a:lnTo>
                    <a:lnTo>
                      <a:pt x="34981" y="2269"/>
                    </a:lnTo>
                    <a:lnTo>
                      <a:pt x="34567" y="1993"/>
                    </a:lnTo>
                    <a:lnTo>
                      <a:pt x="34129" y="1717"/>
                    </a:lnTo>
                    <a:lnTo>
                      <a:pt x="33678" y="1467"/>
                    </a:lnTo>
                    <a:lnTo>
                      <a:pt x="33226" y="1241"/>
                    </a:lnTo>
                    <a:lnTo>
                      <a:pt x="32763" y="1028"/>
                    </a:lnTo>
                    <a:lnTo>
                      <a:pt x="32299" y="840"/>
                    </a:lnTo>
                    <a:lnTo>
                      <a:pt x="31823" y="665"/>
                    </a:lnTo>
                    <a:lnTo>
                      <a:pt x="31334" y="514"/>
                    </a:lnTo>
                    <a:lnTo>
                      <a:pt x="30845" y="376"/>
                    </a:lnTo>
                    <a:lnTo>
                      <a:pt x="30344" y="264"/>
                    </a:lnTo>
                    <a:lnTo>
                      <a:pt x="29842" y="176"/>
                    </a:lnTo>
                    <a:lnTo>
                      <a:pt x="29341" y="101"/>
                    </a:lnTo>
                    <a:lnTo>
                      <a:pt x="28827" y="51"/>
                    </a:lnTo>
                    <a:lnTo>
                      <a:pt x="28326" y="13"/>
                    </a:lnTo>
                    <a:lnTo>
                      <a:pt x="27812"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a:extLst>
                  <a:ext uri="{FF2B5EF4-FFF2-40B4-BE49-F238E27FC236}">
                    <a16:creationId xmlns:a16="http://schemas.microsoft.com/office/drawing/2014/main" id="{157AF92B-2339-689E-0973-A41EDCF074D3}"/>
                  </a:ext>
                </a:extLst>
              </p:cNvPr>
              <p:cNvSpPr/>
              <p:nvPr/>
            </p:nvSpPr>
            <p:spPr>
              <a:xfrm>
                <a:off x="3125768" y="3222772"/>
                <a:ext cx="325699" cy="1502711"/>
              </a:xfrm>
              <a:custGeom>
                <a:avLst/>
                <a:gdLst/>
                <a:ahLst/>
                <a:cxnLst/>
                <a:rect l="l" t="t" r="r" b="b"/>
                <a:pathLst>
                  <a:path w="14490" h="66854" extrusionOk="0">
                    <a:moveTo>
                      <a:pt x="11256" y="1"/>
                    </a:moveTo>
                    <a:lnTo>
                      <a:pt x="1" y="66854"/>
                    </a:lnTo>
                    <a:lnTo>
                      <a:pt x="3974" y="66854"/>
                    </a:lnTo>
                    <a:lnTo>
                      <a:pt x="14452" y="4663"/>
                    </a:lnTo>
                    <a:lnTo>
                      <a:pt x="14477" y="4438"/>
                    </a:lnTo>
                    <a:lnTo>
                      <a:pt x="14489" y="4212"/>
                    </a:lnTo>
                    <a:lnTo>
                      <a:pt x="14489" y="3986"/>
                    </a:lnTo>
                    <a:lnTo>
                      <a:pt x="14477" y="3773"/>
                    </a:lnTo>
                    <a:lnTo>
                      <a:pt x="14452" y="3560"/>
                    </a:lnTo>
                    <a:lnTo>
                      <a:pt x="14401" y="3335"/>
                    </a:lnTo>
                    <a:lnTo>
                      <a:pt x="14339" y="3134"/>
                    </a:lnTo>
                    <a:lnTo>
                      <a:pt x="14276" y="2921"/>
                    </a:lnTo>
                    <a:lnTo>
                      <a:pt x="14188" y="2721"/>
                    </a:lnTo>
                    <a:lnTo>
                      <a:pt x="14088" y="2533"/>
                    </a:lnTo>
                    <a:lnTo>
                      <a:pt x="13975" y="2345"/>
                    </a:lnTo>
                    <a:lnTo>
                      <a:pt x="13850" y="2157"/>
                    </a:lnTo>
                    <a:lnTo>
                      <a:pt x="13712" y="1994"/>
                    </a:lnTo>
                    <a:lnTo>
                      <a:pt x="13562" y="1831"/>
                    </a:lnTo>
                    <a:lnTo>
                      <a:pt x="13399" y="1668"/>
                    </a:lnTo>
                    <a:lnTo>
                      <a:pt x="13223" y="1530"/>
                    </a:lnTo>
                    <a:lnTo>
                      <a:pt x="1125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a:extLst>
                  <a:ext uri="{FF2B5EF4-FFF2-40B4-BE49-F238E27FC236}">
                    <a16:creationId xmlns:a16="http://schemas.microsoft.com/office/drawing/2014/main" id="{A0C632DB-CD8D-D2EF-DBF2-816C45B5E6B5}"/>
                  </a:ext>
                </a:extLst>
              </p:cNvPr>
              <p:cNvSpPr/>
              <p:nvPr/>
            </p:nvSpPr>
            <p:spPr>
              <a:xfrm>
                <a:off x="3203518" y="3820876"/>
                <a:ext cx="872801" cy="78604"/>
              </a:xfrm>
              <a:custGeom>
                <a:avLst/>
                <a:gdLst/>
                <a:ahLst/>
                <a:cxnLst/>
                <a:rect l="l" t="t" r="r" b="b"/>
                <a:pathLst>
                  <a:path w="38830" h="3497" extrusionOk="0">
                    <a:moveTo>
                      <a:pt x="3485" y="0"/>
                    </a:moveTo>
                    <a:lnTo>
                      <a:pt x="3310" y="13"/>
                    </a:lnTo>
                    <a:lnTo>
                      <a:pt x="3134" y="25"/>
                    </a:lnTo>
                    <a:lnTo>
                      <a:pt x="2959" y="50"/>
                    </a:lnTo>
                    <a:lnTo>
                      <a:pt x="2783" y="75"/>
                    </a:lnTo>
                    <a:lnTo>
                      <a:pt x="2620" y="113"/>
                    </a:lnTo>
                    <a:lnTo>
                      <a:pt x="2457" y="163"/>
                    </a:lnTo>
                    <a:lnTo>
                      <a:pt x="2294" y="213"/>
                    </a:lnTo>
                    <a:lnTo>
                      <a:pt x="2131" y="276"/>
                    </a:lnTo>
                    <a:lnTo>
                      <a:pt x="1981" y="351"/>
                    </a:lnTo>
                    <a:lnTo>
                      <a:pt x="1831" y="426"/>
                    </a:lnTo>
                    <a:lnTo>
                      <a:pt x="1680" y="514"/>
                    </a:lnTo>
                    <a:lnTo>
                      <a:pt x="1542" y="602"/>
                    </a:lnTo>
                    <a:lnTo>
                      <a:pt x="1405" y="702"/>
                    </a:lnTo>
                    <a:lnTo>
                      <a:pt x="1267" y="802"/>
                    </a:lnTo>
                    <a:lnTo>
                      <a:pt x="1141" y="915"/>
                    </a:lnTo>
                    <a:lnTo>
                      <a:pt x="1016" y="1028"/>
                    </a:lnTo>
                    <a:lnTo>
                      <a:pt x="903" y="1153"/>
                    </a:lnTo>
                    <a:lnTo>
                      <a:pt x="790" y="1279"/>
                    </a:lnTo>
                    <a:lnTo>
                      <a:pt x="690" y="1404"/>
                    </a:lnTo>
                    <a:lnTo>
                      <a:pt x="590" y="1542"/>
                    </a:lnTo>
                    <a:lnTo>
                      <a:pt x="502" y="1692"/>
                    </a:lnTo>
                    <a:lnTo>
                      <a:pt x="414" y="1830"/>
                    </a:lnTo>
                    <a:lnTo>
                      <a:pt x="339" y="1980"/>
                    </a:lnTo>
                    <a:lnTo>
                      <a:pt x="277" y="2143"/>
                    </a:lnTo>
                    <a:lnTo>
                      <a:pt x="214" y="2294"/>
                    </a:lnTo>
                    <a:lnTo>
                      <a:pt x="151" y="2457"/>
                    </a:lnTo>
                    <a:lnTo>
                      <a:pt x="114" y="2620"/>
                    </a:lnTo>
                    <a:lnTo>
                      <a:pt x="76" y="2795"/>
                    </a:lnTo>
                    <a:lnTo>
                      <a:pt x="38" y="2971"/>
                    </a:lnTo>
                    <a:lnTo>
                      <a:pt x="13" y="3133"/>
                    </a:lnTo>
                    <a:lnTo>
                      <a:pt x="1" y="3321"/>
                    </a:lnTo>
                    <a:lnTo>
                      <a:pt x="1" y="3497"/>
                    </a:lnTo>
                    <a:lnTo>
                      <a:pt x="38829" y="3497"/>
                    </a:lnTo>
                    <a:lnTo>
                      <a:pt x="38817" y="3321"/>
                    </a:lnTo>
                    <a:lnTo>
                      <a:pt x="38804" y="3133"/>
                    </a:lnTo>
                    <a:lnTo>
                      <a:pt x="38792" y="2971"/>
                    </a:lnTo>
                    <a:lnTo>
                      <a:pt x="38754" y="2795"/>
                    </a:lnTo>
                    <a:lnTo>
                      <a:pt x="38717" y="2620"/>
                    </a:lnTo>
                    <a:lnTo>
                      <a:pt x="38666" y="2457"/>
                    </a:lnTo>
                    <a:lnTo>
                      <a:pt x="38616" y="2294"/>
                    </a:lnTo>
                    <a:lnTo>
                      <a:pt x="38554" y="2143"/>
                    </a:lnTo>
                    <a:lnTo>
                      <a:pt x="38478" y="1980"/>
                    </a:lnTo>
                    <a:lnTo>
                      <a:pt x="38403" y="1830"/>
                    </a:lnTo>
                    <a:lnTo>
                      <a:pt x="38316" y="1692"/>
                    </a:lnTo>
                    <a:lnTo>
                      <a:pt x="38228" y="1542"/>
                    </a:lnTo>
                    <a:lnTo>
                      <a:pt x="38128" y="1404"/>
                    </a:lnTo>
                    <a:lnTo>
                      <a:pt x="38027" y="1279"/>
                    </a:lnTo>
                    <a:lnTo>
                      <a:pt x="37914" y="1153"/>
                    </a:lnTo>
                    <a:lnTo>
                      <a:pt x="37802" y="1028"/>
                    </a:lnTo>
                    <a:lnTo>
                      <a:pt x="37676" y="915"/>
                    </a:lnTo>
                    <a:lnTo>
                      <a:pt x="37551" y="802"/>
                    </a:lnTo>
                    <a:lnTo>
                      <a:pt x="37426" y="702"/>
                    </a:lnTo>
                    <a:lnTo>
                      <a:pt x="37288" y="602"/>
                    </a:lnTo>
                    <a:lnTo>
                      <a:pt x="37150" y="514"/>
                    </a:lnTo>
                    <a:lnTo>
                      <a:pt x="37000" y="426"/>
                    </a:lnTo>
                    <a:lnTo>
                      <a:pt x="36849" y="351"/>
                    </a:lnTo>
                    <a:lnTo>
                      <a:pt x="36699" y="276"/>
                    </a:lnTo>
                    <a:lnTo>
                      <a:pt x="36536" y="213"/>
                    </a:lnTo>
                    <a:lnTo>
                      <a:pt x="36373" y="163"/>
                    </a:lnTo>
                    <a:lnTo>
                      <a:pt x="36210" y="113"/>
                    </a:lnTo>
                    <a:lnTo>
                      <a:pt x="36034" y="75"/>
                    </a:lnTo>
                    <a:lnTo>
                      <a:pt x="35872" y="50"/>
                    </a:lnTo>
                    <a:lnTo>
                      <a:pt x="35696" y="25"/>
                    </a:lnTo>
                    <a:lnTo>
                      <a:pt x="35521" y="13"/>
                    </a:lnTo>
                    <a:lnTo>
                      <a:pt x="35333"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a:extLst>
                  <a:ext uri="{FF2B5EF4-FFF2-40B4-BE49-F238E27FC236}">
                    <a16:creationId xmlns:a16="http://schemas.microsoft.com/office/drawing/2014/main" id="{84B69E89-C6E7-5D2D-877A-279679E1432C}"/>
                  </a:ext>
                </a:extLst>
              </p:cNvPr>
              <p:cNvSpPr/>
              <p:nvPr/>
            </p:nvSpPr>
            <p:spPr>
              <a:xfrm>
                <a:off x="3517371" y="3899457"/>
                <a:ext cx="558948" cy="147093"/>
              </a:xfrm>
              <a:custGeom>
                <a:avLst/>
                <a:gdLst/>
                <a:ahLst/>
                <a:cxnLst/>
                <a:rect l="l" t="t" r="r" b="b"/>
                <a:pathLst>
                  <a:path w="24867" h="6544" extrusionOk="0">
                    <a:moveTo>
                      <a:pt x="0" y="1"/>
                    </a:moveTo>
                    <a:lnTo>
                      <a:pt x="0" y="6543"/>
                    </a:lnTo>
                    <a:lnTo>
                      <a:pt x="24866" y="6543"/>
                    </a:lnTo>
                    <a:lnTo>
                      <a:pt x="2486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a:extLst>
                  <a:ext uri="{FF2B5EF4-FFF2-40B4-BE49-F238E27FC236}">
                    <a16:creationId xmlns:a16="http://schemas.microsoft.com/office/drawing/2014/main" id="{0E8AAC01-2732-7E96-D47D-287FE87EC1D0}"/>
                  </a:ext>
                </a:extLst>
              </p:cNvPr>
              <p:cNvSpPr/>
              <p:nvPr/>
            </p:nvSpPr>
            <p:spPr>
              <a:xfrm>
                <a:off x="2644592" y="3899457"/>
                <a:ext cx="872801" cy="147093"/>
              </a:xfrm>
              <a:custGeom>
                <a:avLst/>
                <a:gdLst/>
                <a:ahLst/>
                <a:cxnLst/>
                <a:rect l="l" t="t" r="r" b="b"/>
                <a:pathLst>
                  <a:path w="38830" h="6544" extrusionOk="0">
                    <a:moveTo>
                      <a:pt x="0" y="1"/>
                    </a:moveTo>
                    <a:lnTo>
                      <a:pt x="0" y="6543"/>
                    </a:lnTo>
                    <a:lnTo>
                      <a:pt x="38829" y="6543"/>
                    </a:lnTo>
                    <a:lnTo>
                      <a:pt x="38829"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a:extLst>
                  <a:ext uri="{FF2B5EF4-FFF2-40B4-BE49-F238E27FC236}">
                    <a16:creationId xmlns:a16="http://schemas.microsoft.com/office/drawing/2014/main" id="{C6702CBB-DFD5-7BF2-DFE4-7D02134D1634}"/>
                  </a:ext>
                </a:extLst>
              </p:cNvPr>
              <p:cNvSpPr/>
              <p:nvPr/>
            </p:nvSpPr>
            <p:spPr>
              <a:xfrm>
                <a:off x="2644592" y="3820876"/>
                <a:ext cx="872801" cy="78604"/>
              </a:xfrm>
              <a:custGeom>
                <a:avLst/>
                <a:gdLst/>
                <a:ahLst/>
                <a:cxnLst/>
                <a:rect l="l" t="t" r="r" b="b"/>
                <a:pathLst>
                  <a:path w="38830" h="3497" extrusionOk="0">
                    <a:moveTo>
                      <a:pt x="3485" y="0"/>
                    </a:moveTo>
                    <a:lnTo>
                      <a:pt x="3309" y="13"/>
                    </a:lnTo>
                    <a:lnTo>
                      <a:pt x="3134" y="25"/>
                    </a:lnTo>
                    <a:lnTo>
                      <a:pt x="2958" y="50"/>
                    </a:lnTo>
                    <a:lnTo>
                      <a:pt x="2783" y="75"/>
                    </a:lnTo>
                    <a:lnTo>
                      <a:pt x="2620" y="113"/>
                    </a:lnTo>
                    <a:lnTo>
                      <a:pt x="2444" y="163"/>
                    </a:lnTo>
                    <a:lnTo>
                      <a:pt x="2294" y="213"/>
                    </a:lnTo>
                    <a:lnTo>
                      <a:pt x="2131" y="276"/>
                    </a:lnTo>
                    <a:lnTo>
                      <a:pt x="1981" y="351"/>
                    </a:lnTo>
                    <a:lnTo>
                      <a:pt x="1830" y="426"/>
                    </a:lnTo>
                    <a:lnTo>
                      <a:pt x="1680" y="514"/>
                    </a:lnTo>
                    <a:lnTo>
                      <a:pt x="1542" y="602"/>
                    </a:lnTo>
                    <a:lnTo>
                      <a:pt x="1404" y="702"/>
                    </a:lnTo>
                    <a:lnTo>
                      <a:pt x="1266" y="802"/>
                    </a:lnTo>
                    <a:lnTo>
                      <a:pt x="1141" y="915"/>
                    </a:lnTo>
                    <a:lnTo>
                      <a:pt x="1016" y="1028"/>
                    </a:lnTo>
                    <a:lnTo>
                      <a:pt x="903" y="1153"/>
                    </a:lnTo>
                    <a:lnTo>
                      <a:pt x="790" y="1279"/>
                    </a:lnTo>
                    <a:lnTo>
                      <a:pt x="690" y="1404"/>
                    </a:lnTo>
                    <a:lnTo>
                      <a:pt x="590" y="1542"/>
                    </a:lnTo>
                    <a:lnTo>
                      <a:pt x="502" y="1692"/>
                    </a:lnTo>
                    <a:lnTo>
                      <a:pt x="414" y="1830"/>
                    </a:lnTo>
                    <a:lnTo>
                      <a:pt x="339" y="1980"/>
                    </a:lnTo>
                    <a:lnTo>
                      <a:pt x="276" y="2143"/>
                    </a:lnTo>
                    <a:lnTo>
                      <a:pt x="214" y="2294"/>
                    </a:lnTo>
                    <a:lnTo>
                      <a:pt x="151" y="2457"/>
                    </a:lnTo>
                    <a:lnTo>
                      <a:pt x="113" y="2620"/>
                    </a:lnTo>
                    <a:lnTo>
                      <a:pt x="63" y="2795"/>
                    </a:lnTo>
                    <a:lnTo>
                      <a:pt x="38" y="2971"/>
                    </a:lnTo>
                    <a:lnTo>
                      <a:pt x="13" y="3133"/>
                    </a:lnTo>
                    <a:lnTo>
                      <a:pt x="0" y="3321"/>
                    </a:lnTo>
                    <a:lnTo>
                      <a:pt x="0" y="3497"/>
                    </a:lnTo>
                    <a:lnTo>
                      <a:pt x="38829" y="3497"/>
                    </a:lnTo>
                    <a:lnTo>
                      <a:pt x="38817" y="3321"/>
                    </a:lnTo>
                    <a:lnTo>
                      <a:pt x="38804" y="3133"/>
                    </a:lnTo>
                    <a:lnTo>
                      <a:pt x="38779" y="2971"/>
                    </a:lnTo>
                    <a:lnTo>
                      <a:pt x="38754" y="2795"/>
                    </a:lnTo>
                    <a:lnTo>
                      <a:pt x="38716" y="2620"/>
                    </a:lnTo>
                    <a:lnTo>
                      <a:pt x="38666" y="2457"/>
                    </a:lnTo>
                    <a:lnTo>
                      <a:pt x="38616" y="2294"/>
                    </a:lnTo>
                    <a:lnTo>
                      <a:pt x="38553" y="2143"/>
                    </a:lnTo>
                    <a:lnTo>
                      <a:pt x="38478" y="1980"/>
                    </a:lnTo>
                    <a:lnTo>
                      <a:pt x="38403" y="1830"/>
                    </a:lnTo>
                    <a:lnTo>
                      <a:pt x="38315" y="1692"/>
                    </a:lnTo>
                    <a:lnTo>
                      <a:pt x="38227" y="1542"/>
                    </a:lnTo>
                    <a:lnTo>
                      <a:pt x="38127" y="1404"/>
                    </a:lnTo>
                    <a:lnTo>
                      <a:pt x="38027" y="1279"/>
                    </a:lnTo>
                    <a:lnTo>
                      <a:pt x="37914" y="1153"/>
                    </a:lnTo>
                    <a:lnTo>
                      <a:pt x="37801" y="1028"/>
                    </a:lnTo>
                    <a:lnTo>
                      <a:pt x="37676" y="915"/>
                    </a:lnTo>
                    <a:lnTo>
                      <a:pt x="37551" y="802"/>
                    </a:lnTo>
                    <a:lnTo>
                      <a:pt x="37425" y="702"/>
                    </a:lnTo>
                    <a:lnTo>
                      <a:pt x="37287" y="602"/>
                    </a:lnTo>
                    <a:lnTo>
                      <a:pt x="37150" y="514"/>
                    </a:lnTo>
                    <a:lnTo>
                      <a:pt x="36999" y="426"/>
                    </a:lnTo>
                    <a:lnTo>
                      <a:pt x="36849" y="351"/>
                    </a:lnTo>
                    <a:lnTo>
                      <a:pt x="36698" y="276"/>
                    </a:lnTo>
                    <a:lnTo>
                      <a:pt x="36535" y="213"/>
                    </a:lnTo>
                    <a:lnTo>
                      <a:pt x="36372" y="163"/>
                    </a:lnTo>
                    <a:lnTo>
                      <a:pt x="36210" y="113"/>
                    </a:lnTo>
                    <a:lnTo>
                      <a:pt x="36034" y="75"/>
                    </a:lnTo>
                    <a:lnTo>
                      <a:pt x="35871" y="50"/>
                    </a:lnTo>
                    <a:lnTo>
                      <a:pt x="35696" y="25"/>
                    </a:lnTo>
                    <a:lnTo>
                      <a:pt x="35520" y="13"/>
                    </a:lnTo>
                    <a:lnTo>
                      <a:pt x="35332"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a:extLst>
                  <a:ext uri="{FF2B5EF4-FFF2-40B4-BE49-F238E27FC236}">
                    <a16:creationId xmlns:a16="http://schemas.microsoft.com/office/drawing/2014/main" id="{88095F92-F9DB-F123-F259-48CAB6719226}"/>
                  </a:ext>
                </a:extLst>
              </p:cNvPr>
              <p:cNvSpPr/>
              <p:nvPr/>
            </p:nvSpPr>
            <p:spPr>
              <a:xfrm>
                <a:off x="4031791" y="3899457"/>
                <a:ext cx="89033" cy="826026"/>
              </a:xfrm>
              <a:custGeom>
                <a:avLst/>
                <a:gdLst/>
                <a:ahLst/>
                <a:cxnLst/>
                <a:rect l="l" t="t" r="r" b="b"/>
                <a:pathLst>
                  <a:path w="3961" h="36749" extrusionOk="0">
                    <a:moveTo>
                      <a:pt x="0" y="1"/>
                    </a:moveTo>
                    <a:lnTo>
                      <a:pt x="0" y="36749"/>
                    </a:lnTo>
                    <a:lnTo>
                      <a:pt x="3961" y="36749"/>
                    </a:lnTo>
                    <a:lnTo>
                      <a:pt x="396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6">
                <a:extLst>
                  <a:ext uri="{FF2B5EF4-FFF2-40B4-BE49-F238E27FC236}">
                    <a16:creationId xmlns:a16="http://schemas.microsoft.com/office/drawing/2014/main" id="{079378C4-F2CE-80C6-4E54-BB7AD1448496}"/>
                  </a:ext>
                </a:extLst>
              </p:cNvPr>
              <p:cNvSpPr/>
              <p:nvPr/>
            </p:nvSpPr>
            <p:spPr>
              <a:xfrm>
                <a:off x="3517371" y="3899457"/>
                <a:ext cx="89033" cy="826026"/>
              </a:xfrm>
              <a:custGeom>
                <a:avLst/>
                <a:gdLst/>
                <a:ahLst/>
                <a:cxnLst/>
                <a:rect l="l" t="t" r="r" b="b"/>
                <a:pathLst>
                  <a:path w="3961" h="36749" extrusionOk="0">
                    <a:moveTo>
                      <a:pt x="0" y="1"/>
                    </a:moveTo>
                    <a:lnTo>
                      <a:pt x="0" y="36749"/>
                    </a:lnTo>
                    <a:lnTo>
                      <a:pt x="3961" y="36749"/>
                    </a:lnTo>
                    <a:lnTo>
                      <a:pt x="396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a:extLst>
                  <a:ext uri="{FF2B5EF4-FFF2-40B4-BE49-F238E27FC236}">
                    <a16:creationId xmlns:a16="http://schemas.microsoft.com/office/drawing/2014/main" id="{DCE08582-A0EA-D5D3-5F1E-503CAF08AEC6}"/>
                  </a:ext>
                </a:extLst>
              </p:cNvPr>
              <p:cNvSpPr/>
              <p:nvPr/>
            </p:nvSpPr>
            <p:spPr>
              <a:xfrm>
                <a:off x="2500624" y="3284203"/>
                <a:ext cx="324575" cy="1441280"/>
              </a:xfrm>
              <a:custGeom>
                <a:avLst/>
                <a:gdLst/>
                <a:ahLst/>
                <a:cxnLst/>
                <a:rect l="l" t="t" r="r" b="b"/>
                <a:pathLst>
                  <a:path w="14440" h="64121" extrusionOk="0">
                    <a:moveTo>
                      <a:pt x="10805" y="0"/>
                    </a:moveTo>
                    <a:lnTo>
                      <a:pt x="1" y="64121"/>
                    </a:lnTo>
                    <a:lnTo>
                      <a:pt x="3974" y="64121"/>
                    </a:lnTo>
                    <a:lnTo>
                      <a:pt x="14414" y="2143"/>
                    </a:lnTo>
                    <a:lnTo>
                      <a:pt x="14439" y="1930"/>
                    </a:lnTo>
                    <a:lnTo>
                      <a:pt x="14439" y="1730"/>
                    </a:lnTo>
                    <a:lnTo>
                      <a:pt x="14414" y="1529"/>
                    </a:lnTo>
                    <a:lnTo>
                      <a:pt x="14364" y="1329"/>
                    </a:lnTo>
                    <a:lnTo>
                      <a:pt x="14302" y="1141"/>
                    </a:lnTo>
                    <a:lnTo>
                      <a:pt x="14226" y="965"/>
                    </a:lnTo>
                    <a:lnTo>
                      <a:pt x="14126" y="802"/>
                    </a:lnTo>
                    <a:lnTo>
                      <a:pt x="14001" y="652"/>
                    </a:lnTo>
                    <a:lnTo>
                      <a:pt x="13875" y="501"/>
                    </a:lnTo>
                    <a:lnTo>
                      <a:pt x="13725" y="376"/>
                    </a:lnTo>
                    <a:lnTo>
                      <a:pt x="13562" y="263"/>
                    </a:lnTo>
                    <a:lnTo>
                      <a:pt x="13387" y="176"/>
                    </a:lnTo>
                    <a:lnTo>
                      <a:pt x="13211" y="100"/>
                    </a:lnTo>
                    <a:lnTo>
                      <a:pt x="13011" y="38"/>
                    </a:lnTo>
                    <a:lnTo>
                      <a:pt x="12810" y="13"/>
                    </a:lnTo>
                    <a:lnTo>
                      <a:pt x="12597"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a:extLst>
                  <a:ext uri="{FF2B5EF4-FFF2-40B4-BE49-F238E27FC236}">
                    <a16:creationId xmlns:a16="http://schemas.microsoft.com/office/drawing/2014/main" id="{182159AC-958F-3E6A-EEC5-1E9E43C817C1}"/>
                  </a:ext>
                </a:extLst>
              </p:cNvPr>
              <p:cNvSpPr/>
              <p:nvPr/>
            </p:nvSpPr>
            <p:spPr>
              <a:xfrm>
                <a:off x="2408781" y="3152058"/>
                <a:ext cx="417542" cy="300906"/>
              </a:xfrm>
              <a:custGeom>
                <a:avLst/>
                <a:gdLst/>
                <a:ahLst/>
                <a:cxnLst/>
                <a:rect l="l" t="t" r="r" b="b"/>
                <a:pathLst>
                  <a:path w="18576" h="13387" extrusionOk="0">
                    <a:moveTo>
                      <a:pt x="1304" y="1"/>
                    </a:moveTo>
                    <a:lnTo>
                      <a:pt x="1154" y="13"/>
                    </a:lnTo>
                    <a:lnTo>
                      <a:pt x="1016" y="39"/>
                    </a:lnTo>
                    <a:lnTo>
                      <a:pt x="878" y="76"/>
                    </a:lnTo>
                    <a:lnTo>
                      <a:pt x="753" y="126"/>
                    </a:lnTo>
                    <a:lnTo>
                      <a:pt x="628" y="189"/>
                    </a:lnTo>
                    <a:lnTo>
                      <a:pt x="515" y="264"/>
                    </a:lnTo>
                    <a:lnTo>
                      <a:pt x="415" y="352"/>
                    </a:lnTo>
                    <a:lnTo>
                      <a:pt x="314" y="452"/>
                    </a:lnTo>
                    <a:lnTo>
                      <a:pt x="239" y="565"/>
                    </a:lnTo>
                    <a:lnTo>
                      <a:pt x="164" y="678"/>
                    </a:lnTo>
                    <a:lnTo>
                      <a:pt x="101" y="791"/>
                    </a:lnTo>
                    <a:lnTo>
                      <a:pt x="64" y="928"/>
                    </a:lnTo>
                    <a:lnTo>
                      <a:pt x="26" y="1054"/>
                    </a:lnTo>
                    <a:lnTo>
                      <a:pt x="13" y="1204"/>
                    </a:lnTo>
                    <a:lnTo>
                      <a:pt x="1" y="1342"/>
                    </a:lnTo>
                    <a:lnTo>
                      <a:pt x="13" y="1480"/>
                    </a:lnTo>
                    <a:lnTo>
                      <a:pt x="1141" y="9100"/>
                    </a:lnTo>
                    <a:lnTo>
                      <a:pt x="1154" y="9226"/>
                    </a:lnTo>
                    <a:lnTo>
                      <a:pt x="1192" y="9338"/>
                    </a:lnTo>
                    <a:lnTo>
                      <a:pt x="1229" y="9464"/>
                    </a:lnTo>
                    <a:lnTo>
                      <a:pt x="1279" y="9576"/>
                    </a:lnTo>
                    <a:lnTo>
                      <a:pt x="1342" y="9677"/>
                    </a:lnTo>
                    <a:lnTo>
                      <a:pt x="1405" y="9777"/>
                    </a:lnTo>
                    <a:lnTo>
                      <a:pt x="1480" y="9877"/>
                    </a:lnTo>
                    <a:lnTo>
                      <a:pt x="1568" y="9965"/>
                    </a:lnTo>
                    <a:lnTo>
                      <a:pt x="1655" y="10053"/>
                    </a:lnTo>
                    <a:lnTo>
                      <a:pt x="1743" y="10128"/>
                    </a:lnTo>
                    <a:lnTo>
                      <a:pt x="1843" y="10191"/>
                    </a:lnTo>
                    <a:lnTo>
                      <a:pt x="1956" y="10253"/>
                    </a:lnTo>
                    <a:lnTo>
                      <a:pt x="2069" y="10303"/>
                    </a:lnTo>
                    <a:lnTo>
                      <a:pt x="2182" y="10354"/>
                    </a:lnTo>
                    <a:lnTo>
                      <a:pt x="2307" y="10379"/>
                    </a:lnTo>
                    <a:lnTo>
                      <a:pt x="2432" y="10404"/>
                    </a:lnTo>
                    <a:lnTo>
                      <a:pt x="2834" y="10466"/>
                    </a:lnTo>
                    <a:lnTo>
                      <a:pt x="3260" y="10504"/>
                    </a:lnTo>
                    <a:lnTo>
                      <a:pt x="3673" y="10554"/>
                    </a:lnTo>
                    <a:lnTo>
                      <a:pt x="4099" y="10579"/>
                    </a:lnTo>
                    <a:lnTo>
                      <a:pt x="4952" y="10629"/>
                    </a:lnTo>
                    <a:lnTo>
                      <a:pt x="5804" y="10642"/>
                    </a:lnTo>
                    <a:lnTo>
                      <a:pt x="6631" y="10642"/>
                    </a:lnTo>
                    <a:lnTo>
                      <a:pt x="7446" y="10629"/>
                    </a:lnTo>
                    <a:lnTo>
                      <a:pt x="8223" y="10592"/>
                    </a:lnTo>
                    <a:lnTo>
                      <a:pt x="8962" y="10542"/>
                    </a:lnTo>
                    <a:lnTo>
                      <a:pt x="9652" y="10491"/>
                    </a:lnTo>
                    <a:lnTo>
                      <a:pt x="10278" y="10429"/>
                    </a:lnTo>
                    <a:lnTo>
                      <a:pt x="11319" y="10316"/>
                    </a:lnTo>
                    <a:lnTo>
                      <a:pt x="11995" y="10228"/>
                    </a:lnTo>
                    <a:lnTo>
                      <a:pt x="12234" y="10191"/>
                    </a:lnTo>
                    <a:lnTo>
                      <a:pt x="17585" y="13387"/>
                    </a:lnTo>
                    <a:lnTo>
                      <a:pt x="18538" y="7797"/>
                    </a:lnTo>
                    <a:lnTo>
                      <a:pt x="18563" y="7571"/>
                    </a:lnTo>
                    <a:lnTo>
                      <a:pt x="18576" y="7345"/>
                    </a:lnTo>
                    <a:lnTo>
                      <a:pt x="18576" y="7120"/>
                    </a:lnTo>
                    <a:lnTo>
                      <a:pt x="18563" y="6907"/>
                    </a:lnTo>
                    <a:lnTo>
                      <a:pt x="18525" y="6681"/>
                    </a:lnTo>
                    <a:lnTo>
                      <a:pt x="18488" y="6468"/>
                    </a:lnTo>
                    <a:lnTo>
                      <a:pt x="18425" y="6255"/>
                    </a:lnTo>
                    <a:lnTo>
                      <a:pt x="18350" y="6055"/>
                    </a:lnTo>
                    <a:lnTo>
                      <a:pt x="18262" y="5854"/>
                    </a:lnTo>
                    <a:lnTo>
                      <a:pt x="18162" y="5653"/>
                    </a:lnTo>
                    <a:lnTo>
                      <a:pt x="18049" y="5465"/>
                    </a:lnTo>
                    <a:lnTo>
                      <a:pt x="17924" y="5290"/>
                    </a:lnTo>
                    <a:lnTo>
                      <a:pt x="17786" y="5115"/>
                    </a:lnTo>
                    <a:lnTo>
                      <a:pt x="17636" y="4952"/>
                    </a:lnTo>
                    <a:lnTo>
                      <a:pt x="17473" y="4789"/>
                    </a:lnTo>
                    <a:lnTo>
                      <a:pt x="17297" y="4651"/>
                    </a:lnTo>
                    <a:lnTo>
                      <a:pt x="14602" y="2583"/>
                    </a:lnTo>
                    <a:lnTo>
                      <a:pt x="14176" y="2282"/>
                    </a:lnTo>
                    <a:lnTo>
                      <a:pt x="13763" y="1994"/>
                    </a:lnTo>
                    <a:lnTo>
                      <a:pt x="13324" y="1718"/>
                    </a:lnTo>
                    <a:lnTo>
                      <a:pt x="12873" y="1467"/>
                    </a:lnTo>
                    <a:lnTo>
                      <a:pt x="12422" y="1242"/>
                    </a:lnTo>
                    <a:lnTo>
                      <a:pt x="11958" y="1029"/>
                    </a:lnTo>
                    <a:lnTo>
                      <a:pt x="11494" y="841"/>
                    </a:lnTo>
                    <a:lnTo>
                      <a:pt x="11018" y="665"/>
                    </a:lnTo>
                    <a:lnTo>
                      <a:pt x="10529" y="515"/>
                    </a:lnTo>
                    <a:lnTo>
                      <a:pt x="10040" y="377"/>
                    </a:lnTo>
                    <a:lnTo>
                      <a:pt x="9539" y="264"/>
                    </a:lnTo>
                    <a:lnTo>
                      <a:pt x="9038" y="176"/>
                    </a:lnTo>
                    <a:lnTo>
                      <a:pt x="8536" y="101"/>
                    </a:lnTo>
                    <a:lnTo>
                      <a:pt x="8022" y="51"/>
                    </a:lnTo>
                    <a:lnTo>
                      <a:pt x="7521" y="13"/>
                    </a:lnTo>
                    <a:lnTo>
                      <a:pt x="7007"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a:extLst>
                  <a:ext uri="{FF2B5EF4-FFF2-40B4-BE49-F238E27FC236}">
                    <a16:creationId xmlns:a16="http://schemas.microsoft.com/office/drawing/2014/main" id="{E449DBF6-9E71-97E6-5131-0F047D3E12FB}"/>
                  </a:ext>
                </a:extLst>
              </p:cNvPr>
              <p:cNvSpPr/>
              <p:nvPr/>
            </p:nvSpPr>
            <p:spPr>
              <a:xfrm>
                <a:off x="3497366" y="2930924"/>
                <a:ext cx="198634" cy="265122"/>
              </a:xfrm>
              <a:custGeom>
                <a:avLst/>
                <a:gdLst/>
                <a:ahLst/>
                <a:cxnLst/>
                <a:rect l="l" t="t" r="r" b="b"/>
                <a:pathLst>
                  <a:path w="8837" h="11795" extrusionOk="0">
                    <a:moveTo>
                      <a:pt x="3773" y="0"/>
                    </a:moveTo>
                    <a:lnTo>
                      <a:pt x="0" y="3146"/>
                    </a:lnTo>
                    <a:lnTo>
                      <a:pt x="414" y="3948"/>
                    </a:lnTo>
                    <a:lnTo>
                      <a:pt x="878" y="4801"/>
                    </a:lnTo>
                    <a:lnTo>
                      <a:pt x="1429" y="5816"/>
                    </a:lnTo>
                    <a:lnTo>
                      <a:pt x="2031" y="6894"/>
                    </a:lnTo>
                    <a:lnTo>
                      <a:pt x="2331" y="7420"/>
                    </a:lnTo>
                    <a:lnTo>
                      <a:pt x="2632" y="7921"/>
                    </a:lnTo>
                    <a:lnTo>
                      <a:pt x="2920" y="8385"/>
                    </a:lnTo>
                    <a:lnTo>
                      <a:pt x="3196" y="8799"/>
                    </a:lnTo>
                    <a:lnTo>
                      <a:pt x="3434" y="9162"/>
                    </a:lnTo>
                    <a:lnTo>
                      <a:pt x="3660" y="9438"/>
                    </a:lnTo>
                    <a:lnTo>
                      <a:pt x="4048" y="9902"/>
                    </a:lnTo>
                    <a:lnTo>
                      <a:pt x="4249" y="10127"/>
                    </a:lnTo>
                    <a:lnTo>
                      <a:pt x="4462" y="10340"/>
                    </a:lnTo>
                    <a:lnTo>
                      <a:pt x="4675" y="10541"/>
                    </a:lnTo>
                    <a:lnTo>
                      <a:pt x="4913" y="10741"/>
                    </a:lnTo>
                    <a:lnTo>
                      <a:pt x="5164" y="10917"/>
                    </a:lnTo>
                    <a:lnTo>
                      <a:pt x="5427" y="11092"/>
                    </a:lnTo>
                    <a:lnTo>
                      <a:pt x="5728" y="11243"/>
                    </a:lnTo>
                    <a:lnTo>
                      <a:pt x="6054" y="11381"/>
                    </a:lnTo>
                    <a:lnTo>
                      <a:pt x="6417" y="11493"/>
                    </a:lnTo>
                    <a:lnTo>
                      <a:pt x="6806" y="11594"/>
                    </a:lnTo>
                    <a:lnTo>
                      <a:pt x="7245" y="11681"/>
                    </a:lnTo>
                    <a:lnTo>
                      <a:pt x="7733" y="11744"/>
                    </a:lnTo>
                    <a:lnTo>
                      <a:pt x="8260" y="11782"/>
                    </a:lnTo>
                    <a:lnTo>
                      <a:pt x="8836" y="11794"/>
                    </a:lnTo>
                    <a:lnTo>
                      <a:pt x="8147" y="10090"/>
                    </a:lnTo>
                    <a:lnTo>
                      <a:pt x="7420" y="8322"/>
                    </a:lnTo>
                    <a:lnTo>
                      <a:pt x="6568" y="6279"/>
                    </a:lnTo>
                    <a:lnTo>
                      <a:pt x="5678" y="4174"/>
                    </a:lnTo>
                    <a:lnTo>
                      <a:pt x="4863" y="2269"/>
                    </a:lnTo>
                    <a:lnTo>
                      <a:pt x="4500" y="1467"/>
                    </a:lnTo>
                    <a:lnTo>
                      <a:pt x="4199" y="802"/>
                    </a:lnTo>
                    <a:lnTo>
                      <a:pt x="3948" y="301"/>
                    </a:lnTo>
                    <a:lnTo>
                      <a:pt x="3848" y="126"/>
                    </a:lnTo>
                    <a:lnTo>
                      <a:pt x="377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a:extLst>
                  <a:ext uri="{FF2B5EF4-FFF2-40B4-BE49-F238E27FC236}">
                    <a16:creationId xmlns:a16="http://schemas.microsoft.com/office/drawing/2014/main" id="{60AF5C54-3378-3560-27CD-7C0D7917026C}"/>
                  </a:ext>
                </a:extLst>
              </p:cNvPr>
              <p:cNvSpPr/>
              <p:nvPr/>
            </p:nvSpPr>
            <p:spPr>
              <a:xfrm>
                <a:off x="3042376" y="3403648"/>
                <a:ext cx="773923" cy="425139"/>
              </a:xfrm>
              <a:custGeom>
                <a:avLst/>
                <a:gdLst/>
                <a:ahLst/>
                <a:cxnLst/>
                <a:rect l="l" t="t" r="r" b="b"/>
                <a:pathLst>
                  <a:path w="34431" h="18914" extrusionOk="0">
                    <a:moveTo>
                      <a:pt x="978" y="0"/>
                    </a:moveTo>
                    <a:lnTo>
                      <a:pt x="865" y="1203"/>
                    </a:lnTo>
                    <a:lnTo>
                      <a:pt x="602" y="4161"/>
                    </a:lnTo>
                    <a:lnTo>
                      <a:pt x="452" y="5966"/>
                    </a:lnTo>
                    <a:lnTo>
                      <a:pt x="314" y="7821"/>
                    </a:lnTo>
                    <a:lnTo>
                      <a:pt x="189" y="9601"/>
                    </a:lnTo>
                    <a:lnTo>
                      <a:pt x="101" y="11180"/>
                    </a:lnTo>
                    <a:lnTo>
                      <a:pt x="38" y="12496"/>
                    </a:lnTo>
                    <a:lnTo>
                      <a:pt x="13" y="13135"/>
                    </a:lnTo>
                    <a:lnTo>
                      <a:pt x="1" y="13737"/>
                    </a:lnTo>
                    <a:lnTo>
                      <a:pt x="13" y="14326"/>
                    </a:lnTo>
                    <a:lnTo>
                      <a:pt x="38" y="14890"/>
                    </a:lnTo>
                    <a:lnTo>
                      <a:pt x="63" y="15166"/>
                    </a:lnTo>
                    <a:lnTo>
                      <a:pt x="101" y="15429"/>
                    </a:lnTo>
                    <a:lnTo>
                      <a:pt x="139" y="15679"/>
                    </a:lnTo>
                    <a:lnTo>
                      <a:pt x="189" y="15930"/>
                    </a:lnTo>
                    <a:lnTo>
                      <a:pt x="239" y="16168"/>
                    </a:lnTo>
                    <a:lnTo>
                      <a:pt x="314" y="16394"/>
                    </a:lnTo>
                    <a:lnTo>
                      <a:pt x="389" y="16619"/>
                    </a:lnTo>
                    <a:lnTo>
                      <a:pt x="477" y="16833"/>
                    </a:lnTo>
                    <a:lnTo>
                      <a:pt x="577" y="17033"/>
                    </a:lnTo>
                    <a:lnTo>
                      <a:pt x="690" y="17234"/>
                    </a:lnTo>
                    <a:lnTo>
                      <a:pt x="815" y="17409"/>
                    </a:lnTo>
                    <a:lnTo>
                      <a:pt x="953" y="17585"/>
                    </a:lnTo>
                    <a:lnTo>
                      <a:pt x="1104" y="17747"/>
                    </a:lnTo>
                    <a:lnTo>
                      <a:pt x="1267" y="17898"/>
                    </a:lnTo>
                    <a:lnTo>
                      <a:pt x="1455" y="18048"/>
                    </a:lnTo>
                    <a:lnTo>
                      <a:pt x="1643" y="18174"/>
                    </a:lnTo>
                    <a:lnTo>
                      <a:pt x="1868" y="18286"/>
                    </a:lnTo>
                    <a:lnTo>
                      <a:pt x="2094" y="18399"/>
                    </a:lnTo>
                    <a:lnTo>
                      <a:pt x="2344" y="18487"/>
                    </a:lnTo>
                    <a:lnTo>
                      <a:pt x="2608" y="18562"/>
                    </a:lnTo>
                    <a:lnTo>
                      <a:pt x="2921" y="18637"/>
                    </a:lnTo>
                    <a:lnTo>
                      <a:pt x="3309" y="18700"/>
                    </a:lnTo>
                    <a:lnTo>
                      <a:pt x="3761" y="18750"/>
                    </a:lnTo>
                    <a:lnTo>
                      <a:pt x="4287" y="18800"/>
                    </a:lnTo>
                    <a:lnTo>
                      <a:pt x="4851" y="18825"/>
                    </a:lnTo>
                    <a:lnTo>
                      <a:pt x="5478" y="18863"/>
                    </a:lnTo>
                    <a:lnTo>
                      <a:pt x="6155" y="18888"/>
                    </a:lnTo>
                    <a:lnTo>
                      <a:pt x="6869" y="18901"/>
                    </a:lnTo>
                    <a:lnTo>
                      <a:pt x="8386" y="18913"/>
                    </a:lnTo>
                    <a:lnTo>
                      <a:pt x="10002" y="18913"/>
                    </a:lnTo>
                    <a:lnTo>
                      <a:pt x="11682" y="18901"/>
                    </a:lnTo>
                    <a:lnTo>
                      <a:pt x="13361" y="18863"/>
                    </a:lnTo>
                    <a:lnTo>
                      <a:pt x="15003" y="18825"/>
                    </a:lnTo>
                    <a:lnTo>
                      <a:pt x="16570" y="18775"/>
                    </a:lnTo>
                    <a:lnTo>
                      <a:pt x="19302" y="18675"/>
                    </a:lnTo>
                    <a:lnTo>
                      <a:pt x="21195" y="18600"/>
                    </a:lnTo>
                    <a:lnTo>
                      <a:pt x="21897" y="18562"/>
                    </a:lnTo>
                    <a:lnTo>
                      <a:pt x="22072" y="18061"/>
                    </a:lnTo>
                    <a:lnTo>
                      <a:pt x="22260" y="17497"/>
                    </a:lnTo>
                    <a:lnTo>
                      <a:pt x="22536" y="16745"/>
                    </a:lnTo>
                    <a:lnTo>
                      <a:pt x="22862" y="15855"/>
                    </a:lnTo>
                    <a:lnTo>
                      <a:pt x="23238" y="14877"/>
                    </a:lnTo>
                    <a:lnTo>
                      <a:pt x="23664" y="13812"/>
                    </a:lnTo>
                    <a:lnTo>
                      <a:pt x="24128" y="12722"/>
                    </a:lnTo>
                    <a:lnTo>
                      <a:pt x="24366" y="12183"/>
                    </a:lnTo>
                    <a:lnTo>
                      <a:pt x="24616" y="11631"/>
                    </a:lnTo>
                    <a:lnTo>
                      <a:pt x="24880" y="11092"/>
                    </a:lnTo>
                    <a:lnTo>
                      <a:pt x="25143" y="10566"/>
                    </a:lnTo>
                    <a:lnTo>
                      <a:pt x="25406" y="10065"/>
                    </a:lnTo>
                    <a:lnTo>
                      <a:pt x="25669" y="9576"/>
                    </a:lnTo>
                    <a:lnTo>
                      <a:pt x="25945" y="9112"/>
                    </a:lnTo>
                    <a:lnTo>
                      <a:pt x="26208" y="8686"/>
                    </a:lnTo>
                    <a:lnTo>
                      <a:pt x="26484" y="8285"/>
                    </a:lnTo>
                    <a:lnTo>
                      <a:pt x="26760" y="7921"/>
                    </a:lnTo>
                    <a:lnTo>
                      <a:pt x="27023" y="7608"/>
                    </a:lnTo>
                    <a:lnTo>
                      <a:pt x="27161" y="7458"/>
                    </a:lnTo>
                    <a:lnTo>
                      <a:pt x="27299" y="7332"/>
                    </a:lnTo>
                    <a:lnTo>
                      <a:pt x="27424" y="7207"/>
                    </a:lnTo>
                    <a:lnTo>
                      <a:pt x="27562" y="7107"/>
                    </a:lnTo>
                    <a:lnTo>
                      <a:pt x="27687" y="7019"/>
                    </a:lnTo>
                    <a:lnTo>
                      <a:pt x="27812" y="6944"/>
                    </a:lnTo>
                    <a:lnTo>
                      <a:pt x="27950" y="6881"/>
                    </a:lnTo>
                    <a:lnTo>
                      <a:pt x="28076" y="6831"/>
                    </a:lnTo>
                    <a:lnTo>
                      <a:pt x="28201" y="6806"/>
                    </a:lnTo>
                    <a:lnTo>
                      <a:pt x="28326" y="6793"/>
                    </a:lnTo>
                    <a:lnTo>
                      <a:pt x="29341" y="6743"/>
                    </a:lnTo>
                    <a:lnTo>
                      <a:pt x="30382" y="6718"/>
                    </a:lnTo>
                    <a:lnTo>
                      <a:pt x="32362" y="6681"/>
                    </a:lnTo>
                    <a:lnTo>
                      <a:pt x="33841" y="6668"/>
                    </a:lnTo>
                    <a:lnTo>
                      <a:pt x="34430" y="6655"/>
                    </a:lnTo>
                    <a:lnTo>
                      <a:pt x="32976" y="6442"/>
                    </a:lnTo>
                    <a:lnTo>
                      <a:pt x="31447" y="6204"/>
                    </a:lnTo>
                    <a:lnTo>
                      <a:pt x="29680" y="5929"/>
                    </a:lnTo>
                    <a:lnTo>
                      <a:pt x="27863" y="5628"/>
                    </a:lnTo>
                    <a:lnTo>
                      <a:pt x="26196" y="5327"/>
                    </a:lnTo>
                    <a:lnTo>
                      <a:pt x="25481" y="5189"/>
                    </a:lnTo>
                    <a:lnTo>
                      <a:pt x="24880" y="5064"/>
                    </a:lnTo>
                    <a:lnTo>
                      <a:pt x="24428" y="4951"/>
                    </a:lnTo>
                    <a:lnTo>
                      <a:pt x="24265" y="4901"/>
                    </a:lnTo>
                    <a:lnTo>
                      <a:pt x="24140" y="4863"/>
                    </a:lnTo>
                    <a:lnTo>
                      <a:pt x="24040" y="4813"/>
                    </a:lnTo>
                    <a:lnTo>
                      <a:pt x="23952" y="4738"/>
                    </a:lnTo>
                    <a:lnTo>
                      <a:pt x="23852" y="4638"/>
                    </a:lnTo>
                    <a:lnTo>
                      <a:pt x="23764" y="4525"/>
                    </a:lnTo>
                    <a:lnTo>
                      <a:pt x="23676" y="4399"/>
                    </a:lnTo>
                    <a:lnTo>
                      <a:pt x="23589" y="4249"/>
                    </a:lnTo>
                    <a:lnTo>
                      <a:pt x="23501" y="4086"/>
                    </a:lnTo>
                    <a:lnTo>
                      <a:pt x="23426" y="3923"/>
                    </a:lnTo>
                    <a:lnTo>
                      <a:pt x="23263" y="3547"/>
                    </a:lnTo>
                    <a:lnTo>
                      <a:pt x="23125" y="3134"/>
                    </a:lnTo>
                    <a:lnTo>
                      <a:pt x="22987" y="2707"/>
                    </a:lnTo>
                    <a:lnTo>
                      <a:pt x="22862" y="2269"/>
                    </a:lnTo>
                    <a:lnTo>
                      <a:pt x="22749" y="1843"/>
                    </a:lnTo>
                    <a:lnTo>
                      <a:pt x="22649" y="1429"/>
                    </a:lnTo>
                    <a:lnTo>
                      <a:pt x="22498" y="702"/>
                    </a:lnTo>
                    <a:lnTo>
                      <a:pt x="22398" y="188"/>
                    </a:lnTo>
                    <a:lnTo>
                      <a:pt x="223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a:extLst>
                  <a:ext uri="{FF2B5EF4-FFF2-40B4-BE49-F238E27FC236}">
                    <a16:creationId xmlns:a16="http://schemas.microsoft.com/office/drawing/2014/main" id="{D43562E2-5221-0724-625A-F7B87AF9E571}"/>
                  </a:ext>
                </a:extLst>
              </p:cNvPr>
              <p:cNvSpPr/>
              <p:nvPr/>
            </p:nvSpPr>
            <p:spPr>
              <a:xfrm>
                <a:off x="3099851" y="3452672"/>
                <a:ext cx="462047" cy="296096"/>
              </a:xfrm>
              <a:custGeom>
                <a:avLst/>
                <a:gdLst/>
                <a:ahLst/>
                <a:cxnLst/>
                <a:rect l="l" t="t" r="r" b="b"/>
                <a:pathLst>
                  <a:path w="20556" h="13173" extrusionOk="0">
                    <a:moveTo>
                      <a:pt x="715" y="0"/>
                    </a:moveTo>
                    <a:lnTo>
                      <a:pt x="564" y="1228"/>
                    </a:lnTo>
                    <a:lnTo>
                      <a:pt x="427" y="2432"/>
                    </a:lnTo>
                    <a:lnTo>
                      <a:pt x="276" y="3860"/>
                    </a:lnTo>
                    <a:lnTo>
                      <a:pt x="214" y="4625"/>
                    </a:lnTo>
                    <a:lnTo>
                      <a:pt x="138" y="5414"/>
                    </a:lnTo>
                    <a:lnTo>
                      <a:pt x="88" y="6192"/>
                    </a:lnTo>
                    <a:lnTo>
                      <a:pt x="38" y="6956"/>
                    </a:lnTo>
                    <a:lnTo>
                      <a:pt x="13" y="7683"/>
                    </a:lnTo>
                    <a:lnTo>
                      <a:pt x="0" y="8360"/>
                    </a:lnTo>
                    <a:lnTo>
                      <a:pt x="13" y="8986"/>
                    </a:lnTo>
                    <a:lnTo>
                      <a:pt x="26" y="9275"/>
                    </a:lnTo>
                    <a:lnTo>
                      <a:pt x="51" y="9538"/>
                    </a:lnTo>
                    <a:lnTo>
                      <a:pt x="63" y="9651"/>
                    </a:lnTo>
                    <a:lnTo>
                      <a:pt x="101" y="9751"/>
                    </a:lnTo>
                    <a:lnTo>
                      <a:pt x="163" y="9864"/>
                    </a:lnTo>
                    <a:lnTo>
                      <a:pt x="239" y="9977"/>
                    </a:lnTo>
                    <a:lnTo>
                      <a:pt x="339" y="10077"/>
                    </a:lnTo>
                    <a:lnTo>
                      <a:pt x="452" y="10190"/>
                    </a:lnTo>
                    <a:lnTo>
                      <a:pt x="590" y="10290"/>
                    </a:lnTo>
                    <a:lnTo>
                      <a:pt x="752" y="10390"/>
                    </a:lnTo>
                    <a:lnTo>
                      <a:pt x="928" y="10490"/>
                    </a:lnTo>
                    <a:lnTo>
                      <a:pt x="1116" y="10591"/>
                    </a:lnTo>
                    <a:lnTo>
                      <a:pt x="1329" y="10691"/>
                    </a:lnTo>
                    <a:lnTo>
                      <a:pt x="1567" y="10791"/>
                    </a:lnTo>
                    <a:lnTo>
                      <a:pt x="1818" y="10879"/>
                    </a:lnTo>
                    <a:lnTo>
                      <a:pt x="2094" y="10979"/>
                    </a:lnTo>
                    <a:lnTo>
                      <a:pt x="2708" y="11155"/>
                    </a:lnTo>
                    <a:lnTo>
                      <a:pt x="3397" y="11330"/>
                    </a:lnTo>
                    <a:lnTo>
                      <a:pt x="4162" y="11506"/>
                    </a:lnTo>
                    <a:lnTo>
                      <a:pt x="5001" y="11669"/>
                    </a:lnTo>
                    <a:lnTo>
                      <a:pt x="5929" y="11832"/>
                    </a:lnTo>
                    <a:lnTo>
                      <a:pt x="6944" y="11994"/>
                    </a:lnTo>
                    <a:lnTo>
                      <a:pt x="8022" y="12145"/>
                    </a:lnTo>
                    <a:lnTo>
                      <a:pt x="9200" y="12283"/>
                    </a:lnTo>
                    <a:lnTo>
                      <a:pt x="10441" y="12433"/>
                    </a:lnTo>
                    <a:lnTo>
                      <a:pt x="12321" y="12609"/>
                    </a:lnTo>
                    <a:lnTo>
                      <a:pt x="14126" y="12772"/>
                    </a:lnTo>
                    <a:lnTo>
                      <a:pt x="15830" y="12897"/>
                    </a:lnTo>
                    <a:lnTo>
                      <a:pt x="17359" y="12997"/>
                    </a:lnTo>
                    <a:lnTo>
                      <a:pt x="18650" y="13072"/>
                    </a:lnTo>
                    <a:lnTo>
                      <a:pt x="19653" y="13135"/>
                    </a:lnTo>
                    <a:lnTo>
                      <a:pt x="20543" y="13173"/>
                    </a:lnTo>
                    <a:lnTo>
                      <a:pt x="20555" y="12897"/>
                    </a:lnTo>
                    <a:lnTo>
                      <a:pt x="19665" y="12847"/>
                    </a:lnTo>
                    <a:lnTo>
                      <a:pt x="18663" y="12797"/>
                    </a:lnTo>
                    <a:lnTo>
                      <a:pt x="17372" y="12721"/>
                    </a:lnTo>
                    <a:lnTo>
                      <a:pt x="15843" y="12621"/>
                    </a:lnTo>
                    <a:lnTo>
                      <a:pt x="14151" y="12483"/>
                    </a:lnTo>
                    <a:lnTo>
                      <a:pt x="12346" y="12333"/>
                    </a:lnTo>
                    <a:lnTo>
                      <a:pt x="10478" y="12145"/>
                    </a:lnTo>
                    <a:lnTo>
                      <a:pt x="8924" y="11969"/>
                    </a:lnTo>
                    <a:lnTo>
                      <a:pt x="7546" y="11794"/>
                    </a:lnTo>
                    <a:lnTo>
                      <a:pt x="6317" y="11606"/>
                    </a:lnTo>
                    <a:lnTo>
                      <a:pt x="5227" y="11430"/>
                    </a:lnTo>
                    <a:lnTo>
                      <a:pt x="4274" y="11242"/>
                    </a:lnTo>
                    <a:lnTo>
                      <a:pt x="3460" y="11054"/>
                    </a:lnTo>
                    <a:lnTo>
                      <a:pt x="2745" y="10879"/>
                    </a:lnTo>
                    <a:lnTo>
                      <a:pt x="2156" y="10704"/>
                    </a:lnTo>
                    <a:lnTo>
                      <a:pt x="1667" y="10528"/>
                    </a:lnTo>
                    <a:lnTo>
                      <a:pt x="1266" y="10353"/>
                    </a:lnTo>
                    <a:lnTo>
                      <a:pt x="1103" y="10277"/>
                    </a:lnTo>
                    <a:lnTo>
                      <a:pt x="953" y="10190"/>
                    </a:lnTo>
                    <a:lnTo>
                      <a:pt x="828" y="10114"/>
                    </a:lnTo>
                    <a:lnTo>
                      <a:pt x="715" y="10039"/>
                    </a:lnTo>
                    <a:lnTo>
                      <a:pt x="615" y="9964"/>
                    </a:lnTo>
                    <a:lnTo>
                      <a:pt x="539" y="9889"/>
                    </a:lnTo>
                    <a:lnTo>
                      <a:pt x="477" y="9814"/>
                    </a:lnTo>
                    <a:lnTo>
                      <a:pt x="427" y="9751"/>
                    </a:lnTo>
                    <a:lnTo>
                      <a:pt x="389" y="9688"/>
                    </a:lnTo>
                    <a:lnTo>
                      <a:pt x="351" y="9626"/>
                    </a:lnTo>
                    <a:lnTo>
                      <a:pt x="339" y="9563"/>
                    </a:lnTo>
                    <a:lnTo>
                      <a:pt x="326" y="9513"/>
                    </a:lnTo>
                    <a:lnTo>
                      <a:pt x="314" y="9250"/>
                    </a:lnTo>
                    <a:lnTo>
                      <a:pt x="301" y="8961"/>
                    </a:lnTo>
                    <a:lnTo>
                      <a:pt x="289" y="8347"/>
                    </a:lnTo>
                    <a:lnTo>
                      <a:pt x="301" y="7658"/>
                    </a:lnTo>
                    <a:lnTo>
                      <a:pt x="326" y="6918"/>
                    </a:lnTo>
                    <a:lnTo>
                      <a:pt x="376" y="6154"/>
                    </a:lnTo>
                    <a:lnTo>
                      <a:pt x="427" y="5364"/>
                    </a:lnTo>
                    <a:lnTo>
                      <a:pt x="502" y="4575"/>
                    </a:lnTo>
                    <a:lnTo>
                      <a:pt x="564" y="3798"/>
                    </a:lnTo>
                    <a:lnTo>
                      <a:pt x="715" y="2369"/>
                    </a:lnTo>
                    <a:lnTo>
                      <a:pt x="853" y="1166"/>
                    </a:lnTo>
                    <a:lnTo>
                      <a:pt x="1003" y="38"/>
                    </a:lnTo>
                    <a:lnTo>
                      <a:pt x="71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a:extLst>
                  <a:ext uri="{FF2B5EF4-FFF2-40B4-BE49-F238E27FC236}">
                    <a16:creationId xmlns:a16="http://schemas.microsoft.com/office/drawing/2014/main" id="{D62AE88D-54AA-B70D-B096-A8A4996AD7D9}"/>
                  </a:ext>
                </a:extLst>
              </p:cNvPr>
              <p:cNvSpPr/>
              <p:nvPr/>
            </p:nvSpPr>
            <p:spPr>
              <a:xfrm>
                <a:off x="3457356" y="3521970"/>
                <a:ext cx="183147" cy="302862"/>
              </a:xfrm>
              <a:custGeom>
                <a:avLst/>
                <a:gdLst/>
                <a:ahLst/>
                <a:cxnLst/>
                <a:rect l="l" t="t" r="r" b="b"/>
                <a:pathLst>
                  <a:path w="8148" h="13474" extrusionOk="0">
                    <a:moveTo>
                      <a:pt x="8097" y="0"/>
                    </a:moveTo>
                    <a:lnTo>
                      <a:pt x="7621" y="75"/>
                    </a:lnTo>
                    <a:lnTo>
                      <a:pt x="7157" y="163"/>
                    </a:lnTo>
                    <a:lnTo>
                      <a:pt x="6606" y="276"/>
                    </a:lnTo>
                    <a:lnTo>
                      <a:pt x="6016" y="414"/>
                    </a:lnTo>
                    <a:lnTo>
                      <a:pt x="5427" y="564"/>
                    </a:lnTo>
                    <a:lnTo>
                      <a:pt x="5139" y="652"/>
                    </a:lnTo>
                    <a:lnTo>
                      <a:pt x="4876" y="740"/>
                    </a:lnTo>
                    <a:lnTo>
                      <a:pt x="4650" y="827"/>
                    </a:lnTo>
                    <a:lnTo>
                      <a:pt x="4437" y="915"/>
                    </a:lnTo>
                    <a:lnTo>
                      <a:pt x="4362" y="965"/>
                    </a:lnTo>
                    <a:lnTo>
                      <a:pt x="4274" y="1053"/>
                    </a:lnTo>
                    <a:lnTo>
                      <a:pt x="4162" y="1178"/>
                    </a:lnTo>
                    <a:lnTo>
                      <a:pt x="4036" y="1379"/>
                    </a:lnTo>
                    <a:lnTo>
                      <a:pt x="3886" y="1667"/>
                    </a:lnTo>
                    <a:lnTo>
                      <a:pt x="3710" y="2043"/>
                    </a:lnTo>
                    <a:lnTo>
                      <a:pt x="3497" y="2532"/>
                    </a:lnTo>
                    <a:lnTo>
                      <a:pt x="3259" y="3134"/>
                    </a:lnTo>
                    <a:lnTo>
                      <a:pt x="2946" y="3998"/>
                    </a:lnTo>
                    <a:lnTo>
                      <a:pt x="2595" y="4989"/>
                    </a:lnTo>
                    <a:lnTo>
                      <a:pt x="2206" y="6117"/>
                    </a:lnTo>
                    <a:lnTo>
                      <a:pt x="1805" y="7382"/>
                    </a:lnTo>
                    <a:lnTo>
                      <a:pt x="1454" y="8498"/>
                    </a:lnTo>
                    <a:lnTo>
                      <a:pt x="1128" y="9588"/>
                    </a:lnTo>
                    <a:lnTo>
                      <a:pt x="552" y="11506"/>
                    </a:lnTo>
                    <a:lnTo>
                      <a:pt x="151" y="12872"/>
                    </a:lnTo>
                    <a:lnTo>
                      <a:pt x="0" y="13398"/>
                    </a:lnTo>
                    <a:lnTo>
                      <a:pt x="276" y="13474"/>
                    </a:lnTo>
                    <a:lnTo>
                      <a:pt x="427" y="12947"/>
                    </a:lnTo>
                    <a:lnTo>
                      <a:pt x="815" y="11594"/>
                    </a:lnTo>
                    <a:lnTo>
                      <a:pt x="1392" y="9676"/>
                    </a:lnTo>
                    <a:lnTo>
                      <a:pt x="1730" y="8586"/>
                    </a:lnTo>
                    <a:lnTo>
                      <a:pt x="2081" y="7470"/>
                    </a:lnTo>
                    <a:lnTo>
                      <a:pt x="2382" y="6505"/>
                    </a:lnTo>
                    <a:lnTo>
                      <a:pt x="2670" y="5640"/>
                    </a:lnTo>
                    <a:lnTo>
                      <a:pt x="2933" y="4876"/>
                    </a:lnTo>
                    <a:lnTo>
                      <a:pt x="3171" y="4199"/>
                    </a:lnTo>
                    <a:lnTo>
                      <a:pt x="3384" y="3622"/>
                    </a:lnTo>
                    <a:lnTo>
                      <a:pt x="3572" y="3109"/>
                    </a:lnTo>
                    <a:lnTo>
                      <a:pt x="3748" y="2682"/>
                    </a:lnTo>
                    <a:lnTo>
                      <a:pt x="3898" y="2319"/>
                    </a:lnTo>
                    <a:lnTo>
                      <a:pt x="4036" y="2006"/>
                    </a:lnTo>
                    <a:lnTo>
                      <a:pt x="4149" y="1767"/>
                    </a:lnTo>
                    <a:lnTo>
                      <a:pt x="4249" y="1567"/>
                    </a:lnTo>
                    <a:lnTo>
                      <a:pt x="4337" y="1429"/>
                    </a:lnTo>
                    <a:lnTo>
                      <a:pt x="4412" y="1316"/>
                    </a:lnTo>
                    <a:lnTo>
                      <a:pt x="4475" y="1241"/>
                    </a:lnTo>
                    <a:lnTo>
                      <a:pt x="4525" y="1191"/>
                    </a:lnTo>
                    <a:lnTo>
                      <a:pt x="4563" y="1166"/>
                    </a:lnTo>
                    <a:lnTo>
                      <a:pt x="4763" y="1078"/>
                    </a:lnTo>
                    <a:lnTo>
                      <a:pt x="4989" y="990"/>
                    </a:lnTo>
                    <a:lnTo>
                      <a:pt x="5252" y="915"/>
                    </a:lnTo>
                    <a:lnTo>
                      <a:pt x="5528" y="827"/>
                    </a:lnTo>
                    <a:lnTo>
                      <a:pt x="6117" y="677"/>
                    </a:lnTo>
                    <a:lnTo>
                      <a:pt x="6706" y="539"/>
                    </a:lnTo>
                    <a:lnTo>
                      <a:pt x="7257" y="439"/>
                    </a:lnTo>
                    <a:lnTo>
                      <a:pt x="7708" y="351"/>
                    </a:lnTo>
                    <a:lnTo>
                      <a:pt x="8147" y="276"/>
                    </a:lnTo>
                    <a:lnTo>
                      <a:pt x="809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a:extLst>
                  <a:ext uri="{FF2B5EF4-FFF2-40B4-BE49-F238E27FC236}">
                    <a16:creationId xmlns:a16="http://schemas.microsoft.com/office/drawing/2014/main" id="{68F0BCE2-308C-6A27-7E00-F2A37DCED8BF}"/>
                  </a:ext>
                </a:extLst>
              </p:cNvPr>
              <p:cNvSpPr/>
              <p:nvPr/>
            </p:nvSpPr>
            <p:spPr>
              <a:xfrm>
                <a:off x="3675410" y="3552944"/>
                <a:ext cx="460339" cy="972242"/>
              </a:xfrm>
              <a:custGeom>
                <a:avLst/>
                <a:gdLst/>
                <a:ahLst/>
                <a:cxnLst/>
                <a:rect l="l" t="t" r="r" b="b"/>
                <a:pathLst>
                  <a:path w="20480" h="43254" extrusionOk="0">
                    <a:moveTo>
                      <a:pt x="12007" y="1"/>
                    </a:moveTo>
                    <a:lnTo>
                      <a:pt x="10854" y="26"/>
                    </a:lnTo>
                    <a:lnTo>
                      <a:pt x="9714" y="64"/>
                    </a:lnTo>
                    <a:lnTo>
                      <a:pt x="9162" y="89"/>
                    </a:lnTo>
                    <a:lnTo>
                      <a:pt x="8623" y="126"/>
                    </a:lnTo>
                    <a:lnTo>
                      <a:pt x="8109" y="164"/>
                    </a:lnTo>
                    <a:lnTo>
                      <a:pt x="7621" y="214"/>
                    </a:lnTo>
                    <a:lnTo>
                      <a:pt x="7157" y="277"/>
                    </a:lnTo>
                    <a:lnTo>
                      <a:pt x="6731" y="339"/>
                    </a:lnTo>
                    <a:lnTo>
                      <a:pt x="6342" y="415"/>
                    </a:lnTo>
                    <a:lnTo>
                      <a:pt x="5991" y="502"/>
                    </a:lnTo>
                    <a:lnTo>
                      <a:pt x="5678" y="603"/>
                    </a:lnTo>
                    <a:lnTo>
                      <a:pt x="5415" y="703"/>
                    </a:lnTo>
                    <a:lnTo>
                      <a:pt x="5314" y="753"/>
                    </a:lnTo>
                    <a:lnTo>
                      <a:pt x="5214" y="816"/>
                    </a:lnTo>
                    <a:lnTo>
                      <a:pt x="5139" y="878"/>
                    </a:lnTo>
                    <a:lnTo>
                      <a:pt x="5064" y="941"/>
                    </a:lnTo>
                    <a:lnTo>
                      <a:pt x="4951" y="1104"/>
                    </a:lnTo>
                    <a:lnTo>
                      <a:pt x="4826" y="1304"/>
                    </a:lnTo>
                    <a:lnTo>
                      <a:pt x="4700" y="1543"/>
                    </a:lnTo>
                    <a:lnTo>
                      <a:pt x="4575" y="1818"/>
                    </a:lnTo>
                    <a:lnTo>
                      <a:pt x="4437" y="2132"/>
                    </a:lnTo>
                    <a:lnTo>
                      <a:pt x="4312" y="2483"/>
                    </a:lnTo>
                    <a:lnTo>
                      <a:pt x="4186" y="2859"/>
                    </a:lnTo>
                    <a:lnTo>
                      <a:pt x="4049" y="3260"/>
                    </a:lnTo>
                    <a:lnTo>
                      <a:pt x="3785" y="4124"/>
                    </a:lnTo>
                    <a:lnTo>
                      <a:pt x="3535" y="5039"/>
                    </a:lnTo>
                    <a:lnTo>
                      <a:pt x="3284" y="6004"/>
                    </a:lnTo>
                    <a:lnTo>
                      <a:pt x="3046" y="6969"/>
                    </a:lnTo>
                    <a:lnTo>
                      <a:pt x="2820" y="7922"/>
                    </a:lnTo>
                    <a:lnTo>
                      <a:pt x="2620" y="8824"/>
                    </a:lnTo>
                    <a:lnTo>
                      <a:pt x="2281" y="10404"/>
                    </a:lnTo>
                    <a:lnTo>
                      <a:pt x="2056" y="11507"/>
                    </a:lnTo>
                    <a:lnTo>
                      <a:pt x="1968" y="11920"/>
                    </a:lnTo>
                    <a:lnTo>
                      <a:pt x="8724" y="11920"/>
                    </a:lnTo>
                    <a:lnTo>
                      <a:pt x="0" y="42802"/>
                    </a:lnTo>
                    <a:lnTo>
                      <a:pt x="4738" y="43254"/>
                    </a:lnTo>
                    <a:lnTo>
                      <a:pt x="5252" y="42251"/>
                    </a:lnTo>
                    <a:lnTo>
                      <a:pt x="6618" y="39531"/>
                    </a:lnTo>
                    <a:lnTo>
                      <a:pt x="8586" y="35571"/>
                    </a:lnTo>
                    <a:lnTo>
                      <a:pt x="9714" y="33277"/>
                    </a:lnTo>
                    <a:lnTo>
                      <a:pt x="10904" y="30846"/>
                    </a:lnTo>
                    <a:lnTo>
                      <a:pt x="12108" y="28339"/>
                    </a:lnTo>
                    <a:lnTo>
                      <a:pt x="13311" y="25820"/>
                    </a:lnTo>
                    <a:lnTo>
                      <a:pt x="14464" y="23351"/>
                    </a:lnTo>
                    <a:lnTo>
                      <a:pt x="15554" y="20969"/>
                    </a:lnTo>
                    <a:lnTo>
                      <a:pt x="16056" y="19841"/>
                    </a:lnTo>
                    <a:lnTo>
                      <a:pt x="16532" y="18763"/>
                    </a:lnTo>
                    <a:lnTo>
                      <a:pt x="16983" y="17736"/>
                    </a:lnTo>
                    <a:lnTo>
                      <a:pt x="17384" y="16758"/>
                    </a:lnTo>
                    <a:lnTo>
                      <a:pt x="17748" y="15868"/>
                    </a:lnTo>
                    <a:lnTo>
                      <a:pt x="18061" y="15053"/>
                    </a:lnTo>
                    <a:lnTo>
                      <a:pt x="18324" y="14314"/>
                    </a:lnTo>
                    <a:lnTo>
                      <a:pt x="18537" y="13675"/>
                    </a:lnTo>
                    <a:lnTo>
                      <a:pt x="18901" y="12472"/>
                    </a:lnTo>
                    <a:lnTo>
                      <a:pt x="19239" y="11281"/>
                    </a:lnTo>
                    <a:lnTo>
                      <a:pt x="19552" y="10078"/>
                    </a:lnTo>
                    <a:lnTo>
                      <a:pt x="19703" y="9489"/>
                    </a:lnTo>
                    <a:lnTo>
                      <a:pt x="19828" y="8912"/>
                    </a:lnTo>
                    <a:lnTo>
                      <a:pt x="19954" y="8336"/>
                    </a:lnTo>
                    <a:lnTo>
                      <a:pt x="20066" y="7759"/>
                    </a:lnTo>
                    <a:lnTo>
                      <a:pt x="20179" y="7208"/>
                    </a:lnTo>
                    <a:lnTo>
                      <a:pt x="20267" y="6656"/>
                    </a:lnTo>
                    <a:lnTo>
                      <a:pt x="20342" y="6117"/>
                    </a:lnTo>
                    <a:lnTo>
                      <a:pt x="20392" y="5603"/>
                    </a:lnTo>
                    <a:lnTo>
                      <a:pt x="20442" y="5089"/>
                    </a:lnTo>
                    <a:lnTo>
                      <a:pt x="20467" y="4601"/>
                    </a:lnTo>
                    <a:lnTo>
                      <a:pt x="20480" y="4137"/>
                    </a:lnTo>
                    <a:lnTo>
                      <a:pt x="20480" y="3673"/>
                    </a:lnTo>
                    <a:lnTo>
                      <a:pt x="20455" y="3247"/>
                    </a:lnTo>
                    <a:lnTo>
                      <a:pt x="20405" y="2833"/>
                    </a:lnTo>
                    <a:lnTo>
                      <a:pt x="20342" y="2445"/>
                    </a:lnTo>
                    <a:lnTo>
                      <a:pt x="20254" y="2094"/>
                    </a:lnTo>
                    <a:lnTo>
                      <a:pt x="20204" y="1919"/>
                    </a:lnTo>
                    <a:lnTo>
                      <a:pt x="20142" y="1756"/>
                    </a:lnTo>
                    <a:lnTo>
                      <a:pt x="20079" y="1593"/>
                    </a:lnTo>
                    <a:lnTo>
                      <a:pt x="20004" y="1442"/>
                    </a:lnTo>
                    <a:lnTo>
                      <a:pt x="19928" y="1304"/>
                    </a:lnTo>
                    <a:lnTo>
                      <a:pt x="19853" y="1167"/>
                    </a:lnTo>
                    <a:lnTo>
                      <a:pt x="19766" y="1041"/>
                    </a:lnTo>
                    <a:lnTo>
                      <a:pt x="19665" y="916"/>
                    </a:lnTo>
                    <a:lnTo>
                      <a:pt x="19565" y="803"/>
                    </a:lnTo>
                    <a:lnTo>
                      <a:pt x="19465" y="703"/>
                    </a:lnTo>
                    <a:lnTo>
                      <a:pt x="19339" y="603"/>
                    </a:lnTo>
                    <a:lnTo>
                      <a:pt x="19227" y="515"/>
                    </a:lnTo>
                    <a:lnTo>
                      <a:pt x="19101" y="440"/>
                    </a:lnTo>
                    <a:lnTo>
                      <a:pt x="18963" y="364"/>
                    </a:lnTo>
                    <a:lnTo>
                      <a:pt x="18813" y="302"/>
                    </a:lnTo>
                    <a:lnTo>
                      <a:pt x="18663" y="252"/>
                    </a:lnTo>
                    <a:lnTo>
                      <a:pt x="18512" y="201"/>
                    </a:lnTo>
                    <a:lnTo>
                      <a:pt x="18349" y="176"/>
                    </a:lnTo>
                    <a:lnTo>
                      <a:pt x="18174" y="151"/>
                    </a:lnTo>
                    <a:lnTo>
                      <a:pt x="17998" y="126"/>
                    </a:lnTo>
                    <a:lnTo>
                      <a:pt x="17484" y="101"/>
                    </a:lnTo>
                    <a:lnTo>
                      <a:pt x="16156" y="64"/>
                    </a:lnTo>
                    <a:lnTo>
                      <a:pt x="15254" y="39"/>
                    </a:lnTo>
                    <a:lnTo>
                      <a:pt x="14238" y="13"/>
                    </a:lnTo>
                    <a:lnTo>
                      <a:pt x="13148" y="1"/>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a:extLst>
                  <a:ext uri="{FF2B5EF4-FFF2-40B4-BE49-F238E27FC236}">
                    <a16:creationId xmlns:a16="http://schemas.microsoft.com/office/drawing/2014/main" id="{95E35E0D-307B-CA00-775A-70C4D796CEA5}"/>
                  </a:ext>
                </a:extLst>
              </p:cNvPr>
              <p:cNvSpPr/>
              <p:nvPr/>
            </p:nvSpPr>
            <p:spPr>
              <a:xfrm>
                <a:off x="3584983" y="4419227"/>
                <a:ext cx="347929" cy="312729"/>
              </a:xfrm>
              <a:custGeom>
                <a:avLst/>
                <a:gdLst/>
                <a:ahLst/>
                <a:cxnLst/>
                <a:rect l="l" t="t" r="r" b="b"/>
                <a:pathLst>
                  <a:path w="15479" h="13913" extrusionOk="0">
                    <a:moveTo>
                      <a:pt x="4688" y="1"/>
                    </a:moveTo>
                    <a:lnTo>
                      <a:pt x="3046" y="3836"/>
                    </a:lnTo>
                    <a:lnTo>
                      <a:pt x="1792" y="6756"/>
                    </a:lnTo>
                    <a:lnTo>
                      <a:pt x="1304" y="7935"/>
                    </a:lnTo>
                    <a:lnTo>
                      <a:pt x="978" y="8724"/>
                    </a:lnTo>
                    <a:lnTo>
                      <a:pt x="877" y="9012"/>
                    </a:lnTo>
                    <a:lnTo>
                      <a:pt x="790" y="9338"/>
                    </a:lnTo>
                    <a:lnTo>
                      <a:pt x="689" y="9702"/>
                    </a:lnTo>
                    <a:lnTo>
                      <a:pt x="602" y="10090"/>
                    </a:lnTo>
                    <a:lnTo>
                      <a:pt x="439" y="10892"/>
                    </a:lnTo>
                    <a:lnTo>
                      <a:pt x="288" y="11707"/>
                    </a:lnTo>
                    <a:lnTo>
                      <a:pt x="163" y="12447"/>
                    </a:lnTo>
                    <a:lnTo>
                      <a:pt x="75" y="13061"/>
                    </a:lnTo>
                    <a:lnTo>
                      <a:pt x="0" y="13625"/>
                    </a:lnTo>
                    <a:lnTo>
                      <a:pt x="1429" y="13625"/>
                    </a:lnTo>
                    <a:lnTo>
                      <a:pt x="2808" y="10354"/>
                    </a:lnTo>
                    <a:lnTo>
                      <a:pt x="2933" y="10780"/>
                    </a:lnTo>
                    <a:lnTo>
                      <a:pt x="3083" y="11218"/>
                    </a:lnTo>
                    <a:lnTo>
                      <a:pt x="3271" y="11745"/>
                    </a:lnTo>
                    <a:lnTo>
                      <a:pt x="3472" y="12309"/>
                    </a:lnTo>
                    <a:lnTo>
                      <a:pt x="3697" y="12848"/>
                    </a:lnTo>
                    <a:lnTo>
                      <a:pt x="3810" y="13086"/>
                    </a:lnTo>
                    <a:lnTo>
                      <a:pt x="3923" y="13299"/>
                    </a:lnTo>
                    <a:lnTo>
                      <a:pt x="4036" y="13487"/>
                    </a:lnTo>
                    <a:lnTo>
                      <a:pt x="4136" y="13625"/>
                    </a:lnTo>
                    <a:lnTo>
                      <a:pt x="4174" y="13662"/>
                    </a:lnTo>
                    <a:lnTo>
                      <a:pt x="4224" y="13687"/>
                    </a:lnTo>
                    <a:lnTo>
                      <a:pt x="4362" y="13738"/>
                    </a:lnTo>
                    <a:lnTo>
                      <a:pt x="4550" y="13775"/>
                    </a:lnTo>
                    <a:lnTo>
                      <a:pt x="4788" y="13813"/>
                    </a:lnTo>
                    <a:lnTo>
                      <a:pt x="5064" y="13850"/>
                    </a:lnTo>
                    <a:lnTo>
                      <a:pt x="5389" y="13875"/>
                    </a:lnTo>
                    <a:lnTo>
                      <a:pt x="6141" y="13900"/>
                    </a:lnTo>
                    <a:lnTo>
                      <a:pt x="7006" y="13913"/>
                    </a:lnTo>
                    <a:lnTo>
                      <a:pt x="7971" y="13913"/>
                    </a:lnTo>
                    <a:lnTo>
                      <a:pt x="8974" y="13900"/>
                    </a:lnTo>
                    <a:lnTo>
                      <a:pt x="10014" y="13875"/>
                    </a:lnTo>
                    <a:lnTo>
                      <a:pt x="12032" y="13800"/>
                    </a:lnTo>
                    <a:lnTo>
                      <a:pt x="13787" y="13725"/>
                    </a:lnTo>
                    <a:lnTo>
                      <a:pt x="15479" y="13625"/>
                    </a:lnTo>
                    <a:lnTo>
                      <a:pt x="15441" y="13499"/>
                    </a:lnTo>
                    <a:lnTo>
                      <a:pt x="15354" y="13148"/>
                    </a:lnTo>
                    <a:lnTo>
                      <a:pt x="15216" y="12647"/>
                    </a:lnTo>
                    <a:lnTo>
                      <a:pt x="15015" y="12033"/>
                    </a:lnTo>
                    <a:lnTo>
                      <a:pt x="14890" y="11707"/>
                    </a:lnTo>
                    <a:lnTo>
                      <a:pt x="14764" y="11381"/>
                    </a:lnTo>
                    <a:lnTo>
                      <a:pt x="14627" y="11043"/>
                    </a:lnTo>
                    <a:lnTo>
                      <a:pt x="14464" y="10730"/>
                    </a:lnTo>
                    <a:lnTo>
                      <a:pt x="14301" y="10429"/>
                    </a:lnTo>
                    <a:lnTo>
                      <a:pt x="14125" y="10153"/>
                    </a:lnTo>
                    <a:lnTo>
                      <a:pt x="14025" y="10028"/>
                    </a:lnTo>
                    <a:lnTo>
                      <a:pt x="13937" y="9902"/>
                    </a:lnTo>
                    <a:lnTo>
                      <a:pt x="13837" y="9802"/>
                    </a:lnTo>
                    <a:lnTo>
                      <a:pt x="13737" y="9702"/>
                    </a:lnTo>
                    <a:lnTo>
                      <a:pt x="13624" y="9614"/>
                    </a:lnTo>
                    <a:lnTo>
                      <a:pt x="13499" y="9526"/>
                    </a:lnTo>
                    <a:lnTo>
                      <a:pt x="13348" y="9426"/>
                    </a:lnTo>
                    <a:lnTo>
                      <a:pt x="13198" y="9351"/>
                    </a:lnTo>
                    <a:lnTo>
                      <a:pt x="12847" y="9175"/>
                    </a:lnTo>
                    <a:lnTo>
                      <a:pt x="12458" y="9012"/>
                    </a:lnTo>
                    <a:lnTo>
                      <a:pt x="12032" y="8862"/>
                    </a:lnTo>
                    <a:lnTo>
                      <a:pt x="11594" y="8724"/>
                    </a:lnTo>
                    <a:lnTo>
                      <a:pt x="11155" y="8586"/>
                    </a:lnTo>
                    <a:lnTo>
                      <a:pt x="10704" y="8461"/>
                    </a:lnTo>
                    <a:lnTo>
                      <a:pt x="9876" y="8248"/>
                    </a:lnTo>
                    <a:lnTo>
                      <a:pt x="9162" y="8098"/>
                    </a:lnTo>
                    <a:lnTo>
                      <a:pt x="8498" y="7960"/>
                    </a:lnTo>
                    <a:lnTo>
                      <a:pt x="10541" y="1405"/>
                    </a:lnTo>
                    <a:lnTo>
                      <a:pt x="4688" y="1"/>
                    </a:lnTo>
                    <a:close/>
                  </a:path>
                </a:pathLst>
              </a:custGeom>
              <a:solidFill>
                <a:srgbClr val="6C5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a:extLst>
                  <a:ext uri="{FF2B5EF4-FFF2-40B4-BE49-F238E27FC236}">
                    <a16:creationId xmlns:a16="http://schemas.microsoft.com/office/drawing/2014/main" id="{94EF6343-84EF-E57B-514E-03817D7EC843}"/>
                  </a:ext>
                </a:extLst>
              </p:cNvPr>
              <p:cNvSpPr/>
              <p:nvPr/>
            </p:nvSpPr>
            <p:spPr>
              <a:xfrm>
                <a:off x="3490308" y="3552944"/>
                <a:ext cx="460362" cy="972242"/>
              </a:xfrm>
              <a:custGeom>
                <a:avLst/>
                <a:gdLst/>
                <a:ahLst/>
                <a:cxnLst/>
                <a:rect l="l" t="t" r="r" b="b"/>
                <a:pathLst>
                  <a:path w="20481" h="43254" extrusionOk="0">
                    <a:moveTo>
                      <a:pt x="11995" y="1"/>
                    </a:moveTo>
                    <a:lnTo>
                      <a:pt x="10842" y="26"/>
                    </a:lnTo>
                    <a:lnTo>
                      <a:pt x="9714" y="64"/>
                    </a:lnTo>
                    <a:lnTo>
                      <a:pt x="9163" y="89"/>
                    </a:lnTo>
                    <a:lnTo>
                      <a:pt x="8624" y="126"/>
                    </a:lnTo>
                    <a:lnTo>
                      <a:pt x="8110" y="164"/>
                    </a:lnTo>
                    <a:lnTo>
                      <a:pt x="7621" y="214"/>
                    </a:lnTo>
                    <a:lnTo>
                      <a:pt x="7157" y="277"/>
                    </a:lnTo>
                    <a:lnTo>
                      <a:pt x="6731" y="339"/>
                    </a:lnTo>
                    <a:lnTo>
                      <a:pt x="6330" y="415"/>
                    </a:lnTo>
                    <a:lnTo>
                      <a:pt x="5979" y="502"/>
                    </a:lnTo>
                    <a:lnTo>
                      <a:pt x="5678" y="603"/>
                    </a:lnTo>
                    <a:lnTo>
                      <a:pt x="5415" y="703"/>
                    </a:lnTo>
                    <a:lnTo>
                      <a:pt x="5302" y="753"/>
                    </a:lnTo>
                    <a:lnTo>
                      <a:pt x="5215" y="816"/>
                    </a:lnTo>
                    <a:lnTo>
                      <a:pt x="5127" y="878"/>
                    </a:lnTo>
                    <a:lnTo>
                      <a:pt x="5064" y="941"/>
                    </a:lnTo>
                    <a:lnTo>
                      <a:pt x="4939" y="1104"/>
                    </a:lnTo>
                    <a:lnTo>
                      <a:pt x="4826" y="1304"/>
                    </a:lnTo>
                    <a:lnTo>
                      <a:pt x="4701" y="1543"/>
                    </a:lnTo>
                    <a:lnTo>
                      <a:pt x="4563" y="1818"/>
                    </a:lnTo>
                    <a:lnTo>
                      <a:pt x="4438" y="2132"/>
                    </a:lnTo>
                    <a:lnTo>
                      <a:pt x="4312" y="2483"/>
                    </a:lnTo>
                    <a:lnTo>
                      <a:pt x="4174" y="2859"/>
                    </a:lnTo>
                    <a:lnTo>
                      <a:pt x="4049" y="3260"/>
                    </a:lnTo>
                    <a:lnTo>
                      <a:pt x="3786" y="4124"/>
                    </a:lnTo>
                    <a:lnTo>
                      <a:pt x="3535" y="5039"/>
                    </a:lnTo>
                    <a:lnTo>
                      <a:pt x="3285" y="6004"/>
                    </a:lnTo>
                    <a:lnTo>
                      <a:pt x="3046" y="6969"/>
                    </a:lnTo>
                    <a:lnTo>
                      <a:pt x="2821" y="7922"/>
                    </a:lnTo>
                    <a:lnTo>
                      <a:pt x="2620" y="8824"/>
                    </a:lnTo>
                    <a:lnTo>
                      <a:pt x="2269" y="10404"/>
                    </a:lnTo>
                    <a:lnTo>
                      <a:pt x="2056" y="11507"/>
                    </a:lnTo>
                    <a:lnTo>
                      <a:pt x="1969" y="11920"/>
                    </a:lnTo>
                    <a:lnTo>
                      <a:pt x="8724" y="11920"/>
                    </a:lnTo>
                    <a:lnTo>
                      <a:pt x="1" y="42802"/>
                    </a:lnTo>
                    <a:lnTo>
                      <a:pt x="4738" y="43254"/>
                    </a:lnTo>
                    <a:lnTo>
                      <a:pt x="5252" y="42251"/>
                    </a:lnTo>
                    <a:lnTo>
                      <a:pt x="6619" y="39531"/>
                    </a:lnTo>
                    <a:lnTo>
                      <a:pt x="8586" y="35571"/>
                    </a:lnTo>
                    <a:lnTo>
                      <a:pt x="9714" y="33277"/>
                    </a:lnTo>
                    <a:lnTo>
                      <a:pt x="10892" y="30846"/>
                    </a:lnTo>
                    <a:lnTo>
                      <a:pt x="12108" y="28339"/>
                    </a:lnTo>
                    <a:lnTo>
                      <a:pt x="13311" y="25820"/>
                    </a:lnTo>
                    <a:lnTo>
                      <a:pt x="14464" y="23351"/>
                    </a:lnTo>
                    <a:lnTo>
                      <a:pt x="15555" y="20969"/>
                    </a:lnTo>
                    <a:lnTo>
                      <a:pt x="16056" y="19841"/>
                    </a:lnTo>
                    <a:lnTo>
                      <a:pt x="16532" y="18763"/>
                    </a:lnTo>
                    <a:lnTo>
                      <a:pt x="16971" y="17736"/>
                    </a:lnTo>
                    <a:lnTo>
                      <a:pt x="17385" y="16758"/>
                    </a:lnTo>
                    <a:lnTo>
                      <a:pt x="17736" y="15868"/>
                    </a:lnTo>
                    <a:lnTo>
                      <a:pt x="18062" y="15053"/>
                    </a:lnTo>
                    <a:lnTo>
                      <a:pt x="18325" y="14314"/>
                    </a:lnTo>
                    <a:lnTo>
                      <a:pt x="18538" y="13675"/>
                    </a:lnTo>
                    <a:lnTo>
                      <a:pt x="18901" y="12472"/>
                    </a:lnTo>
                    <a:lnTo>
                      <a:pt x="19240" y="11281"/>
                    </a:lnTo>
                    <a:lnTo>
                      <a:pt x="19553" y="10078"/>
                    </a:lnTo>
                    <a:lnTo>
                      <a:pt x="19691" y="9489"/>
                    </a:lnTo>
                    <a:lnTo>
                      <a:pt x="19829" y="8912"/>
                    </a:lnTo>
                    <a:lnTo>
                      <a:pt x="19954" y="8336"/>
                    </a:lnTo>
                    <a:lnTo>
                      <a:pt x="20067" y="7759"/>
                    </a:lnTo>
                    <a:lnTo>
                      <a:pt x="20167" y="7208"/>
                    </a:lnTo>
                    <a:lnTo>
                      <a:pt x="20255" y="6656"/>
                    </a:lnTo>
                    <a:lnTo>
                      <a:pt x="20330" y="6117"/>
                    </a:lnTo>
                    <a:lnTo>
                      <a:pt x="20393" y="5603"/>
                    </a:lnTo>
                    <a:lnTo>
                      <a:pt x="20443" y="5089"/>
                    </a:lnTo>
                    <a:lnTo>
                      <a:pt x="20468" y="4601"/>
                    </a:lnTo>
                    <a:lnTo>
                      <a:pt x="20480" y="4137"/>
                    </a:lnTo>
                    <a:lnTo>
                      <a:pt x="20480" y="3673"/>
                    </a:lnTo>
                    <a:lnTo>
                      <a:pt x="20443" y="3247"/>
                    </a:lnTo>
                    <a:lnTo>
                      <a:pt x="20405" y="2833"/>
                    </a:lnTo>
                    <a:lnTo>
                      <a:pt x="20343" y="2445"/>
                    </a:lnTo>
                    <a:lnTo>
                      <a:pt x="20255" y="2094"/>
                    </a:lnTo>
                    <a:lnTo>
                      <a:pt x="20192" y="1919"/>
                    </a:lnTo>
                    <a:lnTo>
                      <a:pt x="20142" y="1756"/>
                    </a:lnTo>
                    <a:lnTo>
                      <a:pt x="20079" y="1593"/>
                    </a:lnTo>
                    <a:lnTo>
                      <a:pt x="20004" y="1442"/>
                    </a:lnTo>
                    <a:lnTo>
                      <a:pt x="19929" y="1304"/>
                    </a:lnTo>
                    <a:lnTo>
                      <a:pt x="19854" y="1167"/>
                    </a:lnTo>
                    <a:lnTo>
                      <a:pt x="19766" y="1041"/>
                    </a:lnTo>
                    <a:lnTo>
                      <a:pt x="19666" y="916"/>
                    </a:lnTo>
                    <a:lnTo>
                      <a:pt x="19566" y="803"/>
                    </a:lnTo>
                    <a:lnTo>
                      <a:pt x="19453" y="703"/>
                    </a:lnTo>
                    <a:lnTo>
                      <a:pt x="19340" y="603"/>
                    </a:lnTo>
                    <a:lnTo>
                      <a:pt x="19215" y="515"/>
                    </a:lnTo>
                    <a:lnTo>
                      <a:pt x="19089" y="440"/>
                    </a:lnTo>
                    <a:lnTo>
                      <a:pt x="18951" y="364"/>
                    </a:lnTo>
                    <a:lnTo>
                      <a:pt x="18814" y="302"/>
                    </a:lnTo>
                    <a:lnTo>
                      <a:pt x="18663" y="252"/>
                    </a:lnTo>
                    <a:lnTo>
                      <a:pt x="18513" y="201"/>
                    </a:lnTo>
                    <a:lnTo>
                      <a:pt x="18337" y="176"/>
                    </a:lnTo>
                    <a:lnTo>
                      <a:pt x="18174" y="151"/>
                    </a:lnTo>
                    <a:lnTo>
                      <a:pt x="17986" y="126"/>
                    </a:lnTo>
                    <a:lnTo>
                      <a:pt x="17485" y="101"/>
                    </a:lnTo>
                    <a:lnTo>
                      <a:pt x="16144" y="64"/>
                    </a:lnTo>
                    <a:lnTo>
                      <a:pt x="15242" y="39"/>
                    </a:lnTo>
                    <a:lnTo>
                      <a:pt x="14239" y="13"/>
                    </a:lnTo>
                    <a:lnTo>
                      <a:pt x="13136"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a:extLst>
                  <a:ext uri="{FF2B5EF4-FFF2-40B4-BE49-F238E27FC236}">
                    <a16:creationId xmlns:a16="http://schemas.microsoft.com/office/drawing/2014/main" id="{454ECE3B-9639-3FD4-72AE-9B57E0B86015}"/>
                  </a:ext>
                </a:extLst>
              </p:cNvPr>
              <p:cNvSpPr/>
              <p:nvPr/>
            </p:nvSpPr>
            <p:spPr>
              <a:xfrm>
                <a:off x="2905174" y="2952885"/>
                <a:ext cx="192452" cy="252175"/>
              </a:xfrm>
              <a:custGeom>
                <a:avLst/>
                <a:gdLst/>
                <a:ahLst/>
                <a:cxnLst/>
                <a:rect l="l" t="t" r="r" b="b"/>
                <a:pathLst>
                  <a:path w="8562" h="11219" extrusionOk="0">
                    <a:moveTo>
                      <a:pt x="3021" y="1"/>
                    </a:moveTo>
                    <a:lnTo>
                      <a:pt x="1" y="4613"/>
                    </a:lnTo>
                    <a:lnTo>
                      <a:pt x="101" y="4939"/>
                    </a:lnTo>
                    <a:lnTo>
                      <a:pt x="364" y="5766"/>
                    </a:lnTo>
                    <a:lnTo>
                      <a:pt x="552" y="6318"/>
                    </a:lnTo>
                    <a:lnTo>
                      <a:pt x="778" y="6919"/>
                    </a:lnTo>
                    <a:lnTo>
                      <a:pt x="1016" y="7571"/>
                    </a:lnTo>
                    <a:lnTo>
                      <a:pt x="1279" y="8223"/>
                    </a:lnTo>
                    <a:lnTo>
                      <a:pt x="1555" y="8862"/>
                    </a:lnTo>
                    <a:lnTo>
                      <a:pt x="1856" y="9476"/>
                    </a:lnTo>
                    <a:lnTo>
                      <a:pt x="2006" y="9764"/>
                    </a:lnTo>
                    <a:lnTo>
                      <a:pt x="2157" y="10028"/>
                    </a:lnTo>
                    <a:lnTo>
                      <a:pt x="2307" y="10278"/>
                    </a:lnTo>
                    <a:lnTo>
                      <a:pt x="2457" y="10504"/>
                    </a:lnTo>
                    <a:lnTo>
                      <a:pt x="2608" y="10704"/>
                    </a:lnTo>
                    <a:lnTo>
                      <a:pt x="2758" y="10880"/>
                    </a:lnTo>
                    <a:lnTo>
                      <a:pt x="2896" y="11018"/>
                    </a:lnTo>
                    <a:lnTo>
                      <a:pt x="3047" y="11118"/>
                    </a:lnTo>
                    <a:lnTo>
                      <a:pt x="3122" y="11156"/>
                    </a:lnTo>
                    <a:lnTo>
                      <a:pt x="3197" y="11193"/>
                    </a:lnTo>
                    <a:lnTo>
                      <a:pt x="3260" y="11206"/>
                    </a:lnTo>
                    <a:lnTo>
                      <a:pt x="3335" y="11218"/>
                    </a:lnTo>
                    <a:lnTo>
                      <a:pt x="3397" y="11218"/>
                    </a:lnTo>
                    <a:lnTo>
                      <a:pt x="3473" y="11193"/>
                    </a:lnTo>
                    <a:lnTo>
                      <a:pt x="3535" y="11168"/>
                    </a:lnTo>
                    <a:lnTo>
                      <a:pt x="3598" y="11130"/>
                    </a:lnTo>
                    <a:lnTo>
                      <a:pt x="3736" y="11030"/>
                    </a:lnTo>
                    <a:lnTo>
                      <a:pt x="3886" y="10905"/>
                    </a:lnTo>
                    <a:lnTo>
                      <a:pt x="4049" y="10742"/>
                    </a:lnTo>
                    <a:lnTo>
                      <a:pt x="4212" y="10566"/>
                    </a:lnTo>
                    <a:lnTo>
                      <a:pt x="4388" y="10366"/>
                    </a:lnTo>
                    <a:lnTo>
                      <a:pt x="4576" y="10140"/>
                    </a:lnTo>
                    <a:lnTo>
                      <a:pt x="4964" y="9626"/>
                    </a:lnTo>
                    <a:lnTo>
                      <a:pt x="5365" y="9075"/>
                    </a:lnTo>
                    <a:lnTo>
                      <a:pt x="5779" y="8473"/>
                    </a:lnTo>
                    <a:lnTo>
                      <a:pt x="6192" y="7847"/>
                    </a:lnTo>
                    <a:lnTo>
                      <a:pt x="6606" y="7220"/>
                    </a:lnTo>
                    <a:lnTo>
                      <a:pt x="7358" y="6004"/>
                    </a:lnTo>
                    <a:lnTo>
                      <a:pt x="7972" y="4977"/>
                    </a:lnTo>
                    <a:lnTo>
                      <a:pt x="8561" y="3986"/>
                    </a:lnTo>
                    <a:lnTo>
                      <a:pt x="3021"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a:extLst>
                  <a:ext uri="{FF2B5EF4-FFF2-40B4-BE49-F238E27FC236}">
                    <a16:creationId xmlns:a16="http://schemas.microsoft.com/office/drawing/2014/main" id="{6D395DE0-0637-4740-1E25-84FB10D80D0E}"/>
                  </a:ext>
                </a:extLst>
              </p:cNvPr>
              <p:cNvSpPr/>
              <p:nvPr/>
            </p:nvSpPr>
            <p:spPr>
              <a:xfrm>
                <a:off x="3044624" y="3403648"/>
                <a:ext cx="540382" cy="89888"/>
              </a:xfrm>
              <a:custGeom>
                <a:avLst/>
                <a:gdLst/>
                <a:ahLst/>
                <a:cxnLst/>
                <a:rect l="l" t="t" r="r" b="b"/>
                <a:pathLst>
                  <a:path w="24041" h="3999" extrusionOk="0">
                    <a:moveTo>
                      <a:pt x="878" y="0"/>
                    </a:moveTo>
                    <a:lnTo>
                      <a:pt x="1" y="3998"/>
                    </a:lnTo>
                    <a:lnTo>
                      <a:pt x="13487" y="3998"/>
                    </a:lnTo>
                    <a:lnTo>
                      <a:pt x="14728" y="1329"/>
                    </a:lnTo>
                    <a:lnTo>
                      <a:pt x="15730" y="3998"/>
                    </a:lnTo>
                    <a:lnTo>
                      <a:pt x="24040" y="3998"/>
                    </a:lnTo>
                    <a:lnTo>
                      <a:pt x="22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a:extLst>
                  <a:ext uri="{FF2B5EF4-FFF2-40B4-BE49-F238E27FC236}">
                    <a16:creationId xmlns:a16="http://schemas.microsoft.com/office/drawing/2014/main" id="{8709D024-ED9F-2397-D226-5004E8B351FD}"/>
                  </a:ext>
                </a:extLst>
              </p:cNvPr>
              <p:cNvSpPr/>
              <p:nvPr/>
            </p:nvSpPr>
            <p:spPr>
              <a:xfrm>
                <a:off x="3064359" y="2616531"/>
                <a:ext cx="540067" cy="787140"/>
              </a:xfrm>
              <a:custGeom>
                <a:avLst/>
                <a:gdLst/>
                <a:ahLst/>
                <a:cxnLst/>
                <a:rect l="l" t="t" r="r" b="b"/>
                <a:pathLst>
                  <a:path w="24027" h="35019" extrusionOk="0">
                    <a:moveTo>
                      <a:pt x="8398" y="0"/>
                    </a:moveTo>
                    <a:lnTo>
                      <a:pt x="1642" y="1429"/>
                    </a:lnTo>
                    <a:lnTo>
                      <a:pt x="1529" y="4086"/>
                    </a:lnTo>
                    <a:lnTo>
                      <a:pt x="1279" y="10039"/>
                    </a:lnTo>
                    <a:lnTo>
                      <a:pt x="1128" y="13310"/>
                    </a:lnTo>
                    <a:lnTo>
                      <a:pt x="978" y="16281"/>
                    </a:lnTo>
                    <a:lnTo>
                      <a:pt x="903" y="17522"/>
                    </a:lnTo>
                    <a:lnTo>
                      <a:pt x="840" y="18549"/>
                    </a:lnTo>
                    <a:lnTo>
                      <a:pt x="790" y="19314"/>
                    </a:lnTo>
                    <a:lnTo>
                      <a:pt x="740" y="19765"/>
                    </a:lnTo>
                    <a:lnTo>
                      <a:pt x="690" y="20179"/>
                    </a:lnTo>
                    <a:lnTo>
                      <a:pt x="639" y="20843"/>
                    </a:lnTo>
                    <a:lnTo>
                      <a:pt x="527" y="22761"/>
                    </a:lnTo>
                    <a:lnTo>
                      <a:pt x="401" y="25230"/>
                    </a:lnTo>
                    <a:lnTo>
                      <a:pt x="276" y="27937"/>
                    </a:lnTo>
                    <a:lnTo>
                      <a:pt x="75" y="32837"/>
                    </a:lnTo>
                    <a:lnTo>
                      <a:pt x="0" y="35018"/>
                    </a:lnTo>
                    <a:lnTo>
                      <a:pt x="21808" y="35018"/>
                    </a:lnTo>
                    <a:lnTo>
                      <a:pt x="19954" y="18048"/>
                    </a:lnTo>
                    <a:lnTo>
                      <a:pt x="20154" y="17860"/>
                    </a:lnTo>
                    <a:lnTo>
                      <a:pt x="20680" y="17371"/>
                    </a:lnTo>
                    <a:lnTo>
                      <a:pt x="21019" y="17033"/>
                    </a:lnTo>
                    <a:lnTo>
                      <a:pt x="21395" y="16657"/>
                    </a:lnTo>
                    <a:lnTo>
                      <a:pt x="21808" y="16231"/>
                    </a:lnTo>
                    <a:lnTo>
                      <a:pt x="22210" y="15792"/>
                    </a:lnTo>
                    <a:lnTo>
                      <a:pt x="22611" y="15328"/>
                    </a:lnTo>
                    <a:lnTo>
                      <a:pt x="22999" y="14852"/>
                    </a:lnTo>
                    <a:lnTo>
                      <a:pt x="23175" y="14626"/>
                    </a:lnTo>
                    <a:lnTo>
                      <a:pt x="23338" y="14388"/>
                    </a:lnTo>
                    <a:lnTo>
                      <a:pt x="23488" y="14163"/>
                    </a:lnTo>
                    <a:lnTo>
                      <a:pt x="23626" y="13950"/>
                    </a:lnTo>
                    <a:lnTo>
                      <a:pt x="23739" y="13724"/>
                    </a:lnTo>
                    <a:lnTo>
                      <a:pt x="23851" y="13524"/>
                    </a:lnTo>
                    <a:lnTo>
                      <a:pt x="23927" y="13323"/>
                    </a:lnTo>
                    <a:lnTo>
                      <a:pt x="23989" y="13135"/>
                    </a:lnTo>
                    <a:lnTo>
                      <a:pt x="24027" y="12960"/>
                    </a:lnTo>
                    <a:lnTo>
                      <a:pt x="24027" y="12784"/>
                    </a:lnTo>
                    <a:lnTo>
                      <a:pt x="24027" y="12709"/>
                    </a:lnTo>
                    <a:lnTo>
                      <a:pt x="24014" y="12634"/>
                    </a:lnTo>
                    <a:lnTo>
                      <a:pt x="23989" y="12571"/>
                    </a:lnTo>
                    <a:lnTo>
                      <a:pt x="23964" y="12508"/>
                    </a:lnTo>
                    <a:lnTo>
                      <a:pt x="23801" y="12145"/>
                    </a:lnTo>
                    <a:lnTo>
                      <a:pt x="23551" y="11618"/>
                    </a:lnTo>
                    <a:lnTo>
                      <a:pt x="22899" y="10114"/>
                    </a:lnTo>
                    <a:lnTo>
                      <a:pt x="22059" y="8234"/>
                    </a:lnTo>
                    <a:lnTo>
                      <a:pt x="21132" y="6166"/>
                    </a:lnTo>
                    <a:lnTo>
                      <a:pt x="20655" y="5139"/>
                    </a:lnTo>
                    <a:lnTo>
                      <a:pt x="20192" y="4149"/>
                    </a:lnTo>
                    <a:lnTo>
                      <a:pt x="19740" y="3221"/>
                    </a:lnTo>
                    <a:lnTo>
                      <a:pt x="19314" y="2381"/>
                    </a:lnTo>
                    <a:lnTo>
                      <a:pt x="18926" y="1667"/>
                    </a:lnTo>
                    <a:lnTo>
                      <a:pt x="18750" y="1366"/>
                    </a:lnTo>
                    <a:lnTo>
                      <a:pt x="18587" y="1103"/>
                    </a:lnTo>
                    <a:lnTo>
                      <a:pt x="18437" y="877"/>
                    </a:lnTo>
                    <a:lnTo>
                      <a:pt x="18312" y="702"/>
                    </a:lnTo>
                    <a:lnTo>
                      <a:pt x="18186" y="577"/>
                    </a:lnTo>
                    <a:lnTo>
                      <a:pt x="18136" y="539"/>
                    </a:lnTo>
                    <a:lnTo>
                      <a:pt x="18099" y="501"/>
                    </a:lnTo>
                    <a:lnTo>
                      <a:pt x="18011" y="476"/>
                    </a:lnTo>
                    <a:lnTo>
                      <a:pt x="17898" y="451"/>
                    </a:lnTo>
                    <a:lnTo>
                      <a:pt x="17572" y="389"/>
                    </a:lnTo>
                    <a:lnTo>
                      <a:pt x="17159" y="326"/>
                    </a:lnTo>
                    <a:lnTo>
                      <a:pt x="16707" y="263"/>
                    </a:lnTo>
                    <a:lnTo>
                      <a:pt x="15918" y="163"/>
                    </a:lnTo>
                    <a:lnTo>
                      <a:pt x="15554" y="125"/>
                    </a:lnTo>
                    <a:lnTo>
                      <a:pt x="83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a:extLst>
                  <a:ext uri="{FF2B5EF4-FFF2-40B4-BE49-F238E27FC236}">
                    <a16:creationId xmlns:a16="http://schemas.microsoft.com/office/drawing/2014/main" id="{4EB06616-8BBC-CD63-A45C-A80A5B19BA17}"/>
                  </a:ext>
                </a:extLst>
              </p:cNvPr>
              <p:cNvSpPr/>
              <p:nvPr/>
            </p:nvSpPr>
            <p:spPr>
              <a:xfrm>
                <a:off x="3217319" y="3094605"/>
                <a:ext cx="272180" cy="240037"/>
              </a:xfrm>
              <a:custGeom>
                <a:avLst/>
                <a:gdLst/>
                <a:ahLst/>
                <a:cxnLst/>
                <a:rect l="l" t="t" r="r" b="b"/>
                <a:pathLst>
                  <a:path w="12109" h="10679" extrusionOk="0">
                    <a:moveTo>
                      <a:pt x="11920" y="0"/>
                    </a:moveTo>
                    <a:lnTo>
                      <a:pt x="1" y="10466"/>
                    </a:lnTo>
                    <a:lnTo>
                      <a:pt x="189" y="10679"/>
                    </a:lnTo>
                    <a:lnTo>
                      <a:pt x="12108" y="213"/>
                    </a:lnTo>
                    <a:lnTo>
                      <a:pt x="1192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a:extLst>
                  <a:ext uri="{FF2B5EF4-FFF2-40B4-BE49-F238E27FC236}">
                    <a16:creationId xmlns:a16="http://schemas.microsoft.com/office/drawing/2014/main" id="{EFC40B1A-DF9E-1999-8F2C-A8C616F8DFE2}"/>
                  </a:ext>
                </a:extLst>
              </p:cNvPr>
              <p:cNvSpPr/>
              <p:nvPr/>
            </p:nvSpPr>
            <p:spPr>
              <a:xfrm>
                <a:off x="3391722" y="3207577"/>
                <a:ext cx="72423" cy="96923"/>
              </a:xfrm>
              <a:custGeom>
                <a:avLst/>
                <a:gdLst/>
                <a:ahLst/>
                <a:cxnLst/>
                <a:rect l="l" t="t" r="r" b="b"/>
                <a:pathLst>
                  <a:path w="3222" h="4312" extrusionOk="0">
                    <a:moveTo>
                      <a:pt x="2983" y="0"/>
                    </a:moveTo>
                    <a:lnTo>
                      <a:pt x="0" y="4149"/>
                    </a:lnTo>
                    <a:lnTo>
                      <a:pt x="238" y="4311"/>
                    </a:lnTo>
                    <a:lnTo>
                      <a:pt x="3221" y="163"/>
                    </a:lnTo>
                    <a:lnTo>
                      <a:pt x="298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a:extLst>
                  <a:ext uri="{FF2B5EF4-FFF2-40B4-BE49-F238E27FC236}">
                    <a16:creationId xmlns:a16="http://schemas.microsoft.com/office/drawing/2014/main" id="{0024382F-3366-12D7-DAC1-764D4A3C1961}"/>
                  </a:ext>
                </a:extLst>
              </p:cNvPr>
              <p:cNvSpPr/>
              <p:nvPr/>
            </p:nvSpPr>
            <p:spPr>
              <a:xfrm>
                <a:off x="3173937" y="2616531"/>
                <a:ext cx="243724" cy="169615"/>
              </a:xfrm>
              <a:custGeom>
                <a:avLst/>
                <a:gdLst/>
                <a:ahLst/>
                <a:cxnLst/>
                <a:rect l="l" t="t" r="r" b="b"/>
                <a:pathLst>
                  <a:path w="10843" h="7546" extrusionOk="0">
                    <a:moveTo>
                      <a:pt x="3523" y="0"/>
                    </a:moveTo>
                    <a:lnTo>
                      <a:pt x="1" y="752"/>
                    </a:lnTo>
                    <a:lnTo>
                      <a:pt x="214" y="1166"/>
                    </a:lnTo>
                    <a:lnTo>
                      <a:pt x="490" y="1642"/>
                    </a:lnTo>
                    <a:lnTo>
                      <a:pt x="853" y="2244"/>
                    </a:lnTo>
                    <a:lnTo>
                      <a:pt x="1116" y="2645"/>
                    </a:lnTo>
                    <a:lnTo>
                      <a:pt x="1405" y="3071"/>
                    </a:lnTo>
                    <a:lnTo>
                      <a:pt x="1718" y="3522"/>
                    </a:lnTo>
                    <a:lnTo>
                      <a:pt x="2069" y="3973"/>
                    </a:lnTo>
                    <a:lnTo>
                      <a:pt x="2432" y="4437"/>
                    </a:lnTo>
                    <a:lnTo>
                      <a:pt x="2833" y="4888"/>
                    </a:lnTo>
                    <a:lnTo>
                      <a:pt x="3247" y="5327"/>
                    </a:lnTo>
                    <a:lnTo>
                      <a:pt x="3460" y="5540"/>
                    </a:lnTo>
                    <a:lnTo>
                      <a:pt x="3686" y="5753"/>
                    </a:lnTo>
                    <a:lnTo>
                      <a:pt x="3911" y="5953"/>
                    </a:lnTo>
                    <a:lnTo>
                      <a:pt x="4137" y="6154"/>
                    </a:lnTo>
                    <a:lnTo>
                      <a:pt x="4375" y="6329"/>
                    </a:lnTo>
                    <a:lnTo>
                      <a:pt x="4613" y="6505"/>
                    </a:lnTo>
                    <a:lnTo>
                      <a:pt x="4851" y="6680"/>
                    </a:lnTo>
                    <a:lnTo>
                      <a:pt x="5102" y="6831"/>
                    </a:lnTo>
                    <a:lnTo>
                      <a:pt x="5353" y="6969"/>
                    </a:lnTo>
                    <a:lnTo>
                      <a:pt x="5603" y="7094"/>
                    </a:lnTo>
                    <a:lnTo>
                      <a:pt x="5866" y="7207"/>
                    </a:lnTo>
                    <a:lnTo>
                      <a:pt x="6117" y="7307"/>
                    </a:lnTo>
                    <a:lnTo>
                      <a:pt x="6380" y="7395"/>
                    </a:lnTo>
                    <a:lnTo>
                      <a:pt x="6656" y="7457"/>
                    </a:lnTo>
                    <a:lnTo>
                      <a:pt x="6919" y="7508"/>
                    </a:lnTo>
                    <a:lnTo>
                      <a:pt x="7182" y="7533"/>
                    </a:lnTo>
                    <a:lnTo>
                      <a:pt x="7458" y="7545"/>
                    </a:lnTo>
                    <a:lnTo>
                      <a:pt x="7734" y="7533"/>
                    </a:lnTo>
                    <a:lnTo>
                      <a:pt x="7960" y="7495"/>
                    </a:lnTo>
                    <a:lnTo>
                      <a:pt x="8185" y="7457"/>
                    </a:lnTo>
                    <a:lnTo>
                      <a:pt x="8398" y="7407"/>
                    </a:lnTo>
                    <a:lnTo>
                      <a:pt x="8599" y="7332"/>
                    </a:lnTo>
                    <a:lnTo>
                      <a:pt x="8787" y="7257"/>
                    </a:lnTo>
                    <a:lnTo>
                      <a:pt x="8962" y="7157"/>
                    </a:lnTo>
                    <a:lnTo>
                      <a:pt x="9125" y="7056"/>
                    </a:lnTo>
                    <a:lnTo>
                      <a:pt x="9288" y="6944"/>
                    </a:lnTo>
                    <a:lnTo>
                      <a:pt x="9438" y="6818"/>
                    </a:lnTo>
                    <a:lnTo>
                      <a:pt x="9576" y="6680"/>
                    </a:lnTo>
                    <a:lnTo>
                      <a:pt x="9702" y="6542"/>
                    </a:lnTo>
                    <a:lnTo>
                      <a:pt x="9827" y="6392"/>
                    </a:lnTo>
                    <a:lnTo>
                      <a:pt x="9940" y="6229"/>
                    </a:lnTo>
                    <a:lnTo>
                      <a:pt x="10040" y="6066"/>
                    </a:lnTo>
                    <a:lnTo>
                      <a:pt x="10140" y="5891"/>
                    </a:lnTo>
                    <a:lnTo>
                      <a:pt x="10228" y="5715"/>
                    </a:lnTo>
                    <a:lnTo>
                      <a:pt x="10316" y="5527"/>
                    </a:lnTo>
                    <a:lnTo>
                      <a:pt x="10391" y="5339"/>
                    </a:lnTo>
                    <a:lnTo>
                      <a:pt x="10454" y="5151"/>
                    </a:lnTo>
                    <a:lnTo>
                      <a:pt x="10516" y="4951"/>
                    </a:lnTo>
                    <a:lnTo>
                      <a:pt x="10617" y="4550"/>
                    </a:lnTo>
                    <a:lnTo>
                      <a:pt x="10704" y="4136"/>
                    </a:lnTo>
                    <a:lnTo>
                      <a:pt x="10767" y="3722"/>
                    </a:lnTo>
                    <a:lnTo>
                      <a:pt x="10805" y="3309"/>
                    </a:lnTo>
                    <a:lnTo>
                      <a:pt x="10830" y="2895"/>
                    </a:lnTo>
                    <a:lnTo>
                      <a:pt x="10842" y="2507"/>
                    </a:lnTo>
                    <a:lnTo>
                      <a:pt x="10842" y="2018"/>
                    </a:lnTo>
                    <a:lnTo>
                      <a:pt x="10830" y="1579"/>
                    </a:lnTo>
                    <a:lnTo>
                      <a:pt x="10805" y="1166"/>
                    </a:lnTo>
                    <a:lnTo>
                      <a:pt x="10767" y="815"/>
                    </a:lnTo>
                    <a:lnTo>
                      <a:pt x="10704" y="313"/>
                    </a:lnTo>
                    <a:lnTo>
                      <a:pt x="10679" y="125"/>
                    </a:lnTo>
                    <a:lnTo>
                      <a:pt x="352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a:extLst>
                  <a:ext uri="{FF2B5EF4-FFF2-40B4-BE49-F238E27FC236}">
                    <a16:creationId xmlns:a16="http://schemas.microsoft.com/office/drawing/2014/main" id="{3FC8283F-0857-FEC5-6143-495A144AA493}"/>
                  </a:ext>
                </a:extLst>
              </p:cNvPr>
              <p:cNvSpPr/>
              <p:nvPr/>
            </p:nvSpPr>
            <p:spPr>
              <a:xfrm>
                <a:off x="2905174" y="2026879"/>
                <a:ext cx="384590" cy="452742"/>
              </a:xfrm>
              <a:custGeom>
                <a:avLst/>
                <a:gdLst/>
                <a:ahLst/>
                <a:cxnLst/>
                <a:rect l="l" t="t" r="r" b="b"/>
                <a:pathLst>
                  <a:path w="17110" h="20142" extrusionOk="0">
                    <a:moveTo>
                      <a:pt x="9739" y="1"/>
                    </a:moveTo>
                    <a:lnTo>
                      <a:pt x="9301" y="13"/>
                    </a:lnTo>
                    <a:lnTo>
                      <a:pt x="8862" y="38"/>
                    </a:lnTo>
                    <a:lnTo>
                      <a:pt x="8649" y="63"/>
                    </a:lnTo>
                    <a:lnTo>
                      <a:pt x="8436" y="101"/>
                    </a:lnTo>
                    <a:lnTo>
                      <a:pt x="8223" y="139"/>
                    </a:lnTo>
                    <a:lnTo>
                      <a:pt x="8022" y="189"/>
                    </a:lnTo>
                    <a:lnTo>
                      <a:pt x="7822" y="251"/>
                    </a:lnTo>
                    <a:lnTo>
                      <a:pt x="7621" y="314"/>
                    </a:lnTo>
                    <a:lnTo>
                      <a:pt x="7433" y="402"/>
                    </a:lnTo>
                    <a:lnTo>
                      <a:pt x="7245" y="490"/>
                    </a:lnTo>
                    <a:lnTo>
                      <a:pt x="7070" y="590"/>
                    </a:lnTo>
                    <a:lnTo>
                      <a:pt x="6894" y="690"/>
                    </a:lnTo>
                    <a:lnTo>
                      <a:pt x="6731" y="815"/>
                    </a:lnTo>
                    <a:lnTo>
                      <a:pt x="6568" y="953"/>
                    </a:lnTo>
                    <a:lnTo>
                      <a:pt x="6431" y="1091"/>
                    </a:lnTo>
                    <a:lnTo>
                      <a:pt x="6293" y="1242"/>
                    </a:lnTo>
                    <a:lnTo>
                      <a:pt x="6167" y="1392"/>
                    </a:lnTo>
                    <a:lnTo>
                      <a:pt x="6042" y="1555"/>
                    </a:lnTo>
                    <a:lnTo>
                      <a:pt x="5942" y="1718"/>
                    </a:lnTo>
                    <a:lnTo>
                      <a:pt x="5841" y="1893"/>
                    </a:lnTo>
                    <a:lnTo>
                      <a:pt x="5741" y="2069"/>
                    </a:lnTo>
                    <a:lnTo>
                      <a:pt x="5666" y="2257"/>
                    </a:lnTo>
                    <a:lnTo>
                      <a:pt x="5578" y="2432"/>
                    </a:lnTo>
                    <a:lnTo>
                      <a:pt x="5516" y="2633"/>
                    </a:lnTo>
                    <a:lnTo>
                      <a:pt x="5378" y="3009"/>
                    </a:lnTo>
                    <a:lnTo>
                      <a:pt x="5277" y="3410"/>
                    </a:lnTo>
                    <a:lnTo>
                      <a:pt x="5190" y="3798"/>
                    </a:lnTo>
                    <a:lnTo>
                      <a:pt x="5102" y="4350"/>
                    </a:lnTo>
                    <a:lnTo>
                      <a:pt x="5027" y="4901"/>
                    </a:lnTo>
                    <a:lnTo>
                      <a:pt x="4964" y="5453"/>
                    </a:lnTo>
                    <a:lnTo>
                      <a:pt x="4927" y="6004"/>
                    </a:lnTo>
                    <a:lnTo>
                      <a:pt x="4901" y="6556"/>
                    </a:lnTo>
                    <a:lnTo>
                      <a:pt x="4876" y="7120"/>
                    </a:lnTo>
                    <a:lnTo>
                      <a:pt x="4864" y="8235"/>
                    </a:lnTo>
                    <a:lnTo>
                      <a:pt x="4864" y="9351"/>
                    </a:lnTo>
                    <a:lnTo>
                      <a:pt x="4864" y="10466"/>
                    </a:lnTo>
                    <a:lnTo>
                      <a:pt x="4851" y="11018"/>
                    </a:lnTo>
                    <a:lnTo>
                      <a:pt x="4826" y="11582"/>
                    </a:lnTo>
                    <a:lnTo>
                      <a:pt x="4789" y="12133"/>
                    </a:lnTo>
                    <a:lnTo>
                      <a:pt x="4751" y="12684"/>
                    </a:lnTo>
                    <a:lnTo>
                      <a:pt x="4688" y="13161"/>
                    </a:lnTo>
                    <a:lnTo>
                      <a:pt x="4613" y="13637"/>
                    </a:lnTo>
                    <a:lnTo>
                      <a:pt x="4563" y="13875"/>
                    </a:lnTo>
                    <a:lnTo>
                      <a:pt x="4500" y="14101"/>
                    </a:lnTo>
                    <a:lnTo>
                      <a:pt x="4438" y="14339"/>
                    </a:lnTo>
                    <a:lnTo>
                      <a:pt x="4363" y="14564"/>
                    </a:lnTo>
                    <a:lnTo>
                      <a:pt x="4287" y="14778"/>
                    </a:lnTo>
                    <a:lnTo>
                      <a:pt x="4200" y="15003"/>
                    </a:lnTo>
                    <a:lnTo>
                      <a:pt x="4099" y="15216"/>
                    </a:lnTo>
                    <a:lnTo>
                      <a:pt x="3987" y="15417"/>
                    </a:lnTo>
                    <a:lnTo>
                      <a:pt x="3861" y="15617"/>
                    </a:lnTo>
                    <a:lnTo>
                      <a:pt x="3723" y="15805"/>
                    </a:lnTo>
                    <a:lnTo>
                      <a:pt x="3573" y="15981"/>
                    </a:lnTo>
                    <a:lnTo>
                      <a:pt x="3410" y="16156"/>
                    </a:lnTo>
                    <a:lnTo>
                      <a:pt x="3235" y="16319"/>
                    </a:lnTo>
                    <a:lnTo>
                      <a:pt x="3034" y="16457"/>
                    </a:lnTo>
                    <a:lnTo>
                      <a:pt x="2833" y="16582"/>
                    </a:lnTo>
                    <a:lnTo>
                      <a:pt x="2620" y="16683"/>
                    </a:lnTo>
                    <a:lnTo>
                      <a:pt x="2395" y="16770"/>
                    </a:lnTo>
                    <a:lnTo>
                      <a:pt x="2157" y="16833"/>
                    </a:lnTo>
                    <a:lnTo>
                      <a:pt x="1918" y="16883"/>
                    </a:lnTo>
                    <a:lnTo>
                      <a:pt x="1680" y="16908"/>
                    </a:lnTo>
                    <a:lnTo>
                      <a:pt x="1455" y="16908"/>
                    </a:lnTo>
                    <a:lnTo>
                      <a:pt x="1217" y="16896"/>
                    </a:lnTo>
                    <a:lnTo>
                      <a:pt x="991" y="16858"/>
                    </a:lnTo>
                    <a:lnTo>
                      <a:pt x="778" y="16783"/>
                    </a:lnTo>
                    <a:lnTo>
                      <a:pt x="565" y="16695"/>
                    </a:lnTo>
                    <a:lnTo>
                      <a:pt x="377" y="16582"/>
                    </a:lnTo>
                    <a:lnTo>
                      <a:pt x="289" y="16507"/>
                    </a:lnTo>
                    <a:lnTo>
                      <a:pt x="201" y="16432"/>
                    </a:lnTo>
                    <a:lnTo>
                      <a:pt x="114" y="16357"/>
                    </a:lnTo>
                    <a:lnTo>
                      <a:pt x="38" y="16269"/>
                    </a:lnTo>
                    <a:lnTo>
                      <a:pt x="13" y="16457"/>
                    </a:lnTo>
                    <a:lnTo>
                      <a:pt x="1" y="16658"/>
                    </a:lnTo>
                    <a:lnTo>
                      <a:pt x="13" y="16846"/>
                    </a:lnTo>
                    <a:lnTo>
                      <a:pt x="38" y="17046"/>
                    </a:lnTo>
                    <a:lnTo>
                      <a:pt x="89" y="17247"/>
                    </a:lnTo>
                    <a:lnTo>
                      <a:pt x="151" y="17435"/>
                    </a:lnTo>
                    <a:lnTo>
                      <a:pt x="226" y="17635"/>
                    </a:lnTo>
                    <a:lnTo>
                      <a:pt x="314" y="17823"/>
                    </a:lnTo>
                    <a:lnTo>
                      <a:pt x="414" y="18011"/>
                    </a:lnTo>
                    <a:lnTo>
                      <a:pt x="515" y="18187"/>
                    </a:lnTo>
                    <a:lnTo>
                      <a:pt x="640" y="18362"/>
                    </a:lnTo>
                    <a:lnTo>
                      <a:pt x="765" y="18525"/>
                    </a:lnTo>
                    <a:lnTo>
                      <a:pt x="891" y="18688"/>
                    </a:lnTo>
                    <a:lnTo>
                      <a:pt x="1041" y="18838"/>
                    </a:lnTo>
                    <a:lnTo>
                      <a:pt x="1179" y="18976"/>
                    </a:lnTo>
                    <a:lnTo>
                      <a:pt x="1329" y="19102"/>
                    </a:lnTo>
                    <a:lnTo>
                      <a:pt x="1480" y="19227"/>
                    </a:lnTo>
                    <a:lnTo>
                      <a:pt x="1643" y="19340"/>
                    </a:lnTo>
                    <a:lnTo>
                      <a:pt x="1806" y="19440"/>
                    </a:lnTo>
                    <a:lnTo>
                      <a:pt x="1969" y="19540"/>
                    </a:lnTo>
                    <a:lnTo>
                      <a:pt x="2144" y="19615"/>
                    </a:lnTo>
                    <a:lnTo>
                      <a:pt x="2320" y="19703"/>
                    </a:lnTo>
                    <a:lnTo>
                      <a:pt x="2495" y="19778"/>
                    </a:lnTo>
                    <a:lnTo>
                      <a:pt x="2671" y="19841"/>
                    </a:lnTo>
                    <a:lnTo>
                      <a:pt x="3047" y="19941"/>
                    </a:lnTo>
                    <a:lnTo>
                      <a:pt x="3423" y="20029"/>
                    </a:lnTo>
                    <a:lnTo>
                      <a:pt x="3811" y="20092"/>
                    </a:lnTo>
                    <a:lnTo>
                      <a:pt x="4200" y="20129"/>
                    </a:lnTo>
                    <a:lnTo>
                      <a:pt x="4638" y="20142"/>
                    </a:lnTo>
                    <a:lnTo>
                      <a:pt x="5077" y="20129"/>
                    </a:lnTo>
                    <a:lnTo>
                      <a:pt x="5516" y="20092"/>
                    </a:lnTo>
                    <a:lnTo>
                      <a:pt x="5942" y="20017"/>
                    </a:lnTo>
                    <a:lnTo>
                      <a:pt x="6368" y="19916"/>
                    </a:lnTo>
                    <a:lnTo>
                      <a:pt x="6794" y="19791"/>
                    </a:lnTo>
                    <a:lnTo>
                      <a:pt x="7208" y="19641"/>
                    </a:lnTo>
                    <a:lnTo>
                      <a:pt x="7408" y="19553"/>
                    </a:lnTo>
                    <a:lnTo>
                      <a:pt x="7596" y="19465"/>
                    </a:lnTo>
                    <a:lnTo>
                      <a:pt x="7797" y="19365"/>
                    </a:lnTo>
                    <a:lnTo>
                      <a:pt x="7985" y="19265"/>
                    </a:lnTo>
                    <a:lnTo>
                      <a:pt x="8173" y="19152"/>
                    </a:lnTo>
                    <a:lnTo>
                      <a:pt x="8348" y="19026"/>
                    </a:lnTo>
                    <a:lnTo>
                      <a:pt x="8524" y="18901"/>
                    </a:lnTo>
                    <a:lnTo>
                      <a:pt x="8687" y="18776"/>
                    </a:lnTo>
                    <a:lnTo>
                      <a:pt x="8849" y="18638"/>
                    </a:lnTo>
                    <a:lnTo>
                      <a:pt x="9012" y="18487"/>
                    </a:lnTo>
                    <a:lnTo>
                      <a:pt x="9163" y="18337"/>
                    </a:lnTo>
                    <a:lnTo>
                      <a:pt x="9313" y="18187"/>
                    </a:lnTo>
                    <a:lnTo>
                      <a:pt x="9451" y="18024"/>
                    </a:lnTo>
                    <a:lnTo>
                      <a:pt x="9576" y="17848"/>
                    </a:lnTo>
                    <a:lnTo>
                      <a:pt x="9702" y="17673"/>
                    </a:lnTo>
                    <a:lnTo>
                      <a:pt x="9815" y="17497"/>
                    </a:lnTo>
                    <a:lnTo>
                      <a:pt x="9915" y="17309"/>
                    </a:lnTo>
                    <a:lnTo>
                      <a:pt x="10015" y="17109"/>
                    </a:lnTo>
                    <a:lnTo>
                      <a:pt x="10128" y="16858"/>
                    </a:lnTo>
                    <a:lnTo>
                      <a:pt x="10228" y="16607"/>
                    </a:lnTo>
                    <a:lnTo>
                      <a:pt x="10303" y="16357"/>
                    </a:lnTo>
                    <a:lnTo>
                      <a:pt x="10379" y="16094"/>
                    </a:lnTo>
                    <a:lnTo>
                      <a:pt x="10441" y="15830"/>
                    </a:lnTo>
                    <a:lnTo>
                      <a:pt x="10479" y="15555"/>
                    </a:lnTo>
                    <a:lnTo>
                      <a:pt x="10529" y="15291"/>
                    </a:lnTo>
                    <a:lnTo>
                      <a:pt x="10554" y="15016"/>
                    </a:lnTo>
                    <a:lnTo>
                      <a:pt x="10592" y="14464"/>
                    </a:lnTo>
                    <a:lnTo>
                      <a:pt x="10604" y="13913"/>
                    </a:lnTo>
                    <a:lnTo>
                      <a:pt x="10604" y="13361"/>
                    </a:lnTo>
                    <a:lnTo>
                      <a:pt x="10592" y="12810"/>
                    </a:lnTo>
                    <a:lnTo>
                      <a:pt x="10567" y="12058"/>
                    </a:lnTo>
                    <a:lnTo>
                      <a:pt x="10529" y="11293"/>
                    </a:lnTo>
                    <a:lnTo>
                      <a:pt x="10441" y="9752"/>
                    </a:lnTo>
                    <a:lnTo>
                      <a:pt x="10416" y="8987"/>
                    </a:lnTo>
                    <a:lnTo>
                      <a:pt x="10404" y="8223"/>
                    </a:lnTo>
                    <a:lnTo>
                      <a:pt x="10416" y="7458"/>
                    </a:lnTo>
                    <a:lnTo>
                      <a:pt x="10429" y="7082"/>
                    </a:lnTo>
                    <a:lnTo>
                      <a:pt x="10466" y="6706"/>
                    </a:lnTo>
                    <a:lnTo>
                      <a:pt x="10479" y="6556"/>
                    </a:lnTo>
                    <a:lnTo>
                      <a:pt x="10504" y="6418"/>
                    </a:lnTo>
                    <a:lnTo>
                      <a:pt x="10529" y="6280"/>
                    </a:lnTo>
                    <a:lnTo>
                      <a:pt x="10579" y="6155"/>
                    </a:lnTo>
                    <a:lnTo>
                      <a:pt x="10617" y="6042"/>
                    </a:lnTo>
                    <a:lnTo>
                      <a:pt x="10667" y="5929"/>
                    </a:lnTo>
                    <a:lnTo>
                      <a:pt x="10730" y="5829"/>
                    </a:lnTo>
                    <a:lnTo>
                      <a:pt x="10792" y="5741"/>
                    </a:lnTo>
                    <a:lnTo>
                      <a:pt x="10867" y="5666"/>
                    </a:lnTo>
                    <a:lnTo>
                      <a:pt x="10943" y="5591"/>
                    </a:lnTo>
                    <a:lnTo>
                      <a:pt x="11018" y="5528"/>
                    </a:lnTo>
                    <a:lnTo>
                      <a:pt x="11093" y="5478"/>
                    </a:lnTo>
                    <a:lnTo>
                      <a:pt x="11181" y="5440"/>
                    </a:lnTo>
                    <a:lnTo>
                      <a:pt x="11268" y="5403"/>
                    </a:lnTo>
                    <a:lnTo>
                      <a:pt x="11369" y="5378"/>
                    </a:lnTo>
                    <a:lnTo>
                      <a:pt x="11469" y="5352"/>
                    </a:lnTo>
                    <a:lnTo>
                      <a:pt x="11757" y="5352"/>
                    </a:lnTo>
                    <a:lnTo>
                      <a:pt x="11870" y="5365"/>
                    </a:lnTo>
                    <a:lnTo>
                      <a:pt x="11970" y="5390"/>
                    </a:lnTo>
                    <a:lnTo>
                      <a:pt x="12071" y="5428"/>
                    </a:lnTo>
                    <a:lnTo>
                      <a:pt x="12284" y="5515"/>
                    </a:lnTo>
                    <a:lnTo>
                      <a:pt x="12497" y="5628"/>
                    </a:lnTo>
                    <a:lnTo>
                      <a:pt x="12697" y="5779"/>
                    </a:lnTo>
                    <a:lnTo>
                      <a:pt x="12885" y="5954"/>
                    </a:lnTo>
                    <a:lnTo>
                      <a:pt x="13073" y="6167"/>
                    </a:lnTo>
                    <a:lnTo>
                      <a:pt x="13199" y="6330"/>
                    </a:lnTo>
                    <a:lnTo>
                      <a:pt x="13299" y="6518"/>
                    </a:lnTo>
                    <a:lnTo>
                      <a:pt x="13399" y="6706"/>
                    </a:lnTo>
                    <a:lnTo>
                      <a:pt x="13499" y="6919"/>
                    </a:lnTo>
                    <a:lnTo>
                      <a:pt x="13700" y="7345"/>
                    </a:lnTo>
                    <a:lnTo>
                      <a:pt x="13813" y="7546"/>
                    </a:lnTo>
                    <a:lnTo>
                      <a:pt x="13913" y="7759"/>
                    </a:lnTo>
                    <a:lnTo>
                      <a:pt x="14038" y="7947"/>
                    </a:lnTo>
                    <a:lnTo>
                      <a:pt x="14164" y="8122"/>
                    </a:lnTo>
                    <a:lnTo>
                      <a:pt x="14314" y="8273"/>
                    </a:lnTo>
                    <a:lnTo>
                      <a:pt x="14389" y="8348"/>
                    </a:lnTo>
                    <a:lnTo>
                      <a:pt x="14477" y="8398"/>
                    </a:lnTo>
                    <a:lnTo>
                      <a:pt x="14565" y="8461"/>
                    </a:lnTo>
                    <a:lnTo>
                      <a:pt x="14652" y="8498"/>
                    </a:lnTo>
                    <a:lnTo>
                      <a:pt x="14753" y="8536"/>
                    </a:lnTo>
                    <a:lnTo>
                      <a:pt x="14853" y="8574"/>
                    </a:lnTo>
                    <a:lnTo>
                      <a:pt x="14966" y="8586"/>
                    </a:lnTo>
                    <a:lnTo>
                      <a:pt x="15079" y="8599"/>
                    </a:lnTo>
                    <a:lnTo>
                      <a:pt x="15191" y="8599"/>
                    </a:lnTo>
                    <a:lnTo>
                      <a:pt x="15329" y="8586"/>
                    </a:lnTo>
                    <a:lnTo>
                      <a:pt x="15517" y="8548"/>
                    </a:lnTo>
                    <a:lnTo>
                      <a:pt x="15705" y="8486"/>
                    </a:lnTo>
                    <a:lnTo>
                      <a:pt x="15881" y="8398"/>
                    </a:lnTo>
                    <a:lnTo>
                      <a:pt x="16044" y="8285"/>
                    </a:lnTo>
                    <a:lnTo>
                      <a:pt x="16194" y="8172"/>
                    </a:lnTo>
                    <a:lnTo>
                      <a:pt x="16332" y="8022"/>
                    </a:lnTo>
                    <a:lnTo>
                      <a:pt x="16457" y="7872"/>
                    </a:lnTo>
                    <a:lnTo>
                      <a:pt x="16570" y="7709"/>
                    </a:lnTo>
                    <a:lnTo>
                      <a:pt x="16683" y="7533"/>
                    </a:lnTo>
                    <a:lnTo>
                      <a:pt x="16771" y="7358"/>
                    </a:lnTo>
                    <a:lnTo>
                      <a:pt x="16858" y="7170"/>
                    </a:lnTo>
                    <a:lnTo>
                      <a:pt x="16921" y="6982"/>
                    </a:lnTo>
                    <a:lnTo>
                      <a:pt x="16984" y="6794"/>
                    </a:lnTo>
                    <a:lnTo>
                      <a:pt x="17034" y="6606"/>
                    </a:lnTo>
                    <a:lnTo>
                      <a:pt x="17071" y="6405"/>
                    </a:lnTo>
                    <a:lnTo>
                      <a:pt x="17096" y="6230"/>
                    </a:lnTo>
                    <a:lnTo>
                      <a:pt x="17109" y="5967"/>
                    </a:lnTo>
                    <a:lnTo>
                      <a:pt x="17109" y="5829"/>
                    </a:lnTo>
                    <a:lnTo>
                      <a:pt x="17096" y="5716"/>
                    </a:lnTo>
                    <a:lnTo>
                      <a:pt x="17021" y="5290"/>
                    </a:lnTo>
                    <a:lnTo>
                      <a:pt x="16934" y="4876"/>
                    </a:lnTo>
                    <a:lnTo>
                      <a:pt x="16808" y="4463"/>
                    </a:lnTo>
                    <a:lnTo>
                      <a:pt x="16658" y="4062"/>
                    </a:lnTo>
                    <a:lnTo>
                      <a:pt x="16470" y="3673"/>
                    </a:lnTo>
                    <a:lnTo>
                      <a:pt x="16269" y="3297"/>
                    </a:lnTo>
                    <a:lnTo>
                      <a:pt x="16044" y="2921"/>
                    </a:lnTo>
                    <a:lnTo>
                      <a:pt x="15793" y="2570"/>
                    </a:lnTo>
                    <a:lnTo>
                      <a:pt x="15530" y="2244"/>
                    </a:lnTo>
                    <a:lnTo>
                      <a:pt x="15229" y="1931"/>
                    </a:lnTo>
                    <a:lnTo>
                      <a:pt x="15079" y="1793"/>
                    </a:lnTo>
                    <a:lnTo>
                      <a:pt x="14916" y="1643"/>
                    </a:lnTo>
                    <a:lnTo>
                      <a:pt x="14753" y="1505"/>
                    </a:lnTo>
                    <a:lnTo>
                      <a:pt x="14590" y="1379"/>
                    </a:lnTo>
                    <a:lnTo>
                      <a:pt x="14414" y="1254"/>
                    </a:lnTo>
                    <a:lnTo>
                      <a:pt x="14239" y="1141"/>
                    </a:lnTo>
                    <a:lnTo>
                      <a:pt x="14063" y="1041"/>
                    </a:lnTo>
                    <a:lnTo>
                      <a:pt x="13875" y="941"/>
                    </a:lnTo>
                    <a:lnTo>
                      <a:pt x="13687" y="840"/>
                    </a:lnTo>
                    <a:lnTo>
                      <a:pt x="13487" y="753"/>
                    </a:lnTo>
                    <a:lnTo>
                      <a:pt x="13299" y="678"/>
                    </a:lnTo>
                    <a:lnTo>
                      <a:pt x="13098" y="615"/>
                    </a:lnTo>
                    <a:lnTo>
                      <a:pt x="12722" y="502"/>
                    </a:lnTo>
                    <a:lnTo>
                      <a:pt x="12334" y="402"/>
                    </a:lnTo>
                    <a:lnTo>
                      <a:pt x="11933" y="302"/>
                    </a:lnTo>
                    <a:lnTo>
                      <a:pt x="11507" y="214"/>
                    </a:lnTo>
                    <a:lnTo>
                      <a:pt x="11080" y="126"/>
                    </a:lnTo>
                    <a:lnTo>
                      <a:pt x="10629" y="76"/>
                    </a:lnTo>
                    <a:lnTo>
                      <a:pt x="10191" y="26"/>
                    </a:lnTo>
                    <a:lnTo>
                      <a:pt x="9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a:extLst>
                  <a:ext uri="{FF2B5EF4-FFF2-40B4-BE49-F238E27FC236}">
                    <a16:creationId xmlns:a16="http://schemas.microsoft.com/office/drawing/2014/main" id="{002C8732-C048-F30D-7340-F41C345AF1DC}"/>
                  </a:ext>
                </a:extLst>
              </p:cNvPr>
              <p:cNvSpPr/>
              <p:nvPr/>
            </p:nvSpPr>
            <p:spPr>
              <a:xfrm>
                <a:off x="3190278" y="2121262"/>
                <a:ext cx="180607" cy="150734"/>
              </a:xfrm>
              <a:custGeom>
                <a:avLst/>
                <a:gdLst/>
                <a:ahLst/>
                <a:cxnLst/>
                <a:rect l="l" t="t" r="r" b="b"/>
                <a:pathLst>
                  <a:path w="8035" h="6706" extrusionOk="0">
                    <a:moveTo>
                      <a:pt x="3786" y="0"/>
                    </a:moveTo>
                    <a:lnTo>
                      <a:pt x="3510" y="25"/>
                    </a:lnTo>
                    <a:lnTo>
                      <a:pt x="3247" y="51"/>
                    </a:lnTo>
                    <a:lnTo>
                      <a:pt x="2971" y="101"/>
                    </a:lnTo>
                    <a:lnTo>
                      <a:pt x="2708" y="176"/>
                    </a:lnTo>
                    <a:lnTo>
                      <a:pt x="2457" y="251"/>
                    </a:lnTo>
                    <a:lnTo>
                      <a:pt x="2194" y="364"/>
                    </a:lnTo>
                    <a:lnTo>
                      <a:pt x="1943" y="477"/>
                    </a:lnTo>
                    <a:lnTo>
                      <a:pt x="1693" y="627"/>
                    </a:lnTo>
                    <a:lnTo>
                      <a:pt x="1467" y="790"/>
                    </a:lnTo>
                    <a:lnTo>
                      <a:pt x="1254" y="978"/>
                    </a:lnTo>
                    <a:lnTo>
                      <a:pt x="1054" y="1166"/>
                    </a:lnTo>
                    <a:lnTo>
                      <a:pt x="891" y="1367"/>
                    </a:lnTo>
                    <a:lnTo>
                      <a:pt x="740" y="1580"/>
                    </a:lnTo>
                    <a:lnTo>
                      <a:pt x="602" y="1805"/>
                    </a:lnTo>
                    <a:lnTo>
                      <a:pt x="477" y="2043"/>
                    </a:lnTo>
                    <a:lnTo>
                      <a:pt x="377" y="2281"/>
                    </a:lnTo>
                    <a:lnTo>
                      <a:pt x="289" y="2532"/>
                    </a:lnTo>
                    <a:lnTo>
                      <a:pt x="214" y="2783"/>
                    </a:lnTo>
                    <a:lnTo>
                      <a:pt x="151" y="3033"/>
                    </a:lnTo>
                    <a:lnTo>
                      <a:pt x="101" y="3284"/>
                    </a:lnTo>
                    <a:lnTo>
                      <a:pt x="63" y="3547"/>
                    </a:lnTo>
                    <a:lnTo>
                      <a:pt x="38" y="3798"/>
                    </a:lnTo>
                    <a:lnTo>
                      <a:pt x="13" y="4049"/>
                    </a:lnTo>
                    <a:lnTo>
                      <a:pt x="1" y="4299"/>
                    </a:lnTo>
                    <a:lnTo>
                      <a:pt x="13" y="4776"/>
                    </a:lnTo>
                    <a:lnTo>
                      <a:pt x="26" y="5227"/>
                    </a:lnTo>
                    <a:lnTo>
                      <a:pt x="76" y="5640"/>
                    </a:lnTo>
                    <a:lnTo>
                      <a:pt x="126" y="5991"/>
                    </a:lnTo>
                    <a:lnTo>
                      <a:pt x="176" y="6292"/>
                    </a:lnTo>
                    <a:lnTo>
                      <a:pt x="214" y="6518"/>
                    </a:lnTo>
                    <a:lnTo>
                      <a:pt x="264" y="6706"/>
                    </a:lnTo>
                    <a:lnTo>
                      <a:pt x="377" y="6568"/>
                    </a:lnTo>
                    <a:lnTo>
                      <a:pt x="515" y="6405"/>
                    </a:lnTo>
                    <a:lnTo>
                      <a:pt x="703" y="6192"/>
                    </a:lnTo>
                    <a:lnTo>
                      <a:pt x="966" y="5929"/>
                    </a:lnTo>
                    <a:lnTo>
                      <a:pt x="1279" y="5603"/>
                    </a:lnTo>
                    <a:lnTo>
                      <a:pt x="1655" y="5252"/>
                    </a:lnTo>
                    <a:lnTo>
                      <a:pt x="2094" y="4863"/>
                    </a:lnTo>
                    <a:lnTo>
                      <a:pt x="2595" y="4450"/>
                    </a:lnTo>
                    <a:lnTo>
                      <a:pt x="3172" y="3999"/>
                    </a:lnTo>
                    <a:lnTo>
                      <a:pt x="3798" y="3535"/>
                    </a:lnTo>
                    <a:lnTo>
                      <a:pt x="4149" y="3309"/>
                    </a:lnTo>
                    <a:lnTo>
                      <a:pt x="4513" y="3059"/>
                    </a:lnTo>
                    <a:lnTo>
                      <a:pt x="4889" y="2820"/>
                    </a:lnTo>
                    <a:lnTo>
                      <a:pt x="5290" y="2582"/>
                    </a:lnTo>
                    <a:lnTo>
                      <a:pt x="5703" y="2332"/>
                    </a:lnTo>
                    <a:lnTo>
                      <a:pt x="6130" y="2093"/>
                    </a:lnTo>
                    <a:lnTo>
                      <a:pt x="6581" y="1855"/>
                    </a:lnTo>
                    <a:lnTo>
                      <a:pt x="7045" y="1605"/>
                    </a:lnTo>
                    <a:lnTo>
                      <a:pt x="7533" y="1367"/>
                    </a:lnTo>
                    <a:lnTo>
                      <a:pt x="8035" y="1128"/>
                    </a:lnTo>
                    <a:lnTo>
                      <a:pt x="7872" y="1041"/>
                    </a:lnTo>
                    <a:lnTo>
                      <a:pt x="7671" y="940"/>
                    </a:lnTo>
                    <a:lnTo>
                      <a:pt x="7408" y="815"/>
                    </a:lnTo>
                    <a:lnTo>
                      <a:pt x="7095" y="677"/>
                    </a:lnTo>
                    <a:lnTo>
                      <a:pt x="6719" y="539"/>
                    </a:lnTo>
                    <a:lnTo>
                      <a:pt x="6293" y="389"/>
                    </a:lnTo>
                    <a:lnTo>
                      <a:pt x="5841" y="251"/>
                    </a:lnTo>
                    <a:lnTo>
                      <a:pt x="5603" y="188"/>
                    </a:lnTo>
                    <a:lnTo>
                      <a:pt x="5353" y="138"/>
                    </a:lnTo>
                    <a:lnTo>
                      <a:pt x="5102" y="88"/>
                    </a:lnTo>
                    <a:lnTo>
                      <a:pt x="4839" y="51"/>
                    </a:lnTo>
                    <a:lnTo>
                      <a:pt x="4575" y="25"/>
                    </a:lnTo>
                    <a:lnTo>
                      <a:pt x="43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a:extLst>
                  <a:ext uri="{FF2B5EF4-FFF2-40B4-BE49-F238E27FC236}">
                    <a16:creationId xmlns:a16="http://schemas.microsoft.com/office/drawing/2014/main" id="{FBA331A7-AC4A-C80B-352B-ABA72A1A44CF}"/>
                  </a:ext>
                </a:extLst>
              </p:cNvPr>
              <p:cNvSpPr/>
              <p:nvPr/>
            </p:nvSpPr>
            <p:spPr>
              <a:xfrm>
                <a:off x="3173937" y="2135355"/>
                <a:ext cx="400077" cy="346536"/>
              </a:xfrm>
              <a:custGeom>
                <a:avLst/>
                <a:gdLst/>
                <a:ahLst/>
                <a:cxnLst/>
                <a:rect l="l" t="t" r="r" b="b"/>
                <a:pathLst>
                  <a:path w="17799" h="15417" extrusionOk="0">
                    <a:moveTo>
                      <a:pt x="9514" y="0"/>
                    </a:moveTo>
                    <a:lnTo>
                      <a:pt x="9138" y="13"/>
                    </a:lnTo>
                    <a:lnTo>
                      <a:pt x="8762" y="38"/>
                    </a:lnTo>
                    <a:lnTo>
                      <a:pt x="8373" y="63"/>
                    </a:lnTo>
                    <a:lnTo>
                      <a:pt x="7997" y="100"/>
                    </a:lnTo>
                    <a:lnTo>
                      <a:pt x="7245" y="188"/>
                    </a:lnTo>
                    <a:lnTo>
                      <a:pt x="6756" y="251"/>
                    </a:lnTo>
                    <a:lnTo>
                      <a:pt x="6268" y="338"/>
                    </a:lnTo>
                    <a:lnTo>
                      <a:pt x="5779" y="439"/>
                    </a:lnTo>
                    <a:lnTo>
                      <a:pt x="5302" y="552"/>
                    </a:lnTo>
                    <a:lnTo>
                      <a:pt x="4839" y="689"/>
                    </a:lnTo>
                    <a:lnTo>
                      <a:pt x="4613" y="777"/>
                    </a:lnTo>
                    <a:lnTo>
                      <a:pt x="4387" y="865"/>
                    </a:lnTo>
                    <a:lnTo>
                      <a:pt x="4162" y="953"/>
                    </a:lnTo>
                    <a:lnTo>
                      <a:pt x="3936" y="1065"/>
                    </a:lnTo>
                    <a:lnTo>
                      <a:pt x="3723" y="1178"/>
                    </a:lnTo>
                    <a:lnTo>
                      <a:pt x="3510" y="1304"/>
                    </a:lnTo>
                    <a:lnTo>
                      <a:pt x="3285" y="1441"/>
                    </a:lnTo>
                    <a:lnTo>
                      <a:pt x="3071" y="1592"/>
                    </a:lnTo>
                    <a:lnTo>
                      <a:pt x="2858" y="1755"/>
                    </a:lnTo>
                    <a:lnTo>
                      <a:pt x="2670" y="1930"/>
                    </a:lnTo>
                    <a:lnTo>
                      <a:pt x="2482" y="2106"/>
                    </a:lnTo>
                    <a:lnTo>
                      <a:pt x="2294" y="2294"/>
                    </a:lnTo>
                    <a:lnTo>
                      <a:pt x="2119" y="2494"/>
                    </a:lnTo>
                    <a:lnTo>
                      <a:pt x="1956" y="2695"/>
                    </a:lnTo>
                    <a:lnTo>
                      <a:pt x="1806" y="2895"/>
                    </a:lnTo>
                    <a:lnTo>
                      <a:pt x="1655" y="3108"/>
                    </a:lnTo>
                    <a:lnTo>
                      <a:pt x="1505" y="3334"/>
                    </a:lnTo>
                    <a:lnTo>
                      <a:pt x="1379" y="3560"/>
                    </a:lnTo>
                    <a:lnTo>
                      <a:pt x="1242" y="3798"/>
                    </a:lnTo>
                    <a:lnTo>
                      <a:pt x="1129" y="4023"/>
                    </a:lnTo>
                    <a:lnTo>
                      <a:pt x="1016" y="4274"/>
                    </a:lnTo>
                    <a:lnTo>
                      <a:pt x="903" y="4512"/>
                    </a:lnTo>
                    <a:lnTo>
                      <a:pt x="715" y="5013"/>
                    </a:lnTo>
                    <a:lnTo>
                      <a:pt x="552" y="5540"/>
                    </a:lnTo>
                    <a:lnTo>
                      <a:pt x="402" y="6066"/>
                    </a:lnTo>
                    <a:lnTo>
                      <a:pt x="289" y="6593"/>
                    </a:lnTo>
                    <a:lnTo>
                      <a:pt x="189" y="7132"/>
                    </a:lnTo>
                    <a:lnTo>
                      <a:pt x="101" y="7670"/>
                    </a:lnTo>
                    <a:lnTo>
                      <a:pt x="51" y="8222"/>
                    </a:lnTo>
                    <a:lnTo>
                      <a:pt x="1" y="8748"/>
                    </a:lnTo>
                    <a:lnTo>
                      <a:pt x="1" y="9174"/>
                    </a:lnTo>
                    <a:lnTo>
                      <a:pt x="13" y="9588"/>
                    </a:lnTo>
                    <a:lnTo>
                      <a:pt x="63" y="9989"/>
                    </a:lnTo>
                    <a:lnTo>
                      <a:pt x="139" y="10390"/>
                    </a:lnTo>
                    <a:lnTo>
                      <a:pt x="239" y="10779"/>
                    </a:lnTo>
                    <a:lnTo>
                      <a:pt x="364" y="11167"/>
                    </a:lnTo>
                    <a:lnTo>
                      <a:pt x="515" y="11531"/>
                    </a:lnTo>
                    <a:lnTo>
                      <a:pt x="690" y="11894"/>
                    </a:lnTo>
                    <a:lnTo>
                      <a:pt x="891" y="12233"/>
                    </a:lnTo>
                    <a:lnTo>
                      <a:pt x="1104" y="12571"/>
                    </a:lnTo>
                    <a:lnTo>
                      <a:pt x="1342" y="12884"/>
                    </a:lnTo>
                    <a:lnTo>
                      <a:pt x="1605" y="13185"/>
                    </a:lnTo>
                    <a:lnTo>
                      <a:pt x="1881" y="13473"/>
                    </a:lnTo>
                    <a:lnTo>
                      <a:pt x="2169" y="13749"/>
                    </a:lnTo>
                    <a:lnTo>
                      <a:pt x="2470" y="14000"/>
                    </a:lnTo>
                    <a:lnTo>
                      <a:pt x="2796" y="14238"/>
                    </a:lnTo>
                    <a:lnTo>
                      <a:pt x="2996" y="14376"/>
                    </a:lnTo>
                    <a:lnTo>
                      <a:pt x="3209" y="14501"/>
                    </a:lnTo>
                    <a:lnTo>
                      <a:pt x="3422" y="14614"/>
                    </a:lnTo>
                    <a:lnTo>
                      <a:pt x="3635" y="14727"/>
                    </a:lnTo>
                    <a:lnTo>
                      <a:pt x="3861" y="14840"/>
                    </a:lnTo>
                    <a:lnTo>
                      <a:pt x="4074" y="14927"/>
                    </a:lnTo>
                    <a:lnTo>
                      <a:pt x="4312" y="15015"/>
                    </a:lnTo>
                    <a:lnTo>
                      <a:pt x="4538" y="15103"/>
                    </a:lnTo>
                    <a:lnTo>
                      <a:pt x="4776" y="15165"/>
                    </a:lnTo>
                    <a:lnTo>
                      <a:pt x="5014" y="15228"/>
                    </a:lnTo>
                    <a:lnTo>
                      <a:pt x="5252" y="15291"/>
                    </a:lnTo>
                    <a:lnTo>
                      <a:pt x="5490" y="15328"/>
                    </a:lnTo>
                    <a:lnTo>
                      <a:pt x="5741" y="15366"/>
                    </a:lnTo>
                    <a:lnTo>
                      <a:pt x="5992" y="15391"/>
                    </a:lnTo>
                    <a:lnTo>
                      <a:pt x="6242" y="15416"/>
                    </a:lnTo>
                    <a:lnTo>
                      <a:pt x="6994" y="15416"/>
                    </a:lnTo>
                    <a:lnTo>
                      <a:pt x="7496" y="15391"/>
                    </a:lnTo>
                    <a:lnTo>
                      <a:pt x="8010" y="15353"/>
                    </a:lnTo>
                    <a:lnTo>
                      <a:pt x="8524" y="15303"/>
                    </a:lnTo>
                    <a:lnTo>
                      <a:pt x="9050" y="15228"/>
                    </a:lnTo>
                    <a:lnTo>
                      <a:pt x="9564" y="15140"/>
                    </a:lnTo>
                    <a:lnTo>
                      <a:pt x="10090" y="15028"/>
                    </a:lnTo>
                    <a:lnTo>
                      <a:pt x="10604" y="14902"/>
                    </a:lnTo>
                    <a:lnTo>
                      <a:pt x="11118" y="14764"/>
                    </a:lnTo>
                    <a:lnTo>
                      <a:pt x="11619" y="14601"/>
                    </a:lnTo>
                    <a:lnTo>
                      <a:pt x="12121" y="14426"/>
                    </a:lnTo>
                    <a:lnTo>
                      <a:pt x="12609" y="14225"/>
                    </a:lnTo>
                    <a:lnTo>
                      <a:pt x="13086" y="14012"/>
                    </a:lnTo>
                    <a:lnTo>
                      <a:pt x="13549" y="13787"/>
                    </a:lnTo>
                    <a:lnTo>
                      <a:pt x="14001" y="13524"/>
                    </a:lnTo>
                    <a:lnTo>
                      <a:pt x="14439" y="13260"/>
                    </a:lnTo>
                    <a:lnTo>
                      <a:pt x="14853" y="12972"/>
                    </a:lnTo>
                    <a:lnTo>
                      <a:pt x="15254" y="12659"/>
                    </a:lnTo>
                    <a:lnTo>
                      <a:pt x="15617" y="12333"/>
                    </a:lnTo>
                    <a:lnTo>
                      <a:pt x="15805" y="12157"/>
                    </a:lnTo>
                    <a:lnTo>
                      <a:pt x="15968" y="11982"/>
                    </a:lnTo>
                    <a:lnTo>
                      <a:pt x="16144" y="11806"/>
                    </a:lnTo>
                    <a:lnTo>
                      <a:pt x="16294" y="11618"/>
                    </a:lnTo>
                    <a:lnTo>
                      <a:pt x="16445" y="11418"/>
                    </a:lnTo>
                    <a:lnTo>
                      <a:pt x="16595" y="11230"/>
                    </a:lnTo>
                    <a:lnTo>
                      <a:pt x="16733" y="11029"/>
                    </a:lnTo>
                    <a:lnTo>
                      <a:pt x="16871" y="10816"/>
                    </a:lnTo>
                    <a:lnTo>
                      <a:pt x="16984" y="10603"/>
                    </a:lnTo>
                    <a:lnTo>
                      <a:pt x="17109" y="10390"/>
                    </a:lnTo>
                    <a:lnTo>
                      <a:pt x="17209" y="10177"/>
                    </a:lnTo>
                    <a:lnTo>
                      <a:pt x="17309" y="9952"/>
                    </a:lnTo>
                    <a:lnTo>
                      <a:pt x="17397" y="9713"/>
                    </a:lnTo>
                    <a:lnTo>
                      <a:pt x="17485" y="9475"/>
                    </a:lnTo>
                    <a:lnTo>
                      <a:pt x="17560" y="9237"/>
                    </a:lnTo>
                    <a:lnTo>
                      <a:pt x="17623" y="8986"/>
                    </a:lnTo>
                    <a:lnTo>
                      <a:pt x="17673" y="8736"/>
                    </a:lnTo>
                    <a:lnTo>
                      <a:pt x="17723" y="8485"/>
                    </a:lnTo>
                    <a:lnTo>
                      <a:pt x="17761" y="8222"/>
                    </a:lnTo>
                    <a:lnTo>
                      <a:pt x="17786" y="7959"/>
                    </a:lnTo>
                    <a:lnTo>
                      <a:pt x="17798" y="7683"/>
                    </a:lnTo>
                    <a:lnTo>
                      <a:pt x="17798" y="7407"/>
                    </a:lnTo>
                    <a:lnTo>
                      <a:pt x="17798" y="7119"/>
                    </a:lnTo>
                    <a:lnTo>
                      <a:pt x="17786" y="6831"/>
                    </a:lnTo>
                    <a:lnTo>
                      <a:pt x="17748" y="6542"/>
                    </a:lnTo>
                    <a:lnTo>
                      <a:pt x="17711" y="6242"/>
                    </a:lnTo>
                    <a:lnTo>
                      <a:pt x="17673" y="6004"/>
                    </a:lnTo>
                    <a:lnTo>
                      <a:pt x="17623" y="5778"/>
                    </a:lnTo>
                    <a:lnTo>
                      <a:pt x="17573" y="5552"/>
                    </a:lnTo>
                    <a:lnTo>
                      <a:pt x="17510" y="5314"/>
                    </a:lnTo>
                    <a:lnTo>
                      <a:pt x="17435" y="5101"/>
                    </a:lnTo>
                    <a:lnTo>
                      <a:pt x="17360" y="4876"/>
                    </a:lnTo>
                    <a:lnTo>
                      <a:pt x="17284" y="4650"/>
                    </a:lnTo>
                    <a:lnTo>
                      <a:pt x="17184" y="4437"/>
                    </a:lnTo>
                    <a:lnTo>
                      <a:pt x="17084" y="4224"/>
                    </a:lnTo>
                    <a:lnTo>
                      <a:pt x="16984" y="4011"/>
                    </a:lnTo>
                    <a:lnTo>
                      <a:pt x="16745" y="3610"/>
                    </a:lnTo>
                    <a:lnTo>
                      <a:pt x="16495" y="3209"/>
                    </a:lnTo>
                    <a:lnTo>
                      <a:pt x="16207" y="2833"/>
                    </a:lnTo>
                    <a:lnTo>
                      <a:pt x="15906" y="2469"/>
                    </a:lnTo>
                    <a:lnTo>
                      <a:pt x="15580" y="2131"/>
                    </a:lnTo>
                    <a:lnTo>
                      <a:pt x="15229" y="1817"/>
                    </a:lnTo>
                    <a:lnTo>
                      <a:pt x="15053" y="1667"/>
                    </a:lnTo>
                    <a:lnTo>
                      <a:pt x="14865" y="1517"/>
                    </a:lnTo>
                    <a:lnTo>
                      <a:pt x="14677" y="1379"/>
                    </a:lnTo>
                    <a:lnTo>
                      <a:pt x="14477" y="1253"/>
                    </a:lnTo>
                    <a:lnTo>
                      <a:pt x="14276" y="1116"/>
                    </a:lnTo>
                    <a:lnTo>
                      <a:pt x="14076" y="1003"/>
                    </a:lnTo>
                    <a:lnTo>
                      <a:pt x="13863" y="890"/>
                    </a:lnTo>
                    <a:lnTo>
                      <a:pt x="13662" y="790"/>
                    </a:lnTo>
                    <a:lnTo>
                      <a:pt x="13437" y="689"/>
                    </a:lnTo>
                    <a:lnTo>
                      <a:pt x="13224" y="602"/>
                    </a:lnTo>
                    <a:lnTo>
                      <a:pt x="12873" y="464"/>
                    </a:lnTo>
                    <a:lnTo>
                      <a:pt x="12509" y="351"/>
                    </a:lnTo>
                    <a:lnTo>
                      <a:pt x="12146" y="263"/>
                    </a:lnTo>
                    <a:lnTo>
                      <a:pt x="11782" y="176"/>
                    </a:lnTo>
                    <a:lnTo>
                      <a:pt x="11406" y="113"/>
                    </a:lnTo>
                    <a:lnTo>
                      <a:pt x="11030" y="75"/>
                    </a:lnTo>
                    <a:lnTo>
                      <a:pt x="10654" y="38"/>
                    </a:lnTo>
                    <a:lnTo>
                      <a:pt x="10278" y="13"/>
                    </a:lnTo>
                    <a:lnTo>
                      <a:pt x="9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a:extLst>
                  <a:ext uri="{FF2B5EF4-FFF2-40B4-BE49-F238E27FC236}">
                    <a16:creationId xmlns:a16="http://schemas.microsoft.com/office/drawing/2014/main" id="{7C23877A-D545-42E8-6F05-F146C0ED7B9B}"/>
                  </a:ext>
                </a:extLst>
              </p:cNvPr>
              <p:cNvSpPr/>
              <p:nvPr/>
            </p:nvSpPr>
            <p:spPr>
              <a:xfrm>
                <a:off x="3475675" y="2366357"/>
                <a:ext cx="64241" cy="82852"/>
              </a:xfrm>
              <a:custGeom>
                <a:avLst/>
                <a:gdLst/>
                <a:ahLst/>
                <a:cxnLst/>
                <a:rect l="l" t="t" r="r" b="b"/>
                <a:pathLst>
                  <a:path w="2858" h="3686" extrusionOk="0">
                    <a:moveTo>
                      <a:pt x="1366" y="0"/>
                    </a:moveTo>
                    <a:lnTo>
                      <a:pt x="1153" y="13"/>
                    </a:lnTo>
                    <a:lnTo>
                      <a:pt x="953" y="38"/>
                    </a:lnTo>
                    <a:lnTo>
                      <a:pt x="777" y="63"/>
                    </a:lnTo>
                    <a:lnTo>
                      <a:pt x="527" y="126"/>
                    </a:lnTo>
                    <a:lnTo>
                      <a:pt x="426" y="163"/>
                    </a:lnTo>
                    <a:lnTo>
                      <a:pt x="0" y="3435"/>
                    </a:lnTo>
                    <a:lnTo>
                      <a:pt x="326" y="3547"/>
                    </a:lnTo>
                    <a:lnTo>
                      <a:pt x="639" y="3623"/>
                    </a:lnTo>
                    <a:lnTo>
                      <a:pt x="790" y="3660"/>
                    </a:lnTo>
                    <a:lnTo>
                      <a:pt x="940" y="3673"/>
                    </a:lnTo>
                    <a:lnTo>
                      <a:pt x="1091" y="3685"/>
                    </a:lnTo>
                    <a:lnTo>
                      <a:pt x="1354" y="3685"/>
                    </a:lnTo>
                    <a:lnTo>
                      <a:pt x="1492" y="3660"/>
                    </a:lnTo>
                    <a:lnTo>
                      <a:pt x="1617" y="3635"/>
                    </a:lnTo>
                    <a:lnTo>
                      <a:pt x="1730" y="3610"/>
                    </a:lnTo>
                    <a:lnTo>
                      <a:pt x="1843" y="3572"/>
                    </a:lnTo>
                    <a:lnTo>
                      <a:pt x="1955" y="3522"/>
                    </a:lnTo>
                    <a:lnTo>
                      <a:pt x="2056" y="3460"/>
                    </a:lnTo>
                    <a:lnTo>
                      <a:pt x="2156" y="3397"/>
                    </a:lnTo>
                    <a:lnTo>
                      <a:pt x="2244" y="3334"/>
                    </a:lnTo>
                    <a:lnTo>
                      <a:pt x="2331" y="3247"/>
                    </a:lnTo>
                    <a:lnTo>
                      <a:pt x="2419" y="3159"/>
                    </a:lnTo>
                    <a:lnTo>
                      <a:pt x="2494" y="3071"/>
                    </a:lnTo>
                    <a:lnTo>
                      <a:pt x="2557" y="2958"/>
                    </a:lnTo>
                    <a:lnTo>
                      <a:pt x="2620" y="2846"/>
                    </a:lnTo>
                    <a:lnTo>
                      <a:pt x="2670" y="2733"/>
                    </a:lnTo>
                    <a:lnTo>
                      <a:pt x="2720" y="2607"/>
                    </a:lnTo>
                    <a:lnTo>
                      <a:pt x="2757" y="2470"/>
                    </a:lnTo>
                    <a:lnTo>
                      <a:pt x="2795" y="2332"/>
                    </a:lnTo>
                    <a:lnTo>
                      <a:pt x="2820" y="2181"/>
                    </a:lnTo>
                    <a:lnTo>
                      <a:pt x="2845" y="2031"/>
                    </a:lnTo>
                    <a:lnTo>
                      <a:pt x="2858" y="1868"/>
                    </a:lnTo>
                    <a:lnTo>
                      <a:pt x="2858" y="1692"/>
                    </a:lnTo>
                    <a:lnTo>
                      <a:pt x="2858" y="1341"/>
                    </a:lnTo>
                    <a:lnTo>
                      <a:pt x="2833" y="1153"/>
                    </a:lnTo>
                    <a:lnTo>
                      <a:pt x="2808" y="991"/>
                    </a:lnTo>
                    <a:lnTo>
                      <a:pt x="2757" y="840"/>
                    </a:lnTo>
                    <a:lnTo>
                      <a:pt x="2707" y="715"/>
                    </a:lnTo>
                    <a:lnTo>
                      <a:pt x="2645" y="589"/>
                    </a:lnTo>
                    <a:lnTo>
                      <a:pt x="2569" y="489"/>
                    </a:lnTo>
                    <a:lnTo>
                      <a:pt x="2494" y="389"/>
                    </a:lnTo>
                    <a:lnTo>
                      <a:pt x="2407" y="314"/>
                    </a:lnTo>
                    <a:lnTo>
                      <a:pt x="2319" y="239"/>
                    </a:lnTo>
                    <a:lnTo>
                      <a:pt x="2231" y="176"/>
                    </a:lnTo>
                    <a:lnTo>
                      <a:pt x="2131" y="126"/>
                    </a:lnTo>
                    <a:lnTo>
                      <a:pt x="2018" y="88"/>
                    </a:lnTo>
                    <a:lnTo>
                      <a:pt x="1918" y="51"/>
                    </a:lnTo>
                    <a:lnTo>
                      <a:pt x="1805" y="25"/>
                    </a:lnTo>
                    <a:lnTo>
                      <a:pt x="1579" y="0"/>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a:extLst>
                  <a:ext uri="{FF2B5EF4-FFF2-40B4-BE49-F238E27FC236}">
                    <a16:creationId xmlns:a16="http://schemas.microsoft.com/office/drawing/2014/main" id="{F8E0E750-B285-D2FC-A6CD-650C7F53DC0B}"/>
                  </a:ext>
                </a:extLst>
              </p:cNvPr>
              <p:cNvSpPr/>
              <p:nvPr/>
            </p:nvSpPr>
            <p:spPr>
              <a:xfrm>
                <a:off x="3253103" y="2418752"/>
                <a:ext cx="131583" cy="277799"/>
              </a:xfrm>
              <a:custGeom>
                <a:avLst/>
                <a:gdLst/>
                <a:ahLst/>
                <a:cxnLst/>
                <a:rect l="l" t="t" r="r" b="b"/>
                <a:pathLst>
                  <a:path w="5854" h="12359" extrusionOk="0">
                    <a:moveTo>
                      <a:pt x="214" y="1"/>
                    </a:moveTo>
                    <a:lnTo>
                      <a:pt x="1" y="8799"/>
                    </a:lnTo>
                    <a:lnTo>
                      <a:pt x="1" y="9125"/>
                    </a:lnTo>
                    <a:lnTo>
                      <a:pt x="26" y="9451"/>
                    </a:lnTo>
                    <a:lnTo>
                      <a:pt x="76" y="9764"/>
                    </a:lnTo>
                    <a:lnTo>
                      <a:pt x="151" y="10065"/>
                    </a:lnTo>
                    <a:lnTo>
                      <a:pt x="251" y="10353"/>
                    </a:lnTo>
                    <a:lnTo>
                      <a:pt x="364" y="10641"/>
                    </a:lnTo>
                    <a:lnTo>
                      <a:pt x="515" y="10905"/>
                    </a:lnTo>
                    <a:lnTo>
                      <a:pt x="677" y="11143"/>
                    </a:lnTo>
                    <a:lnTo>
                      <a:pt x="853" y="11368"/>
                    </a:lnTo>
                    <a:lnTo>
                      <a:pt x="1053" y="11581"/>
                    </a:lnTo>
                    <a:lnTo>
                      <a:pt x="1279" y="11769"/>
                    </a:lnTo>
                    <a:lnTo>
                      <a:pt x="1505" y="11932"/>
                    </a:lnTo>
                    <a:lnTo>
                      <a:pt x="1755" y="12070"/>
                    </a:lnTo>
                    <a:lnTo>
                      <a:pt x="1881" y="12133"/>
                    </a:lnTo>
                    <a:lnTo>
                      <a:pt x="2019" y="12183"/>
                    </a:lnTo>
                    <a:lnTo>
                      <a:pt x="2156" y="12233"/>
                    </a:lnTo>
                    <a:lnTo>
                      <a:pt x="2294" y="12271"/>
                    </a:lnTo>
                    <a:lnTo>
                      <a:pt x="2432" y="12308"/>
                    </a:lnTo>
                    <a:lnTo>
                      <a:pt x="2570" y="12333"/>
                    </a:lnTo>
                    <a:lnTo>
                      <a:pt x="2746" y="12346"/>
                    </a:lnTo>
                    <a:lnTo>
                      <a:pt x="2908" y="12359"/>
                    </a:lnTo>
                    <a:lnTo>
                      <a:pt x="3071" y="12346"/>
                    </a:lnTo>
                    <a:lnTo>
                      <a:pt x="3222" y="12333"/>
                    </a:lnTo>
                    <a:lnTo>
                      <a:pt x="3385" y="12308"/>
                    </a:lnTo>
                    <a:lnTo>
                      <a:pt x="3535" y="12283"/>
                    </a:lnTo>
                    <a:lnTo>
                      <a:pt x="3698" y="12233"/>
                    </a:lnTo>
                    <a:lnTo>
                      <a:pt x="3848" y="12183"/>
                    </a:lnTo>
                    <a:lnTo>
                      <a:pt x="3986" y="12133"/>
                    </a:lnTo>
                    <a:lnTo>
                      <a:pt x="4137" y="12058"/>
                    </a:lnTo>
                    <a:lnTo>
                      <a:pt x="4275" y="11983"/>
                    </a:lnTo>
                    <a:lnTo>
                      <a:pt x="4412" y="11895"/>
                    </a:lnTo>
                    <a:lnTo>
                      <a:pt x="4538" y="11807"/>
                    </a:lnTo>
                    <a:lnTo>
                      <a:pt x="4663" y="11707"/>
                    </a:lnTo>
                    <a:lnTo>
                      <a:pt x="4788" y="11594"/>
                    </a:lnTo>
                    <a:lnTo>
                      <a:pt x="4901" y="11481"/>
                    </a:lnTo>
                    <a:lnTo>
                      <a:pt x="5014" y="11356"/>
                    </a:lnTo>
                    <a:lnTo>
                      <a:pt x="5114" y="11231"/>
                    </a:lnTo>
                    <a:lnTo>
                      <a:pt x="5215" y="11105"/>
                    </a:lnTo>
                    <a:lnTo>
                      <a:pt x="5315" y="10955"/>
                    </a:lnTo>
                    <a:lnTo>
                      <a:pt x="5390" y="10817"/>
                    </a:lnTo>
                    <a:lnTo>
                      <a:pt x="5478" y="10667"/>
                    </a:lnTo>
                    <a:lnTo>
                      <a:pt x="5553" y="10504"/>
                    </a:lnTo>
                    <a:lnTo>
                      <a:pt x="5616" y="10353"/>
                    </a:lnTo>
                    <a:lnTo>
                      <a:pt x="5678" y="10178"/>
                    </a:lnTo>
                    <a:lnTo>
                      <a:pt x="5728" y="10015"/>
                    </a:lnTo>
                    <a:lnTo>
                      <a:pt x="5766" y="9839"/>
                    </a:lnTo>
                    <a:lnTo>
                      <a:pt x="5804" y="9664"/>
                    </a:lnTo>
                    <a:lnTo>
                      <a:pt x="5829" y="9476"/>
                    </a:lnTo>
                    <a:lnTo>
                      <a:pt x="5854" y="9300"/>
                    </a:lnTo>
                    <a:lnTo>
                      <a:pt x="5854" y="9112"/>
                    </a:lnTo>
                    <a:lnTo>
                      <a:pt x="5854" y="8912"/>
                    </a:lnTo>
                    <a:lnTo>
                      <a:pt x="5716" y="740"/>
                    </a:lnTo>
                    <a:lnTo>
                      <a:pt x="214"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a:extLst>
                  <a:ext uri="{FF2B5EF4-FFF2-40B4-BE49-F238E27FC236}">
                    <a16:creationId xmlns:a16="http://schemas.microsoft.com/office/drawing/2014/main" id="{D11A9EBA-936D-0BBA-EC89-E3C444D54BCC}"/>
                  </a:ext>
                </a:extLst>
              </p:cNvPr>
              <p:cNvSpPr/>
              <p:nvPr/>
            </p:nvSpPr>
            <p:spPr>
              <a:xfrm>
                <a:off x="3277334" y="2464404"/>
                <a:ext cx="107645" cy="154668"/>
              </a:xfrm>
              <a:custGeom>
                <a:avLst/>
                <a:gdLst/>
                <a:ahLst/>
                <a:cxnLst/>
                <a:rect l="l" t="t" r="r" b="b"/>
                <a:pathLst>
                  <a:path w="4789" h="6881" extrusionOk="0">
                    <a:moveTo>
                      <a:pt x="88" y="0"/>
                    </a:moveTo>
                    <a:lnTo>
                      <a:pt x="51" y="288"/>
                    </a:lnTo>
                    <a:lnTo>
                      <a:pt x="26" y="627"/>
                    </a:lnTo>
                    <a:lnTo>
                      <a:pt x="1" y="1053"/>
                    </a:lnTo>
                    <a:lnTo>
                      <a:pt x="1" y="1567"/>
                    </a:lnTo>
                    <a:lnTo>
                      <a:pt x="13" y="1855"/>
                    </a:lnTo>
                    <a:lnTo>
                      <a:pt x="26" y="2143"/>
                    </a:lnTo>
                    <a:lnTo>
                      <a:pt x="63" y="2444"/>
                    </a:lnTo>
                    <a:lnTo>
                      <a:pt x="101" y="2757"/>
                    </a:lnTo>
                    <a:lnTo>
                      <a:pt x="163" y="3083"/>
                    </a:lnTo>
                    <a:lnTo>
                      <a:pt x="239" y="3397"/>
                    </a:lnTo>
                    <a:lnTo>
                      <a:pt x="326" y="3722"/>
                    </a:lnTo>
                    <a:lnTo>
                      <a:pt x="439" y="4036"/>
                    </a:lnTo>
                    <a:lnTo>
                      <a:pt x="577" y="4349"/>
                    </a:lnTo>
                    <a:lnTo>
                      <a:pt x="727" y="4650"/>
                    </a:lnTo>
                    <a:lnTo>
                      <a:pt x="903" y="4951"/>
                    </a:lnTo>
                    <a:lnTo>
                      <a:pt x="1104" y="5239"/>
                    </a:lnTo>
                    <a:lnTo>
                      <a:pt x="1204" y="5377"/>
                    </a:lnTo>
                    <a:lnTo>
                      <a:pt x="1329" y="5502"/>
                    </a:lnTo>
                    <a:lnTo>
                      <a:pt x="1442" y="5640"/>
                    </a:lnTo>
                    <a:lnTo>
                      <a:pt x="1580" y="5765"/>
                    </a:lnTo>
                    <a:lnTo>
                      <a:pt x="1718" y="5878"/>
                    </a:lnTo>
                    <a:lnTo>
                      <a:pt x="1856" y="5991"/>
                    </a:lnTo>
                    <a:lnTo>
                      <a:pt x="2018" y="6104"/>
                    </a:lnTo>
                    <a:lnTo>
                      <a:pt x="2169" y="6204"/>
                    </a:lnTo>
                    <a:lnTo>
                      <a:pt x="2344" y="6304"/>
                    </a:lnTo>
                    <a:lnTo>
                      <a:pt x="2520" y="6392"/>
                    </a:lnTo>
                    <a:lnTo>
                      <a:pt x="2708" y="6480"/>
                    </a:lnTo>
                    <a:lnTo>
                      <a:pt x="2896" y="6555"/>
                    </a:lnTo>
                    <a:lnTo>
                      <a:pt x="3096" y="6630"/>
                    </a:lnTo>
                    <a:lnTo>
                      <a:pt x="3309" y="6693"/>
                    </a:lnTo>
                    <a:lnTo>
                      <a:pt x="3535" y="6743"/>
                    </a:lnTo>
                    <a:lnTo>
                      <a:pt x="3761" y="6793"/>
                    </a:lnTo>
                    <a:lnTo>
                      <a:pt x="3999" y="6831"/>
                    </a:lnTo>
                    <a:lnTo>
                      <a:pt x="4249" y="6856"/>
                    </a:lnTo>
                    <a:lnTo>
                      <a:pt x="4513" y="6881"/>
                    </a:lnTo>
                    <a:lnTo>
                      <a:pt x="4776" y="6881"/>
                    </a:lnTo>
                    <a:lnTo>
                      <a:pt x="4788" y="3447"/>
                    </a:lnTo>
                    <a:lnTo>
                      <a:pt x="4575" y="3434"/>
                    </a:lnTo>
                    <a:lnTo>
                      <a:pt x="4362" y="3397"/>
                    </a:lnTo>
                    <a:lnTo>
                      <a:pt x="4149" y="3346"/>
                    </a:lnTo>
                    <a:lnTo>
                      <a:pt x="3936" y="3284"/>
                    </a:lnTo>
                    <a:lnTo>
                      <a:pt x="3723" y="3196"/>
                    </a:lnTo>
                    <a:lnTo>
                      <a:pt x="3510" y="3108"/>
                    </a:lnTo>
                    <a:lnTo>
                      <a:pt x="3297" y="2996"/>
                    </a:lnTo>
                    <a:lnTo>
                      <a:pt x="3096" y="2883"/>
                    </a:lnTo>
                    <a:lnTo>
                      <a:pt x="2896" y="2757"/>
                    </a:lnTo>
                    <a:lnTo>
                      <a:pt x="2695" y="2620"/>
                    </a:lnTo>
                    <a:lnTo>
                      <a:pt x="2495" y="2469"/>
                    </a:lnTo>
                    <a:lnTo>
                      <a:pt x="2307" y="2331"/>
                    </a:lnTo>
                    <a:lnTo>
                      <a:pt x="1931" y="2018"/>
                    </a:lnTo>
                    <a:lnTo>
                      <a:pt x="1592" y="1692"/>
                    </a:lnTo>
                    <a:lnTo>
                      <a:pt x="1266" y="1379"/>
                    </a:lnTo>
                    <a:lnTo>
                      <a:pt x="978" y="1065"/>
                    </a:lnTo>
                    <a:lnTo>
                      <a:pt x="727" y="790"/>
                    </a:lnTo>
                    <a:lnTo>
                      <a:pt x="502" y="526"/>
                    </a:lnTo>
                    <a:lnTo>
                      <a:pt x="201" y="138"/>
                    </a:lnTo>
                    <a:lnTo>
                      <a:pt x="88" y="0"/>
                    </a:lnTo>
                    <a:close/>
                  </a:path>
                </a:pathLst>
              </a:custGeom>
              <a:solidFill>
                <a:srgbClr val="070019">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a:extLst>
                  <a:ext uri="{FF2B5EF4-FFF2-40B4-BE49-F238E27FC236}">
                    <a16:creationId xmlns:a16="http://schemas.microsoft.com/office/drawing/2014/main" id="{F76B83D9-CD49-9F61-3F15-3FD7A4DB82B0}"/>
                  </a:ext>
                </a:extLst>
              </p:cNvPr>
              <p:cNvSpPr/>
              <p:nvPr/>
            </p:nvSpPr>
            <p:spPr>
              <a:xfrm>
                <a:off x="3277334" y="2464404"/>
                <a:ext cx="107645" cy="154668"/>
              </a:xfrm>
              <a:custGeom>
                <a:avLst/>
                <a:gdLst/>
                <a:ahLst/>
                <a:cxnLst/>
                <a:rect l="l" t="t" r="r" b="b"/>
                <a:pathLst>
                  <a:path w="4789" h="6881" fill="none" extrusionOk="0">
                    <a:moveTo>
                      <a:pt x="4788" y="3447"/>
                    </a:moveTo>
                    <a:lnTo>
                      <a:pt x="4788" y="3447"/>
                    </a:lnTo>
                    <a:lnTo>
                      <a:pt x="4575" y="3434"/>
                    </a:lnTo>
                    <a:lnTo>
                      <a:pt x="4362" y="3397"/>
                    </a:lnTo>
                    <a:lnTo>
                      <a:pt x="4149" y="3346"/>
                    </a:lnTo>
                    <a:lnTo>
                      <a:pt x="3936" y="3284"/>
                    </a:lnTo>
                    <a:lnTo>
                      <a:pt x="3723" y="3196"/>
                    </a:lnTo>
                    <a:lnTo>
                      <a:pt x="3510" y="3108"/>
                    </a:lnTo>
                    <a:lnTo>
                      <a:pt x="3297" y="2996"/>
                    </a:lnTo>
                    <a:lnTo>
                      <a:pt x="3096" y="2883"/>
                    </a:lnTo>
                    <a:lnTo>
                      <a:pt x="2896" y="2757"/>
                    </a:lnTo>
                    <a:lnTo>
                      <a:pt x="2695" y="2620"/>
                    </a:lnTo>
                    <a:lnTo>
                      <a:pt x="2495" y="2469"/>
                    </a:lnTo>
                    <a:lnTo>
                      <a:pt x="2307" y="2331"/>
                    </a:lnTo>
                    <a:lnTo>
                      <a:pt x="1931" y="2018"/>
                    </a:lnTo>
                    <a:lnTo>
                      <a:pt x="1592" y="1692"/>
                    </a:lnTo>
                    <a:lnTo>
                      <a:pt x="1266" y="1379"/>
                    </a:lnTo>
                    <a:lnTo>
                      <a:pt x="978" y="1065"/>
                    </a:lnTo>
                    <a:lnTo>
                      <a:pt x="727" y="790"/>
                    </a:lnTo>
                    <a:lnTo>
                      <a:pt x="502" y="526"/>
                    </a:lnTo>
                    <a:lnTo>
                      <a:pt x="201" y="138"/>
                    </a:lnTo>
                    <a:lnTo>
                      <a:pt x="88" y="0"/>
                    </a:lnTo>
                    <a:lnTo>
                      <a:pt x="88" y="0"/>
                    </a:lnTo>
                    <a:lnTo>
                      <a:pt x="51" y="288"/>
                    </a:lnTo>
                    <a:lnTo>
                      <a:pt x="26" y="627"/>
                    </a:lnTo>
                    <a:lnTo>
                      <a:pt x="1" y="1053"/>
                    </a:lnTo>
                    <a:lnTo>
                      <a:pt x="1" y="1567"/>
                    </a:lnTo>
                    <a:lnTo>
                      <a:pt x="13" y="1855"/>
                    </a:lnTo>
                    <a:lnTo>
                      <a:pt x="26" y="2143"/>
                    </a:lnTo>
                    <a:lnTo>
                      <a:pt x="63" y="2444"/>
                    </a:lnTo>
                    <a:lnTo>
                      <a:pt x="101" y="2757"/>
                    </a:lnTo>
                    <a:lnTo>
                      <a:pt x="163" y="3083"/>
                    </a:lnTo>
                    <a:lnTo>
                      <a:pt x="239" y="3397"/>
                    </a:lnTo>
                    <a:lnTo>
                      <a:pt x="326" y="3722"/>
                    </a:lnTo>
                    <a:lnTo>
                      <a:pt x="439" y="4036"/>
                    </a:lnTo>
                    <a:lnTo>
                      <a:pt x="577" y="4349"/>
                    </a:lnTo>
                    <a:lnTo>
                      <a:pt x="727" y="4650"/>
                    </a:lnTo>
                    <a:lnTo>
                      <a:pt x="903" y="4951"/>
                    </a:lnTo>
                    <a:lnTo>
                      <a:pt x="1104" y="5239"/>
                    </a:lnTo>
                    <a:lnTo>
                      <a:pt x="1204" y="5377"/>
                    </a:lnTo>
                    <a:lnTo>
                      <a:pt x="1329" y="5502"/>
                    </a:lnTo>
                    <a:lnTo>
                      <a:pt x="1442" y="5640"/>
                    </a:lnTo>
                    <a:lnTo>
                      <a:pt x="1580" y="5765"/>
                    </a:lnTo>
                    <a:lnTo>
                      <a:pt x="1718" y="5878"/>
                    </a:lnTo>
                    <a:lnTo>
                      <a:pt x="1856" y="5991"/>
                    </a:lnTo>
                    <a:lnTo>
                      <a:pt x="2018" y="6104"/>
                    </a:lnTo>
                    <a:lnTo>
                      <a:pt x="2169" y="6204"/>
                    </a:lnTo>
                    <a:lnTo>
                      <a:pt x="2344" y="6304"/>
                    </a:lnTo>
                    <a:lnTo>
                      <a:pt x="2520" y="6392"/>
                    </a:lnTo>
                    <a:lnTo>
                      <a:pt x="2708" y="6480"/>
                    </a:lnTo>
                    <a:lnTo>
                      <a:pt x="2896" y="6555"/>
                    </a:lnTo>
                    <a:lnTo>
                      <a:pt x="3096" y="6630"/>
                    </a:lnTo>
                    <a:lnTo>
                      <a:pt x="3309" y="6693"/>
                    </a:lnTo>
                    <a:lnTo>
                      <a:pt x="3535" y="6743"/>
                    </a:lnTo>
                    <a:lnTo>
                      <a:pt x="3761" y="6793"/>
                    </a:lnTo>
                    <a:lnTo>
                      <a:pt x="3999" y="6831"/>
                    </a:lnTo>
                    <a:lnTo>
                      <a:pt x="4249" y="6856"/>
                    </a:lnTo>
                    <a:lnTo>
                      <a:pt x="4513" y="6881"/>
                    </a:lnTo>
                    <a:lnTo>
                      <a:pt x="4776" y="6881"/>
                    </a:lnTo>
                    <a:lnTo>
                      <a:pt x="4788" y="34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a:extLst>
                  <a:ext uri="{FF2B5EF4-FFF2-40B4-BE49-F238E27FC236}">
                    <a16:creationId xmlns:a16="http://schemas.microsoft.com/office/drawing/2014/main" id="{A067A34B-9AAA-E45B-0AF7-4862C4479195}"/>
                  </a:ext>
                </a:extLst>
              </p:cNvPr>
              <p:cNvSpPr/>
              <p:nvPr/>
            </p:nvSpPr>
            <p:spPr>
              <a:xfrm>
                <a:off x="3273670" y="2215645"/>
                <a:ext cx="234126" cy="359775"/>
              </a:xfrm>
              <a:custGeom>
                <a:avLst/>
                <a:gdLst/>
                <a:ahLst/>
                <a:cxnLst/>
                <a:rect l="l" t="t" r="r" b="b"/>
                <a:pathLst>
                  <a:path w="10416" h="16006" extrusionOk="0">
                    <a:moveTo>
                      <a:pt x="4287" y="0"/>
                    </a:moveTo>
                    <a:lnTo>
                      <a:pt x="4049" y="38"/>
                    </a:lnTo>
                    <a:lnTo>
                      <a:pt x="3798" y="88"/>
                    </a:lnTo>
                    <a:lnTo>
                      <a:pt x="3472" y="163"/>
                    </a:lnTo>
                    <a:lnTo>
                      <a:pt x="3159" y="263"/>
                    </a:lnTo>
                    <a:lnTo>
                      <a:pt x="2871" y="376"/>
                    </a:lnTo>
                    <a:lnTo>
                      <a:pt x="2595" y="501"/>
                    </a:lnTo>
                    <a:lnTo>
                      <a:pt x="2344" y="639"/>
                    </a:lnTo>
                    <a:lnTo>
                      <a:pt x="2106" y="777"/>
                    </a:lnTo>
                    <a:lnTo>
                      <a:pt x="1881" y="928"/>
                    </a:lnTo>
                    <a:lnTo>
                      <a:pt x="1668" y="1090"/>
                    </a:lnTo>
                    <a:lnTo>
                      <a:pt x="1480" y="1266"/>
                    </a:lnTo>
                    <a:lnTo>
                      <a:pt x="1304" y="1441"/>
                    </a:lnTo>
                    <a:lnTo>
                      <a:pt x="1141" y="1629"/>
                    </a:lnTo>
                    <a:lnTo>
                      <a:pt x="991" y="1817"/>
                    </a:lnTo>
                    <a:lnTo>
                      <a:pt x="853" y="2005"/>
                    </a:lnTo>
                    <a:lnTo>
                      <a:pt x="728" y="2218"/>
                    </a:lnTo>
                    <a:lnTo>
                      <a:pt x="615" y="2419"/>
                    </a:lnTo>
                    <a:lnTo>
                      <a:pt x="514" y="2632"/>
                    </a:lnTo>
                    <a:lnTo>
                      <a:pt x="427" y="2845"/>
                    </a:lnTo>
                    <a:lnTo>
                      <a:pt x="339" y="3058"/>
                    </a:lnTo>
                    <a:lnTo>
                      <a:pt x="276" y="3271"/>
                    </a:lnTo>
                    <a:lnTo>
                      <a:pt x="214" y="3497"/>
                    </a:lnTo>
                    <a:lnTo>
                      <a:pt x="164" y="3722"/>
                    </a:lnTo>
                    <a:lnTo>
                      <a:pt x="113" y="3936"/>
                    </a:lnTo>
                    <a:lnTo>
                      <a:pt x="51" y="4374"/>
                    </a:lnTo>
                    <a:lnTo>
                      <a:pt x="13" y="4813"/>
                    </a:lnTo>
                    <a:lnTo>
                      <a:pt x="1" y="5239"/>
                    </a:lnTo>
                    <a:lnTo>
                      <a:pt x="1" y="5640"/>
                    </a:lnTo>
                    <a:lnTo>
                      <a:pt x="13" y="6029"/>
                    </a:lnTo>
                    <a:lnTo>
                      <a:pt x="51" y="6655"/>
                    </a:lnTo>
                    <a:lnTo>
                      <a:pt x="51" y="6856"/>
                    </a:lnTo>
                    <a:lnTo>
                      <a:pt x="38" y="7232"/>
                    </a:lnTo>
                    <a:lnTo>
                      <a:pt x="26" y="7746"/>
                    </a:lnTo>
                    <a:lnTo>
                      <a:pt x="26" y="8372"/>
                    </a:lnTo>
                    <a:lnTo>
                      <a:pt x="38" y="8723"/>
                    </a:lnTo>
                    <a:lnTo>
                      <a:pt x="51" y="9087"/>
                    </a:lnTo>
                    <a:lnTo>
                      <a:pt x="76" y="9475"/>
                    </a:lnTo>
                    <a:lnTo>
                      <a:pt x="113" y="9876"/>
                    </a:lnTo>
                    <a:lnTo>
                      <a:pt x="164" y="10290"/>
                    </a:lnTo>
                    <a:lnTo>
                      <a:pt x="226" y="10704"/>
                    </a:lnTo>
                    <a:lnTo>
                      <a:pt x="314" y="11130"/>
                    </a:lnTo>
                    <a:lnTo>
                      <a:pt x="414" y="11556"/>
                    </a:lnTo>
                    <a:lnTo>
                      <a:pt x="540" y="11969"/>
                    </a:lnTo>
                    <a:lnTo>
                      <a:pt x="677" y="12396"/>
                    </a:lnTo>
                    <a:lnTo>
                      <a:pt x="840" y="12797"/>
                    </a:lnTo>
                    <a:lnTo>
                      <a:pt x="1028" y="13198"/>
                    </a:lnTo>
                    <a:lnTo>
                      <a:pt x="1129" y="13398"/>
                    </a:lnTo>
                    <a:lnTo>
                      <a:pt x="1241" y="13586"/>
                    </a:lnTo>
                    <a:lnTo>
                      <a:pt x="1354" y="13774"/>
                    </a:lnTo>
                    <a:lnTo>
                      <a:pt x="1480" y="13950"/>
                    </a:lnTo>
                    <a:lnTo>
                      <a:pt x="1617" y="14125"/>
                    </a:lnTo>
                    <a:lnTo>
                      <a:pt x="1755" y="14301"/>
                    </a:lnTo>
                    <a:lnTo>
                      <a:pt x="1893" y="14464"/>
                    </a:lnTo>
                    <a:lnTo>
                      <a:pt x="2056" y="14627"/>
                    </a:lnTo>
                    <a:lnTo>
                      <a:pt x="2219" y="14777"/>
                    </a:lnTo>
                    <a:lnTo>
                      <a:pt x="2382" y="14915"/>
                    </a:lnTo>
                    <a:lnTo>
                      <a:pt x="2570" y="15053"/>
                    </a:lnTo>
                    <a:lnTo>
                      <a:pt x="2758" y="15191"/>
                    </a:lnTo>
                    <a:lnTo>
                      <a:pt x="2946" y="15316"/>
                    </a:lnTo>
                    <a:lnTo>
                      <a:pt x="3159" y="15429"/>
                    </a:lnTo>
                    <a:lnTo>
                      <a:pt x="3372" y="15529"/>
                    </a:lnTo>
                    <a:lnTo>
                      <a:pt x="3598" y="15617"/>
                    </a:lnTo>
                    <a:lnTo>
                      <a:pt x="3836" y="15704"/>
                    </a:lnTo>
                    <a:lnTo>
                      <a:pt x="4074" y="15780"/>
                    </a:lnTo>
                    <a:lnTo>
                      <a:pt x="4337" y="15842"/>
                    </a:lnTo>
                    <a:lnTo>
                      <a:pt x="4600" y="15905"/>
                    </a:lnTo>
                    <a:lnTo>
                      <a:pt x="4876" y="15943"/>
                    </a:lnTo>
                    <a:lnTo>
                      <a:pt x="5164" y="15980"/>
                    </a:lnTo>
                    <a:lnTo>
                      <a:pt x="5465" y="15993"/>
                    </a:lnTo>
                    <a:lnTo>
                      <a:pt x="5766" y="16005"/>
                    </a:lnTo>
                    <a:lnTo>
                      <a:pt x="5954" y="15993"/>
                    </a:lnTo>
                    <a:lnTo>
                      <a:pt x="6129" y="15980"/>
                    </a:lnTo>
                    <a:lnTo>
                      <a:pt x="6305" y="15955"/>
                    </a:lnTo>
                    <a:lnTo>
                      <a:pt x="6480" y="15930"/>
                    </a:lnTo>
                    <a:lnTo>
                      <a:pt x="6643" y="15880"/>
                    </a:lnTo>
                    <a:lnTo>
                      <a:pt x="6806" y="15830"/>
                    </a:lnTo>
                    <a:lnTo>
                      <a:pt x="6957" y="15780"/>
                    </a:lnTo>
                    <a:lnTo>
                      <a:pt x="7107" y="15704"/>
                    </a:lnTo>
                    <a:lnTo>
                      <a:pt x="7257" y="15629"/>
                    </a:lnTo>
                    <a:lnTo>
                      <a:pt x="7408" y="15554"/>
                    </a:lnTo>
                    <a:lnTo>
                      <a:pt x="7546" y="15466"/>
                    </a:lnTo>
                    <a:lnTo>
                      <a:pt x="7671" y="15366"/>
                    </a:lnTo>
                    <a:lnTo>
                      <a:pt x="7809" y="15266"/>
                    </a:lnTo>
                    <a:lnTo>
                      <a:pt x="7934" y="15153"/>
                    </a:lnTo>
                    <a:lnTo>
                      <a:pt x="8172" y="14915"/>
                    </a:lnTo>
                    <a:lnTo>
                      <a:pt x="8398" y="14664"/>
                    </a:lnTo>
                    <a:lnTo>
                      <a:pt x="8611" y="14376"/>
                    </a:lnTo>
                    <a:lnTo>
                      <a:pt x="8799" y="14075"/>
                    </a:lnTo>
                    <a:lnTo>
                      <a:pt x="8987" y="13762"/>
                    </a:lnTo>
                    <a:lnTo>
                      <a:pt x="9150" y="13436"/>
                    </a:lnTo>
                    <a:lnTo>
                      <a:pt x="9300" y="13085"/>
                    </a:lnTo>
                    <a:lnTo>
                      <a:pt x="9451" y="12734"/>
                    </a:lnTo>
                    <a:lnTo>
                      <a:pt x="9576" y="12358"/>
                    </a:lnTo>
                    <a:lnTo>
                      <a:pt x="9689" y="11995"/>
                    </a:lnTo>
                    <a:lnTo>
                      <a:pt x="9802" y="11606"/>
                    </a:lnTo>
                    <a:lnTo>
                      <a:pt x="9902" y="11230"/>
                    </a:lnTo>
                    <a:lnTo>
                      <a:pt x="9977" y="10841"/>
                    </a:lnTo>
                    <a:lnTo>
                      <a:pt x="10065" y="10465"/>
                    </a:lnTo>
                    <a:lnTo>
                      <a:pt x="10128" y="10077"/>
                    </a:lnTo>
                    <a:lnTo>
                      <a:pt x="10240" y="9337"/>
                    </a:lnTo>
                    <a:lnTo>
                      <a:pt x="10316" y="8623"/>
                    </a:lnTo>
                    <a:lnTo>
                      <a:pt x="10366" y="7971"/>
                    </a:lnTo>
                    <a:lnTo>
                      <a:pt x="10403" y="7370"/>
                    </a:lnTo>
                    <a:lnTo>
                      <a:pt x="10416" y="6856"/>
                    </a:lnTo>
                    <a:lnTo>
                      <a:pt x="10416" y="6254"/>
                    </a:lnTo>
                    <a:lnTo>
                      <a:pt x="10391" y="5778"/>
                    </a:lnTo>
                    <a:lnTo>
                      <a:pt x="10366" y="5377"/>
                    </a:lnTo>
                    <a:lnTo>
                      <a:pt x="10316" y="5076"/>
                    </a:lnTo>
                    <a:lnTo>
                      <a:pt x="10240" y="4775"/>
                    </a:lnTo>
                    <a:lnTo>
                      <a:pt x="10153" y="4474"/>
                    </a:lnTo>
                    <a:lnTo>
                      <a:pt x="10052" y="4186"/>
                    </a:lnTo>
                    <a:lnTo>
                      <a:pt x="9927" y="3910"/>
                    </a:lnTo>
                    <a:lnTo>
                      <a:pt x="9789" y="3635"/>
                    </a:lnTo>
                    <a:lnTo>
                      <a:pt x="9651" y="3359"/>
                    </a:lnTo>
                    <a:lnTo>
                      <a:pt x="9488" y="3096"/>
                    </a:lnTo>
                    <a:lnTo>
                      <a:pt x="9326" y="2833"/>
                    </a:lnTo>
                    <a:lnTo>
                      <a:pt x="9138" y="2594"/>
                    </a:lnTo>
                    <a:lnTo>
                      <a:pt x="8950" y="2344"/>
                    </a:lnTo>
                    <a:lnTo>
                      <a:pt x="8749" y="2118"/>
                    </a:lnTo>
                    <a:lnTo>
                      <a:pt x="8536" y="1893"/>
                    </a:lnTo>
                    <a:lnTo>
                      <a:pt x="8323" y="1680"/>
                    </a:lnTo>
                    <a:lnTo>
                      <a:pt x="8085" y="1479"/>
                    </a:lnTo>
                    <a:lnTo>
                      <a:pt x="7859" y="1291"/>
                    </a:lnTo>
                    <a:lnTo>
                      <a:pt x="7621" y="1103"/>
                    </a:lnTo>
                    <a:lnTo>
                      <a:pt x="7370" y="940"/>
                    </a:lnTo>
                    <a:lnTo>
                      <a:pt x="7132" y="777"/>
                    </a:lnTo>
                    <a:lnTo>
                      <a:pt x="6869" y="639"/>
                    </a:lnTo>
                    <a:lnTo>
                      <a:pt x="6618" y="501"/>
                    </a:lnTo>
                    <a:lnTo>
                      <a:pt x="6355" y="389"/>
                    </a:lnTo>
                    <a:lnTo>
                      <a:pt x="6104" y="288"/>
                    </a:lnTo>
                    <a:lnTo>
                      <a:pt x="5841" y="201"/>
                    </a:lnTo>
                    <a:lnTo>
                      <a:pt x="5578" y="125"/>
                    </a:lnTo>
                    <a:lnTo>
                      <a:pt x="5315" y="63"/>
                    </a:lnTo>
                    <a:lnTo>
                      <a:pt x="5064" y="25"/>
                    </a:lnTo>
                    <a:lnTo>
                      <a:pt x="4801"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a:extLst>
                  <a:ext uri="{FF2B5EF4-FFF2-40B4-BE49-F238E27FC236}">
                    <a16:creationId xmlns:a16="http://schemas.microsoft.com/office/drawing/2014/main" id="{19F6E8DD-6AC0-4D2D-F121-0DDEC4F09B85}"/>
                  </a:ext>
                </a:extLst>
              </p:cNvPr>
              <p:cNvSpPr/>
              <p:nvPr/>
            </p:nvSpPr>
            <p:spPr>
              <a:xfrm>
                <a:off x="3246067" y="2184649"/>
                <a:ext cx="303154" cy="186226"/>
              </a:xfrm>
              <a:custGeom>
                <a:avLst/>
                <a:gdLst/>
                <a:ahLst/>
                <a:cxnLst/>
                <a:rect l="l" t="t" r="r" b="b"/>
                <a:pathLst>
                  <a:path w="13487" h="8285" extrusionOk="0">
                    <a:moveTo>
                      <a:pt x="5791" y="0"/>
                    </a:moveTo>
                    <a:lnTo>
                      <a:pt x="5402" y="25"/>
                    </a:lnTo>
                    <a:lnTo>
                      <a:pt x="5026" y="63"/>
                    </a:lnTo>
                    <a:lnTo>
                      <a:pt x="4650" y="138"/>
                    </a:lnTo>
                    <a:lnTo>
                      <a:pt x="4274" y="226"/>
                    </a:lnTo>
                    <a:lnTo>
                      <a:pt x="3911" y="339"/>
                    </a:lnTo>
                    <a:lnTo>
                      <a:pt x="3547" y="464"/>
                    </a:lnTo>
                    <a:lnTo>
                      <a:pt x="3196" y="627"/>
                    </a:lnTo>
                    <a:lnTo>
                      <a:pt x="2845" y="790"/>
                    </a:lnTo>
                    <a:lnTo>
                      <a:pt x="2507" y="991"/>
                    </a:lnTo>
                    <a:lnTo>
                      <a:pt x="2181" y="1204"/>
                    </a:lnTo>
                    <a:lnTo>
                      <a:pt x="1868" y="1429"/>
                    </a:lnTo>
                    <a:lnTo>
                      <a:pt x="1554" y="1680"/>
                    </a:lnTo>
                    <a:lnTo>
                      <a:pt x="1279" y="1943"/>
                    </a:lnTo>
                    <a:lnTo>
                      <a:pt x="1028" y="2219"/>
                    </a:lnTo>
                    <a:lnTo>
                      <a:pt x="815" y="2495"/>
                    </a:lnTo>
                    <a:lnTo>
                      <a:pt x="627" y="2770"/>
                    </a:lnTo>
                    <a:lnTo>
                      <a:pt x="464" y="3046"/>
                    </a:lnTo>
                    <a:lnTo>
                      <a:pt x="326" y="3322"/>
                    </a:lnTo>
                    <a:lnTo>
                      <a:pt x="226" y="3610"/>
                    </a:lnTo>
                    <a:lnTo>
                      <a:pt x="138" y="3898"/>
                    </a:lnTo>
                    <a:lnTo>
                      <a:pt x="76" y="4174"/>
                    </a:lnTo>
                    <a:lnTo>
                      <a:pt x="25" y="4450"/>
                    </a:lnTo>
                    <a:lnTo>
                      <a:pt x="13" y="4725"/>
                    </a:lnTo>
                    <a:lnTo>
                      <a:pt x="0" y="5001"/>
                    </a:lnTo>
                    <a:lnTo>
                      <a:pt x="13" y="5277"/>
                    </a:lnTo>
                    <a:lnTo>
                      <a:pt x="38" y="5540"/>
                    </a:lnTo>
                    <a:lnTo>
                      <a:pt x="76" y="5791"/>
                    </a:lnTo>
                    <a:lnTo>
                      <a:pt x="126" y="6041"/>
                    </a:lnTo>
                    <a:lnTo>
                      <a:pt x="188" y="6280"/>
                    </a:lnTo>
                    <a:lnTo>
                      <a:pt x="251" y="6518"/>
                    </a:lnTo>
                    <a:lnTo>
                      <a:pt x="339" y="6731"/>
                    </a:lnTo>
                    <a:lnTo>
                      <a:pt x="414" y="6944"/>
                    </a:lnTo>
                    <a:lnTo>
                      <a:pt x="502" y="7144"/>
                    </a:lnTo>
                    <a:lnTo>
                      <a:pt x="589" y="7320"/>
                    </a:lnTo>
                    <a:lnTo>
                      <a:pt x="690" y="7495"/>
                    </a:lnTo>
                    <a:lnTo>
                      <a:pt x="777" y="7646"/>
                    </a:lnTo>
                    <a:lnTo>
                      <a:pt x="878" y="7796"/>
                    </a:lnTo>
                    <a:lnTo>
                      <a:pt x="965" y="7909"/>
                    </a:lnTo>
                    <a:lnTo>
                      <a:pt x="1053" y="8022"/>
                    </a:lnTo>
                    <a:lnTo>
                      <a:pt x="1128" y="8109"/>
                    </a:lnTo>
                    <a:lnTo>
                      <a:pt x="1204" y="8172"/>
                    </a:lnTo>
                    <a:lnTo>
                      <a:pt x="1266" y="8222"/>
                    </a:lnTo>
                    <a:lnTo>
                      <a:pt x="1316" y="8247"/>
                    </a:lnTo>
                    <a:lnTo>
                      <a:pt x="1454" y="8272"/>
                    </a:lnTo>
                    <a:lnTo>
                      <a:pt x="1592" y="8285"/>
                    </a:lnTo>
                    <a:lnTo>
                      <a:pt x="1717" y="8272"/>
                    </a:lnTo>
                    <a:lnTo>
                      <a:pt x="1843" y="8235"/>
                    </a:lnTo>
                    <a:lnTo>
                      <a:pt x="1956" y="8172"/>
                    </a:lnTo>
                    <a:lnTo>
                      <a:pt x="2068" y="8097"/>
                    </a:lnTo>
                    <a:lnTo>
                      <a:pt x="2169" y="8009"/>
                    </a:lnTo>
                    <a:lnTo>
                      <a:pt x="2269" y="7896"/>
                    </a:lnTo>
                    <a:lnTo>
                      <a:pt x="2357" y="7771"/>
                    </a:lnTo>
                    <a:lnTo>
                      <a:pt x="2444" y="7646"/>
                    </a:lnTo>
                    <a:lnTo>
                      <a:pt x="2532" y="7495"/>
                    </a:lnTo>
                    <a:lnTo>
                      <a:pt x="2607" y="7332"/>
                    </a:lnTo>
                    <a:lnTo>
                      <a:pt x="2683" y="7169"/>
                    </a:lnTo>
                    <a:lnTo>
                      <a:pt x="2745" y="6994"/>
                    </a:lnTo>
                    <a:lnTo>
                      <a:pt x="2858" y="6631"/>
                    </a:lnTo>
                    <a:lnTo>
                      <a:pt x="2958" y="6255"/>
                    </a:lnTo>
                    <a:lnTo>
                      <a:pt x="3046" y="5866"/>
                    </a:lnTo>
                    <a:lnTo>
                      <a:pt x="3109" y="5490"/>
                    </a:lnTo>
                    <a:lnTo>
                      <a:pt x="3159" y="5139"/>
                    </a:lnTo>
                    <a:lnTo>
                      <a:pt x="3184" y="4813"/>
                    </a:lnTo>
                    <a:lnTo>
                      <a:pt x="3209" y="4525"/>
                    </a:lnTo>
                    <a:lnTo>
                      <a:pt x="3209" y="4299"/>
                    </a:lnTo>
                    <a:lnTo>
                      <a:pt x="3209" y="4124"/>
                    </a:lnTo>
                    <a:lnTo>
                      <a:pt x="4400" y="4675"/>
                    </a:lnTo>
                    <a:lnTo>
                      <a:pt x="5415" y="5139"/>
                    </a:lnTo>
                    <a:lnTo>
                      <a:pt x="6004" y="5390"/>
                    </a:lnTo>
                    <a:lnTo>
                      <a:pt x="6618" y="5653"/>
                    </a:lnTo>
                    <a:lnTo>
                      <a:pt x="7270" y="5916"/>
                    </a:lnTo>
                    <a:lnTo>
                      <a:pt x="7934" y="6167"/>
                    </a:lnTo>
                    <a:lnTo>
                      <a:pt x="8623" y="6417"/>
                    </a:lnTo>
                    <a:lnTo>
                      <a:pt x="9300" y="6643"/>
                    </a:lnTo>
                    <a:lnTo>
                      <a:pt x="9977" y="6856"/>
                    </a:lnTo>
                    <a:lnTo>
                      <a:pt x="10629" y="7044"/>
                    </a:lnTo>
                    <a:lnTo>
                      <a:pt x="10955" y="7119"/>
                    </a:lnTo>
                    <a:lnTo>
                      <a:pt x="11268" y="7195"/>
                    </a:lnTo>
                    <a:lnTo>
                      <a:pt x="11569" y="7245"/>
                    </a:lnTo>
                    <a:lnTo>
                      <a:pt x="11870" y="7295"/>
                    </a:lnTo>
                    <a:lnTo>
                      <a:pt x="12058" y="7320"/>
                    </a:lnTo>
                    <a:lnTo>
                      <a:pt x="12233" y="7320"/>
                    </a:lnTo>
                    <a:lnTo>
                      <a:pt x="12383" y="7307"/>
                    </a:lnTo>
                    <a:lnTo>
                      <a:pt x="12534" y="7270"/>
                    </a:lnTo>
                    <a:lnTo>
                      <a:pt x="12659" y="7232"/>
                    </a:lnTo>
                    <a:lnTo>
                      <a:pt x="12784" y="7169"/>
                    </a:lnTo>
                    <a:lnTo>
                      <a:pt x="12885" y="7094"/>
                    </a:lnTo>
                    <a:lnTo>
                      <a:pt x="12985" y="7019"/>
                    </a:lnTo>
                    <a:lnTo>
                      <a:pt x="13073" y="6931"/>
                    </a:lnTo>
                    <a:lnTo>
                      <a:pt x="13148" y="6831"/>
                    </a:lnTo>
                    <a:lnTo>
                      <a:pt x="13211" y="6718"/>
                    </a:lnTo>
                    <a:lnTo>
                      <a:pt x="13273" y="6605"/>
                    </a:lnTo>
                    <a:lnTo>
                      <a:pt x="13323" y="6493"/>
                    </a:lnTo>
                    <a:lnTo>
                      <a:pt x="13361" y="6367"/>
                    </a:lnTo>
                    <a:lnTo>
                      <a:pt x="13424" y="6117"/>
                    </a:lnTo>
                    <a:lnTo>
                      <a:pt x="13461" y="5866"/>
                    </a:lnTo>
                    <a:lnTo>
                      <a:pt x="13486" y="5615"/>
                    </a:lnTo>
                    <a:lnTo>
                      <a:pt x="13486" y="5390"/>
                    </a:lnTo>
                    <a:lnTo>
                      <a:pt x="13486" y="5177"/>
                    </a:lnTo>
                    <a:lnTo>
                      <a:pt x="13461" y="4876"/>
                    </a:lnTo>
                    <a:lnTo>
                      <a:pt x="13461" y="4801"/>
                    </a:lnTo>
                    <a:lnTo>
                      <a:pt x="13461" y="4788"/>
                    </a:lnTo>
                    <a:lnTo>
                      <a:pt x="13374" y="4613"/>
                    </a:lnTo>
                    <a:lnTo>
                      <a:pt x="13261" y="4437"/>
                    </a:lnTo>
                    <a:lnTo>
                      <a:pt x="13148" y="4262"/>
                    </a:lnTo>
                    <a:lnTo>
                      <a:pt x="13023" y="4086"/>
                    </a:lnTo>
                    <a:lnTo>
                      <a:pt x="12747" y="3735"/>
                    </a:lnTo>
                    <a:lnTo>
                      <a:pt x="12446" y="3397"/>
                    </a:lnTo>
                    <a:lnTo>
                      <a:pt x="12108" y="3059"/>
                    </a:lnTo>
                    <a:lnTo>
                      <a:pt x="11744" y="2720"/>
                    </a:lnTo>
                    <a:lnTo>
                      <a:pt x="11356" y="2394"/>
                    </a:lnTo>
                    <a:lnTo>
                      <a:pt x="10955" y="2081"/>
                    </a:lnTo>
                    <a:lnTo>
                      <a:pt x="10541" y="1780"/>
                    </a:lnTo>
                    <a:lnTo>
                      <a:pt x="10127" y="1504"/>
                    </a:lnTo>
                    <a:lnTo>
                      <a:pt x="9701" y="1241"/>
                    </a:lnTo>
                    <a:lnTo>
                      <a:pt x="9288" y="991"/>
                    </a:lnTo>
                    <a:lnTo>
                      <a:pt x="8861" y="777"/>
                    </a:lnTo>
                    <a:lnTo>
                      <a:pt x="8460" y="577"/>
                    </a:lnTo>
                    <a:lnTo>
                      <a:pt x="8059" y="414"/>
                    </a:lnTo>
                    <a:lnTo>
                      <a:pt x="7683" y="276"/>
                    </a:lnTo>
                    <a:lnTo>
                      <a:pt x="7307" y="176"/>
                    </a:lnTo>
                    <a:lnTo>
                      <a:pt x="6931" y="88"/>
                    </a:lnTo>
                    <a:lnTo>
                      <a:pt x="6555" y="38"/>
                    </a:lnTo>
                    <a:lnTo>
                      <a:pt x="616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6">
                <a:extLst>
                  <a:ext uri="{FF2B5EF4-FFF2-40B4-BE49-F238E27FC236}">
                    <a16:creationId xmlns:a16="http://schemas.microsoft.com/office/drawing/2014/main" id="{94A368D7-73C2-B503-FE3A-48BFD39B8E46}"/>
                  </a:ext>
                </a:extLst>
              </p:cNvPr>
              <p:cNvSpPr/>
              <p:nvPr/>
            </p:nvSpPr>
            <p:spPr>
              <a:xfrm>
                <a:off x="2942374" y="2648629"/>
                <a:ext cx="242015" cy="393873"/>
              </a:xfrm>
              <a:custGeom>
                <a:avLst/>
                <a:gdLst/>
                <a:ahLst/>
                <a:cxnLst/>
                <a:rect l="l" t="t" r="r" b="b"/>
                <a:pathLst>
                  <a:path w="10767" h="17523" extrusionOk="0">
                    <a:moveTo>
                      <a:pt x="7069" y="1"/>
                    </a:moveTo>
                    <a:lnTo>
                      <a:pt x="6956" y="13"/>
                    </a:lnTo>
                    <a:lnTo>
                      <a:pt x="6844" y="51"/>
                    </a:lnTo>
                    <a:lnTo>
                      <a:pt x="6731" y="89"/>
                    </a:lnTo>
                    <a:lnTo>
                      <a:pt x="6618" y="151"/>
                    </a:lnTo>
                    <a:lnTo>
                      <a:pt x="6493" y="226"/>
                    </a:lnTo>
                    <a:lnTo>
                      <a:pt x="6380" y="314"/>
                    </a:lnTo>
                    <a:lnTo>
                      <a:pt x="6267" y="414"/>
                    </a:lnTo>
                    <a:lnTo>
                      <a:pt x="6142" y="540"/>
                    </a:lnTo>
                    <a:lnTo>
                      <a:pt x="6016" y="665"/>
                    </a:lnTo>
                    <a:lnTo>
                      <a:pt x="5904" y="803"/>
                    </a:lnTo>
                    <a:lnTo>
                      <a:pt x="5653" y="1129"/>
                    </a:lnTo>
                    <a:lnTo>
                      <a:pt x="5402" y="1505"/>
                    </a:lnTo>
                    <a:lnTo>
                      <a:pt x="5152" y="1906"/>
                    </a:lnTo>
                    <a:lnTo>
                      <a:pt x="4901" y="2357"/>
                    </a:lnTo>
                    <a:lnTo>
                      <a:pt x="4650" y="2846"/>
                    </a:lnTo>
                    <a:lnTo>
                      <a:pt x="4400" y="3372"/>
                    </a:lnTo>
                    <a:lnTo>
                      <a:pt x="4136" y="3911"/>
                    </a:lnTo>
                    <a:lnTo>
                      <a:pt x="3886" y="4488"/>
                    </a:lnTo>
                    <a:lnTo>
                      <a:pt x="3635" y="5089"/>
                    </a:lnTo>
                    <a:lnTo>
                      <a:pt x="3384" y="5704"/>
                    </a:lnTo>
                    <a:lnTo>
                      <a:pt x="3134" y="6330"/>
                    </a:lnTo>
                    <a:lnTo>
                      <a:pt x="2657" y="7621"/>
                    </a:lnTo>
                    <a:lnTo>
                      <a:pt x="2181" y="8925"/>
                    </a:lnTo>
                    <a:lnTo>
                      <a:pt x="1742" y="10216"/>
                    </a:lnTo>
                    <a:lnTo>
                      <a:pt x="1316" y="11481"/>
                    </a:lnTo>
                    <a:lnTo>
                      <a:pt x="577" y="13788"/>
                    </a:lnTo>
                    <a:lnTo>
                      <a:pt x="0" y="15617"/>
                    </a:lnTo>
                    <a:lnTo>
                      <a:pt x="6906" y="17522"/>
                    </a:lnTo>
                    <a:lnTo>
                      <a:pt x="7270" y="16570"/>
                    </a:lnTo>
                    <a:lnTo>
                      <a:pt x="8160" y="14201"/>
                    </a:lnTo>
                    <a:lnTo>
                      <a:pt x="9263" y="11181"/>
                    </a:lnTo>
                    <a:lnTo>
                      <a:pt x="9814" y="9677"/>
                    </a:lnTo>
                    <a:lnTo>
                      <a:pt x="10303" y="8285"/>
                    </a:lnTo>
                    <a:lnTo>
                      <a:pt x="10403" y="7960"/>
                    </a:lnTo>
                    <a:lnTo>
                      <a:pt x="10491" y="7634"/>
                    </a:lnTo>
                    <a:lnTo>
                      <a:pt x="10566" y="7283"/>
                    </a:lnTo>
                    <a:lnTo>
                      <a:pt x="10641" y="6944"/>
                    </a:lnTo>
                    <a:lnTo>
                      <a:pt x="10691" y="6593"/>
                    </a:lnTo>
                    <a:lnTo>
                      <a:pt x="10729" y="6242"/>
                    </a:lnTo>
                    <a:lnTo>
                      <a:pt x="10754" y="5879"/>
                    </a:lnTo>
                    <a:lnTo>
                      <a:pt x="10767" y="5528"/>
                    </a:lnTo>
                    <a:lnTo>
                      <a:pt x="10767" y="5177"/>
                    </a:lnTo>
                    <a:lnTo>
                      <a:pt x="10754" y="4826"/>
                    </a:lnTo>
                    <a:lnTo>
                      <a:pt x="10729" y="4475"/>
                    </a:lnTo>
                    <a:lnTo>
                      <a:pt x="10679" y="4124"/>
                    </a:lnTo>
                    <a:lnTo>
                      <a:pt x="10629" y="3786"/>
                    </a:lnTo>
                    <a:lnTo>
                      <a:pt x="10566" y="3460"/>
                    </a:lnTo>
                    <a:lnTo>
                      <a:pt x="10478" y="3134"/>
                    </a:lnTo>
                    <a:lnTo>
                      <a:pt x="10391" y="2821"/>
                    </a:lnTo>
                    <a:lnTo>
                      <a:pt x="10278" y="2508"/>
                    </a:lnTo>
                    <a:lnTo>
                      <a:pt x="10165" y="2219"/>
                    </a:lnTo>
                    <a:lnTo>
                      <a:pt x="10027" y="1931"/>
                    </a:lnTo>
                    <a:lnTo>
                      <a:pt x="9877" y="1668"/>
                    </a:lnTo>
                    <a:lnTo>
                      <a:pt x="9726" y="1417"/>
                    </a:lnTo>
                    <a:lnTo>
                      <a:pt x="9551" y="1179"/>
                    </a:lnTo>
                    <a:lnTo>
                      <a:pt x="9363" y="966"/>
                    </a:lnTo>
                    <a:lnTo>
                      <a:pt x="9162" y="765"/>
                    </a:lnTo>
                    <a:lnTo>
                      <a:pt x="8949" y="590"/>
                    </a:lnTo>
                    <a:lnTo>
                      <a:pt x="8724" y="427"/>
                    </a:lnTo>
                    <a:lnTo>
                      <a:pt x="8473" y="302"/>
                    </a:lnTo>
                    <a:lnTo>
                      <a:pt x="8222" y="189"/>
                    </a:lnTo>
                    <a:lnTo>
                      <a:pt x="7959" y="101"/>
                    </a:lnTo>
                    <a:lnTo>
                      <a:pt x="7671" y="38"/>
                    </a:lnTo>
                    <a:lnTo>
                      <a:pt x="7382" y="13"/>
                    </a:lnTo>
                    <a:lnTo>
                      <a:pt x="70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6">
                <a:extLst>
                  <a:ext uri="{FF2B5EF4-FFF2-40B4-BE49-F238E27FC236}">
                    <a16:creationId xmlns:a16="http://schemas.microsoft.com/office/drawing/2014/main" id="{3627E869-950A-620F-9D2F-99773324C598}"/>
                  </a:ext>
                </a:extLst>
              </p:cNvPr>
              <p:cNvSpPr/>
              <p:nvPr/>
            </p:nvSpPr>
            <p:spPr>
              <a:xfrm>
                <a:off x="2680646" y="2668364"/>
                <a:ext cx="328239" cy="542315"/>
              </a:xfrm>
              <a:custGeom>
                <a:avLst/>
                <a:gdLst/>
                <a:ahLst/>
                <a:cxnLst/>
                <a:rect l="l" t="t" r="r" b="b"/>
                <a:pathLst>
                  <a:path w="14603" h="24127" extrusionOk="0">
                    <a:moveTo>
                      <a:pt x="2583" y="0"/>
                    </a:moveTo>
                    <a:lnTo>
                      <a:pt x="1" y="1279"/>
                    </a:lnTo>
                    <a:lnTo>
                      <a:pt x="302" y="2206"/>
                    </a:lnTo>
                    <a:lnTo>
                      <a:pt x="665" y="3271"/>
                    </a:lnTo>
                    <a:lnTo>
                      <a:pt x="1154" y="4650"/>
                    </a:lnTo>
                    <a:lnTo>
                      <a:pt x="1743" y="6292"/>
                    </a:lnTo>
                    <a:lnTo>
                      <a:pt x="2420" y="8122"/>
                    </a:lnTo>
                    <a:lnTo>
                      <a:pt x="3172" y="10102"/>
                    </a:lnTo>
                    <a:lnTo>
                      <a:pt x="3573" y="11117"/>
                    </a:lnTo>
                    <a:lnTo>
                      <a:pt x="3999" y="12145"/>
                    </a:lnTo>
                    <a:lnTo>
                      <a:pt x="4425" y="13185"/>
                    </a:lnTo>
                    <a:lnTo>
                      <a:pt x="4851" y="14213"/>
                    </a:lnTo>
                    <a:lnTo>
                      <a:pt x="5302" y="15228"/>
                    </a:lnTo>
                    <a:lnTo>
                      <a:pt x="5754" y="16218"/>
                    </a:lnTo>
                    <a:lnTo>
                      <a:pt x="6205" y="17196"/>
                    </a:lnTo>
                    <a:lnTo>
                      <a:pt x="6656" y="18123"/>
                    </a:lnTo>
                    <a:lnTo>
                      <a:pt x="7120" y="19013"/>
                    </a:lnTo>
                    <a:lnTo>
                      <a:pt x="7571" y="19853"/>
                    </a:lnTo>
                    <a:lnTo>
                      <a:pt x="8022" y="20643"/>
                    </a:lnTo>
                    <a:lnTo>
                      <a:pt x="8248" y="21006"/>
                    </a:lnTo>
                    <a:lnTo>
                      <a:pt x="8473" y="21357"/>
                    </a:lnTo>
                    <a:lnTo>
                      <a:pt x="8699" y="21695"/>
                    </a:lnTo>
                    <a:lnTo>
                      <a:pt x="8912" y="22009"/>
                    </a:lnTo>
                    <a:lnTo>
                      <a:pt x="9125" y="22297"/>
                    </a:lnTo>
                    <a:lnTo>
                      <a:pt x="9351" y="22573"/>
                    </a:lnTo>
                    <a:lnTo>
                      <a:pt x="9551" y="22823"/>
                    </a:lnTo>
                    <a:lnTo>
                      <a:pt x="9764" y="23049"/>
                    </a:lnTo>
                    <a:lnTo>
                      <a:pt x="9977" y="23250"/>
                    </a:lnTo>
                    <a:lnTo>
                      <a:pt x="10178" y="23425"/>
                    </a:lnTo>
                    <a:lnTo>
                      <a:pt x="10378" y="23575"/>
                    </a:lnTo>
                    <a:lnTo>
                      <a:pt x="10566" y="23701"/>
                    </a:lnTo>
                    <a:lnTo>
                      <a:pt x="10754" y="23801"/>
                    </a:lnTo>
                    <a:lnTo>
                      <a:pt x="10942" y="23864"/>
                    </a:lnTo>
                    <a:lnTo>
                      <a:pt x="11306" y="23964"/>
                    </a:lnTo>
                    <a:lnTo>
                      <a:pt x="11644" y="24027"/>
                    </a:lnTo>
                    <a:lnTo>
                      <a:pt x="11970" y="24089"/>
                    </a:lnTo>
                    <a:lnTo>
                      <a:pt x="12284" y="24114"/>
                    </a:lnTo>
                    <a:lnTo>
                      <a:pt x="12572" y="24127"/>
                    </a:lnTo>
                    <a:lnTo>
                      <a:pt x="12835" y="24114"/>
                    </a:lnTo>
                    <a:lnTo>
                      <a:pt x="13086" y="24077"/>
                    </a:lnTo>
                    <a:lnTo>
                      <a:pt x="13324" y="24014"/>
                    </a:lnTo>
                    <a:lnTo>
                      <a:pt x="13537" y="23939"/>
                    </a:lnTo>
                    <a:lnTo>
                      <a:pt x="13725" y="23826"/>
                    </a:lnTo>
                    <a:lnTo>
                      <a:pt x="13825" y="23763"/>
                    </a:lnTo>
                    <a:lnTo>
                      <a:pt x="13900" y="23701"/>
                    </a:lnTo>
                    <a:lnTo>
                      <a:pt x="13988" y="23626"/>
                    </a:lnTo>
                    <a:lnTo>
                      <a:pt x="14063" y="23550"/>
                    </a:lnTo>
                    <a:lnTo>
                      <a:pt x="14126" y="23463"/>
                    </a:lnTo>
                    <a:lnTo>
                      <a:pt x="14201" y="23375"/>
                    </a:lnTo>
                    <a:lnTo>
                      <a:pt x="14314" y="23174"/>
                    </a:lnTo>
                    <a:lnTo>
                      <a:pt x="14414" y="22936"/>
                    </a:lnTo>
                    <a:lnTo>
                      <a:pt x="14489" y="22686"/>
                    </a:lnTo>
                    <a:lnTo>
                      <a:pt x="14540" y="22410"/>
                    </a:lnTo>
                    <a:lnTo>
                      <a:pt x="14577" y="22109"/>
                    </a:lnTo>
                    <a:lnTo>
                      <a:pt x="14602" y="21783"/>
                    </a:lnTo>
                    <a:lnTo>
                      <a:pt x="14590" y="21432"/>
                    </a:lnTo>
                    <a:lnTo>
                      <a:pt x="14565" y="21044"/>
                    </a:lnTo>
                    <a:lnTo>
                      <a:pt x="14527" y="20643"/>
                    </a:lnTo>
                    <a:lnTo>
                      <a:pt x="14452" y="20204"/>
                    </a:lnTo>
                    <a:lnTo>
                      <a:pt x="14364" y="19740"/>
                    </a:lnTo>
                    <a:lnTo>
                      <a:pt x="14264" y="19251"/>
                    </a:lnTo>
                    <a:lnTo>
                      <a:pt x="14126" y="18738"/>
                    </a:lnTo>
                    <a:lnTo>
                      <a:pt x="13976" y="18186"/>
                    </a:lnTo>
                    <a:lnTo>
                      <a:pt x="13813" y="17622"/>
                    </a:lnTo>
                    <a:lnTo>
                      <a:pt x="13612" y="17020"/>
                    </a:lnTo>
                    <a:lnTo>
                      <a:pt x="13399" y="16381"/>
                    </a:lnTo>
                    <a:lnTo>
                      <a:pt x="13161" y="15717"/>
                    </a:lnTo>
                    <a:lnTo>
                      <a:pt x="12898" y="15028"/>
                    </a:lnTo>
                    <a:lnTo>
                      <a:pt x="258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a:extLst>
                  <a:ext uri="{FF2B5EF4-FFF2-40B4-BE49-F238E27FC236}">
                    <a16:creationId xmlns:a16="http://schemas.microsoft.com/office/drawing/2014/main" id="{1D9C6D51-F34F-3E0A-89D2-D5C548DC0F20}"/>
                  </a:ext>
                </a:extLst>
              </p:cNvPr>
              <p:cNvSpPr/>
              <p:nvPr/>
            </p:nvSpPr>
            <p:spPr>
              <a:xfrm>
                <a:off x="2542881" y="2555100"/>
                <a:ext cx="195824" cy="142013"/>
              </a:xfrm>
              <a:custGeom>
                <a:avLst/>
                <a:gdLst/>
                <a:ahLst/>
                <a:cxnLst/>
                <a:rect l="l" t="t" r="r" b="b"/>
                <a:pathLst>
                  <a:path w="8712" h="6318" extrusionOk="0">
                    <a:moveTo>
                      <a:pt x="101" y="1"/>
                    </a:moveTo>
                    <a:lnTo>
                      <a:pt x="64" y="13"/>
                    </a:lnTo>
                    <a:lnTo>
                      <a:pt x="38" y="38"/>
                    </a:lnTo>
                    <a:lnTo>
                      <a:pt x="13" y="89"/>
                    </a:lnTo>
                    <a:lnTo>
                      <a:pt x="13" y="164"/>
                    </a:lnTo>
                    <a:lnTo>
                      <a:pt x="1" y="339"/>
                    </a:lnTo>
                    <a:lnTo>
                      <a:pt x="26" y="577"/>
                    </a:lnTo>
                    <a:lnTo>
                      <a:pt x="64" y="853"/>
                    </a:lnTo>
                    <a:lnTo>
                      <a:pt x="126" y="1166"/>
                    </a:lnTo>
                    <a:lnTo>
                      <a:pt x="201" y="1517"/>
                    </a:lnTo>
                    <a:lnTo>
                      <a:pt x="289" y="1868"/>
                    </a:lnTo>
                    <a:lnTo>
                      <a:pt x="477" y="2595"/>
                    </a:lnTo>
                    <a:lnTo>
                      <a:pt x="690" y="3259"/>
                    </a:lnTo>
                    <a:lnTo>
                      <a:pt x="878" y="3811"/>
                    </a:lnTo>
                    <a:lnTo>
                      <a:pt x="953" y="4011"/>
                    </a:lnTo>
                    <a:lnTo>
                      <a:pt x="1029" y="4149"/>
                    </a:lnTo>
                    <a:lnTo>
                      <a:pt x="1066" y="4199"/>
                    </a:lnTo>
                    <a:lnTo>
                      <a:pt x="1129" y="4250"/>
                    </a:lnTo>
                    <a:lnTo>
                      <a:pt x="1204" y="4300"/>
                    </a:lnTo>
                    <a:lnTo>
                      <a:pt x="1292" y="4350"/>
                    </a:lnTo>
                    <a:lnTo>
                      <a:pt x="1517" y="4438"/>
                    </a:lnTo>
                    <a:lnTo>
                      <a:pt x="1781" y="4500"/>
                    </a:lnTo>
                    <a:lnTo>
                      <a:pt x="2081" y="4575"/>
                    </a:lnTo>
                    <a:lnTo>
                      <a:pt x="2420" y="4626"/>
                    </a:lnTo>
                    <a:lnTo>
                      <a:pt x="2758" y="4676"/>
                    </a:lnTo>
                    <a:lnTo>
                      <a:pt x="3122" y="4726"/>
                    </a:lnTo>
                    <a:lnTo>
                      <a:pt x="3799" y="4789"/>
                    </a:lnTo>
                    <a:lnTo>
                      <a:pt x="4388" y="4839"/>
                    </a:lnTo>
                    <a:lnTo>
                      <a:pt x="4964" y="4864"/>
                    </a:lnTo>
                    <a:lnTo>
                      <a:pt x="6130" y="6318"/>
                    </a:lnTo>
                    <a:lnTo>
                      <a:pt x="8712" y="5039"/>
                    </a:lnTo>
                    <a:lnTo>
                      <a:pt x="8235" y="4199"/>
                    </a:lnTo>
                    <a:lnTo>
                      <a:pt x="7822" y="3447"/>
                    </a:lnTo>
                    <a:lnTo>
                      <a:pt x="7446" y="2771"/>
                    </a:lnTo>
                    <a:lnTo>
                      <a:pt x="7396" y="2695"/>
                    </a:lnTo>
                    <a:lnTo>
                      <a:pt x="7320" y="2633"/>
                    </a:lnTo>
                    <a:lnTo>
                      <a:pt x="7220" y="2583"/>
                    </a:lnTo>
                    <a:lnTo>
                      <a:pt x="7095" y="2533"/>
                    </a:lnTo>
                    <a:lnTo>
                      <a:pt x="6957" y="2495"/>
                    </a:lnTo>
                    <a:lnTo>
                      <a:pt x="6794" y="2457"/>
                    </a:lnTo>
                    <a:lnTo>
                      <a:pt x="6619" y="2432"/>
                    </a:lnTo>
                    <a:lnTo>
                      <a:pt x="6431" y="2407"/>
                    </a:lnTo>
                    <a:lnTo>
                      <a:pt x="6017" y="2370"/>
                    </a:lnTo>
                    <a:lnTo>
                      <a:pt x="5578" y="2345"/>
                    </a:lnTo>
                    <a:lnTo>
                      <a:pt x="5102" y="2345"/>
                    </a:lnTo>
                    <a:lnTo>
                      <a:pt x="4626" y="2357"/>
                    </a:lnTo>
                    <a:lnTo>
                      <a:pt x="4149" y="2370"/>
                    </a:lnTo>
                    <a:lnTo>
                      <a:pt x="3686" y="2395"/>
                    </a:lnTo>
                    <a:lnTo>
                      <a:pt x="2896" y="2457"/>
                    </a:lnTo>
                    <a:lnTo>
                      <a:pt x="2332" y="2507"/>
                    </a:lnTo>
                    <a:lnTo>
                      <a:pt x="2119" y="2520"/>
                    </a:lnTo>
                    <a:lnTo>
                      <a:pt x="1856" y="2131"/>
                    </a:lnTo>
                    <a:lnTo>
                      <a:pt x="1580" y="1718"/>
                    </a:lnTo>
                    <a:lnTo>
                      <a:pt x="1267" y="1254"/>
                    </a:lnTo>
                    <a:lnTo>
                      <a:pt x="916" y="790"/>
                    </a:lnTo>
                    <a:lnTo>
                      <a:pt x="753" y="577"/>
                    </a:lnTo>
                    <a:lnTo>
                      <a:pt x="590" y="377"/>
                    </a:lnTo>
                    <a:lnTo>
                      <a:pt x="440" y="214"/>
                    </a:lnTo>
                    <a:lnTo>
                      <a:pt x="302" y="101"/>
                    </a:lnTo>
                    <a:lnTo>
                      <a:pt x="189" y="26"/>
                    </a:lnTo>
                    <a:lnTo>
                      <a:pt x="139"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6">
                <a:extLst>
                  <a:ext uri="{FF2B5EF4-FFF2-40B4-BE49-F238E27FC236}">
                    <a16:creationId xmlns:a16="http://schemas.microsoft.com/office/drawing/2014/main" id="{13147596-7CD8-CEC3-F047-E0FDF94FE234}"/>
                  </a:ext>
                </a:extLst>
              </p:cNvPr>
              <p:cNvSpPr/>
              <p:nvPr/>
            </p:nvSpPr>
            <p:spPr>
              <a:xfrm>
                <a:off x="2567966" y="2550313"/>
                <a:ext cx="56643" cy="74401"/>
              </a:xfrm>
              <a:custGeom>
                <a:avLst/>
                <a:gdLst/>
                <a:ahLst/>
                <a:cxnLst/>
                <a:rect l="l" t="t" r="r" b="b"/>
                <a:pathLst>
                  <a:path w="2520" h="3310" extrusionOk="0">
                    <a:moveTo>
                      <a:pt x="113" y="1"/>
                    </a:moveTo>
                    <a:lnTo>
                      <a:pt x="76" y="26"/>
                    </a:lnTo>
                    <a:lnTo>
                      <a:pt x="50" y="63"/>
                    </a:lnTo>
                    <a:lnTo>
                      <a:pt x="25" y="114"/>
                    </a:lnTo>
                    <a:lnTo>
                      <a:pt x="13" y="189"/>
                    </a:lnTo>
                    <a:lnTo>
                      <a:pt x="0" y="352"/>
                    </a:lnTo>
                    <a:lnTo>
                      <a:pt x="13" y="577"/>
                    </a:lnTo>
                    <a:lnTo>
                      <a:pt x="50" y="828"/>
                    </a:lnTo>
                    <a:lnTo>
                      <a:pt x="88" y="1104"/>
                    </a:lnTo>
                    <a:lnTo>
                      <a:pt x="213" y="1705"/>
                    </a:lnTo>
                    <a:lnTo>
                      <a:pt x="351" y="2294"/>
                    </a:lnTo>
                    <a:lnTo>
                      <a:pt x="477" y="2808"/>
                    </a:lnTo>
                    <a:lnTo>
                      <a:pt x="614" y="3310"/>
                    </a:lnTo>
                    <a:lnTo>
                      <a:pt x="2520" y="3009"/>
                    </a:lnTo>
                    <a:lnTo>
                      <a:pt x="2194" y="2520"/>
                    </a:lnTo>
                    <a:lnTo>
                      <a:pt x="1868" y="2019"/>
                    </a:lnTo>
                    <a:lnTo>
                      <a:pt x="1467" y="1455"/>
                    </a:lnTo>
                    <a:lnTo>
                      <a:pt x="1053" y="891"/>
                    </a:lnTo>
                    <a:lnTo>
                      <a:pt x="853" y="640"/>
                    </a:lnTo>
                    <a:lnTo>
                      <a:pt x="665" y="414"/>
                    </a:lnTo>
                    <a:lnTo>
                      <a:pt x="489" y="226"/>
                    </a:lnTo>
                    <a:lnTo>
                      <a:pt x="326" y="88"/>
                    </a:lnTo>
                    <a:lnTo>
                      <a:pt x="264" y="51"/>
                    </a:lnTo>
                    <a:lnTo>
                      <a:pt x="201" y="13"/>
                    </a:lnTo>
                    <a:lnTo>
                      <a:pt x="151"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6">
                <a:extLst>
                  <a:ext uri="{FF2B5EF4-FFF2-40B4-BE49-F238E27FC236}">
                    <a16:creationId xmlns:a16="http://schemas.microsoft.com/office/drawing/2014/main" id="{DB3B7DF3-1FA6-101A-9D48-EFAEB840F402}"/>
                  </a:ext>
                </a:extLst>
              </p:cNvPr>
              <p:cNvSpPr/>
              <p:nvPr/>
            </p:nvSpPr>
            <p:spPr>
              <a:xfrm>
                <a:off x="2627959" y="2589761"/>
                <a:ext cx="62285" cy="28187"/>
              </a:xfrm>
              <a:custGeom>
                <a:avLst/>
                <a:gdLst/>
                <a:ahLst/>
                <a:cxnLst/>
                <a:rect l="l" t="t" r="r" b="b"/>
                <a:pathLst>
                  <a:path w="2771" h="1254" extrusionOk="0">
                    <a:moveTo>
                      <a:pt x="51" y="0"/>
                    </a:moveTo>
                    <a:lnTo>
                      <a:pt x="26" y="13"/>
                    </a:lnTo>
                    <a:lnTo>
                      <a:pt x="14" y="38"/>
                    </a:lnTo>
                    <a:lnTo>
                      <a:pt x="1" y="63"/>
                    </a:lnTo>
                    <a:lnTo>
                      <a:pt x="1" y="88"/>
                    </a:lnTo>
                    <a:lnTo>
                      <a:pt x="14" y="163"/>
                    </a:lnTo>
                    <a:lnTo>
                      <a:pt x="51" y="239"/>
                    </a:lnTo>
                    <a:lnTo>
                      <a:pt x="101" y="339"/>
                    </a:lnTo>
                    <a:lnTo>
                      <a:pt x="176" y="439"/>
                    </a:lnTo>
                    <a:lnTo>
                      <a:pt x="339" y="665"/>
                    </a:lnTo>
                    <a:lnTo>
                      <a:pt x="527" y="890"/>
                    </a:lnTo>
                    <a:lnTo>
                      <a:pt x="690" y="1066"/>
                    </a:lnTo>
                    <a:lnTo>
                      <a:pt x="866" y="1254"/>
                    </a:lnTo>
                    <a:lnTo>
                      <a:pt x="2771" y="1091"/>
                    </a:lnTo>
                    <a:lnTo>
                      <a:pt x="2658" y="1003"/>
                    </a:lnTo>
                    <a:lnTo>
                      <a:pt x="2295" y="828"/>
                    </a:lnTo>
                    <a:lnTo>
                      <a:pt x="1467" y="464"/>
                    </a:lnTo>
                    <a:lnTo>
                      <a:pt x="1016" y="276"/>
                    </a:lnTo>
                    <a:lnTo>
                      <a:pt x="590" y="113"/>
                    </a:lnTo>
                    <a:lnTo>
                      <a:pt x="415" y="63"/>
                    </a:lnTo>
                    <a:lnTo>
                      <a:pt x="252" y="13"/>
                    </a:lnTo>
                    <a:lnTo>
                      <a:pt x="139"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a:extLst>
                  <a:ext uri="{FF2B5EF4-FFF2-40B4-BE49-F238E27FC236}">
                    <a16:creationId xmlns:a16="http://schemas.microsoft.com/office/drawing/2014/main" id="{AB67F593-2F28-7C4E-CE11-BE45EED5F8AD}"/>
                  </a:ext>
                </a:extLst>
              </p:cNvPr>
              <p:cNvSpPr/>
              <p:nvPr/>
            </p:nvSpPr>
            <p:spPr>
              <a:xfrm>
                <a:off x="2627959" y="2589761"/>
                <a:ext cx="62285" cy="28187"/>
              </a:xfrm>
              <a:custGeom>
                <a:avLst/>
                <a:gdLst/>
                <a:ahLst/>
                <a:cxnLst/>
                <a:rect l="l" t="t" r="r" b="b"/>
                <a:pathLst>
                  <a:path w="2771" h="1254" fill="none" extrusionOk="0">
                    <a:moveTo>
                      <a:pt x="2658" y="1003"/>
                    </a:moveTo>
                    <a:lnTo>
                      <a:pt x="2658" y="1003"/>
                    </a:lnTo>
                    <a:lnTo>
                      <a:pt x="2295" y="828"/>
                    </a:lnTo>
                    <a:lnTo>
                      <a:pt x="1467" y="464"/>
                    </a:lnTo>
                    <a:lnTo>
                      <a:pt x="1016" y="276"/>
                    </a:lnTo>
                    <a:lnTo>
                      <a:pt x="590" y="113"/>
                    </a:lnTo>
                    <a:lnTo>
                      <a:pt x="415" y="63"/>
                    </a:lnTo>
                    <a:lnTo>
                      <a:pt x="252" y="13"/>
                    </a:lnTo>
                    <a:lnTo>
                      <a:pt x="139" y="0"/>
                    </a:lnTo>
                    <a:lnTo>
                      <a:pt x="51" y="0"/>
                    </a:lnTo>
                    <a:lnTo>
                      <a:pt x="51" y="0"/>
                    </a:lnTo>
                    <a:lnTo>
                      <a:pt x="26" y="13"/>
                    </a:lnTo>
                    <a:lnTo>
                      <a:pt x="14" y="38"/>
                    </a:lnTo>
                    <a:lnTo>
                      <a:pt x="1" y="63"/>
                    </a:lnTo>
                    <a:lnTo>
                      <a:pt x="1" y="88"/>
                    </a:lnTo>
                    <a:lnTo>
                      <a:pt x="14" y="163"/>
                    </a:lnTo>
                    <a:lnTo>
                      <a:pt x="51" y="239"/>
                    </a:lnTo>
                    <a:lnTo>
                      <a:pt x="101" y="339"/>
                    </a:lnTo>
                    <a:lnTo>
                      <a:pt x="176" y="439"/>
                    </a:lnTo>
                    <a:lnTo>
                      <a:pt x="339" y="665"/>
                    </a:lnTo>
                    <a:lnTo>
                      <a:pt x="527" y="890"/>
                    </a:lnTo>
                    <a:lnTo>
                      <a:pt x="690" y="1066"/>
                    </a:lnTo>
                    <a:lnTo>
                      <a:pt x="866" y="1254"/>
                    </a:lnTo>
                    <a:lnTo>
                      <a:pt x="2771" y="10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a:extLst>
                  <a:ext uri="{FF2B5EF4-FFF2-40B4-BE49-F238E27FC236}">
                    <a16:creationId xmlns:a16="http://schemas.microsoft.com/office/drawing/2014/main" id="{F0D12E4B-187C-D764-38FB-9D19D86B29E3}"/>
                  </a:ext>
                </a:extLst>
              </p:cNvPr>
              <p:cNvSpPr/>
              <p:nvPr/>
            </p:nvSpPr>
            <p:spPr>
              <a:xfrm>
                <a:off x="2569090" y="2581871"/>
                <a:ext cx="110185" cy="33536"/>
              </a:xfrm>
              <a:custGeom>
                <a:avLst/>
                <a:gdLst/>
                <a:ahLst/>
                <a:cxnLst/>
                <a:rect l="l" t="t" r="r" b="b"/>
                <a:pathLst>
                  <a:path w="4902" h="1492" extrusionOk="0">
                    <a:moveTo>
                      <a:pt x="226" y="0"/>
                    </a:moveTo>
                    <a:lnTo>
                      <a:pt x="0" y="176"/>
                    </a:lnTo>
                    <a:lnTo>
                      <a:pt x="214" y="477"/>
                    </a:lnTo>
                    <a:lnTo>
                      <a:pt x="489" y="890"/>
                    </a:lnTo>
                    <a:lnTo>
                      <a:pt x="828" y="1417"/>
                    </a:lnTo>
                    <a:lnTo>
                      <a:pt x="878" y="1492"/>
                    </a:lnTo>
                    <a:lnTo>
                      <a:pt x="978" y="1479"/>
                    </a:lnTo>
                    <a:lnTo>
                      <a:pt x="1291" y="1442"/>
                    </a:lnTo>
                    <a:lnTo>
                      <a:pt x="1793" y="1417"/>
                    </a:lnTo>
                    <a:lnTo>
                      <a:pt x="3109" y="1367"/>
                    </a:lnTo>
                    <a:lnTo>
                      <a:pt x="4901" y="1316"/>
                    </a:lnTo>
                    <a:lnTo>
                      <a:pt x="4889" y="1041"/>
                    </a:lnTo>
                    <a:lnTo>
                      <a:pt x="3184" y="1078"/>
                    </a:lnTo>
                    <a:lnTo>
                      <a:pt x="1918" y="1128"/>
                    </a:lnTo>
                    <a:lnTo>
                      <a:pt x="1392" y="1154"/>
                    </a:lnTo>
                    <a:lnTo>
                      <a:pt x="1016" y="1179"/>
                    </a:lnTo>
                    <a:lnTo>
                      <a:pt x="627" y="602"/>
                    </a:lnTo>
                    <a:lnTo>
                      <a:pt x="22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a:extLst>
                  <a:ext uri="{FF2B5EF4-FFF2-40B4-BE49-F238E27FC236}">
                    <a16:creationId xmlns:a16="http://schemas.microsoft.com/office/drawing/2014/main" id="{6DEB8A89-F5B7-9C11-559F-82747A7FAB93}"/>
                  </a:ext>
                </a:extLst>
              </p:cNvPr>
              <p:cNvSpPr/>
              <p:nvPr/>
            </p:nvSpPr>
            <p:spPr>
              <a:xfrm>
                <a:off x="3193110" y="2666948"/>
                <a:ext cx="224550" cy="119198"/>
              </a:xfrm>
              <a:custGeom>
                <a:avLst/>
                <a:gdLst/>
                <a:ahLst/>
                <a:cxnLst/>
                <a:rect l="l" t="t" r="r" b="b"/>
                <a:pathLst>
                  <a:path w="9990" h="5303" extrusionOk="0">
                    <a:moveTo>
                      <a:pt x="0" y="1"/>
                    </a:moveTo>
                    <a:lnTo>
                      <a:pt x="263" y="402"/>
                    </a:lnTo>
                    <a:lnTo>
                      <a:pt x="552" y="828"/>
                    </a:lnTo>
                    <a:lnTo>
                      <a:pt x="865" y="1279"/>
                    </a:lnTo>
                    <a:lnTo>
                      <a:pt x="1216" y="1730"/>
                    </a:lnTo>
                    <a:lnTo>
                      <a:pt x="1579" y="2194"/>
                    </a:lnTo>
                    <a:lnTo>
                      <a:pt x="1980" y="2645"/>
                    </a:lnTo>
                    <a:lnTo>
                      <a:pt x="2394" y="3084"/>
                    </a:lnTo>
                    <a:lnTo>
                      <a:pt x="2607" y="3297"/>
                    </a:lnTo>
                    <a:lnTo>
                      <a:pt x="2833" y="3510"/>
                    </a:lnTo>
                    <a:lnTo>
                      <a:pt x="3058" y="3710"/>
                    </a:lnTo>
                    <a:lnTo>
                      <a:pt x="3284" y="3911"/>
                    </a:lnTo>
                    <a:lnTo>
                      <a:pt x="3522" y="4086"/>
                    </a:lnTo>
                    <a:lnTo>
                      <a:pt x="3760" y="4262"/>
                    </a:lnTo>
                    <a:lnTo>
                      <a:pt x="3998" y="4437"/>
                    </a:lnTo>
                    <a:lnTo>
                      <a:pt x="4249" y="4588"/>
                    </a:lnTo>
                    <a:lnTo>
                      <a:pt x="4500" y="4726"/>
                    </a:lnTo>
                    <a:lnTo>
                      <a:pt x="4750" y="4851"/>
                    </a:lnTo>
                    <a:lnTo>
                      <a:pt x="5013" y="4964"/>
                    </a:lnTo>
                    <a:lnTo>
                      <a:pt x="5264" y="5064"/>
                    </a:lnTo>
                    <a:lnTo>
                      <a:pt x="5527" y="5152"/>
                    </a:lnTo>
                    <a:lnTo>
                      <a:pt x="5803" y="5214"/>
                    </a:lnTo>
                    <a:lnTo>
                      <a:pt x="6066" y="5265"/>
                    </a:lnTo>
                    <a:lnTo>
                      <a:pt x="6329" y="5290"/>
                    </a:lnTo>
                    <a:lnTo>
                      <a:pt x="6605" y="5302"/>
                    </a:lnTo>
                    <a:lnTo>
                      <a:pt x="6881" y="5290"/>
                    </a:lnTo>
                    <a:lnTo>
                      <a:pt x="7107" y="5252"/>
                    </a:lnTo>
                    <a:lnTo>
                      <a:pt x="7332" y="5214"/>
                    </a:lnTo>
                    <a:lnTo>
                      <a:pt x="7545" y="5164"/>
                    </a:lnTo>
                    <a:lnTo>
                      <a:pt x="7746" y="5089"/>
                    </a:lnTo>
                    <a:lnTo>
                      <a:pt x="7934" y="5014"/>
                    </a:lnTo>
                    <a:lnTo>
                      <a:pt x="8109" y="4914"/>
                    </a:lnTo>
                    <a:lnTo>
                      <a:pt x="8272" y="4813"/>
                    </a:lnTo>
                    <a:lnTo>
                      <a:pt x="8435" y="4701"/>
                    </a:lnTo>
                    <a:lnTo>
                      <a:pt x="8585" y="4575"/>
                    </a:lnTo>
                    <a:lnTo>
                      <a:pt x="8723" y="4437"/>
                    </a:lnTo>
                    <a:lnTo>
                      <a:pt x="8849" y="4299"/>
                    </a:lnTo>
                    <a:lnTo>
                      <a:pt x="8974" y="4149"/>
                    </a:lnTo>
                    <a:lnTo>
                      <a:pt x="9087" y="3986"/>
                    </a:lnTo>
                    <a:lnTo>
                      <a:pt x="9187" y="3823"/>
                    </a:lnTo>
                    <a:lnTo>
                      <a:pt x="9287" y="3648"/>
                    </a:lnTo>
                    <a:lnTo>
                      <a:pt x="9375" y="3472"/>
                    </a:lnTo>
                    <a:lnTo>
                      <a:pt x="9463" y="3284"/>
                    </a:lnTo>
                    <a:lnTo>
                      <a:pt x="9538" y="3096"/>
                    </a:lnTo>
                    <a:lnTo>
                      <a:pt x="9601" y="2908"/>
                    </a:lnTo>
                    <a:lnTo>
                      <a:pt x="9663" y="2708"/>
                    </a:lnTo>
                    <a:lnTo>
                      <a:pt x="9764" y="2307"/>
                    </a:lnTo>
                    <a:lnTo>
                      <a:pt x="9851" y="1893"/>
                    </a:lnTo>
                    <a:lnTo>
                      <a:pt x="9914" y="1479"/>
                    </a:lnTo>
                    <a:lnTo>
                      <a:pt x="9952" y="1066"/>
                    </a:lnTo>
                    <a:lnTo>
                      <a:pt x="9977" y="652"/>
                    </a:lnTo>
                    <a:lnTo>
                      <a:pt x="9989" y="264"/>
                    </a:lnTo>
                    <a:lnTo>
                      <a:pt x="9939" y="26"/>
                    </a:lnTo>
                    <a:lnTo>
                      <a:pt x="9876" y="113"/>
                    </a:lnTo>
                    <a:lnTo>
                      <a:pt x="9701" y="377"/>
                    </a:lnTo>
                    <a:lnTo>
                      <a:pt x="9576" y="539"/>
                    </a:lnTo>
                    <a:lnTo>
                      <a:pt x="9413" y="740"/>
                    </a:lnTo>
                    <a:lnTo>
                      <a:pt x="9225" y="941"/>
                    </a:lnTo>
                    <a:lnTo>
                      <a:pt x="9024" y="1154"/>
                    </a:lnTo>
                    <a:lnTo>
                      <a:pt x="8786" y="1379"/>
                    </a:lnTo>
                    <a:lnTo>
                      <a:pt x="8523" y="1580"/>
                    </a:lnTo>
                    <a:lnTo>
                      <a:pt x="8247" y="1780"/>
                    </a:lnTo>
                    <a:lnTo>
                      <a:pt x="7946" y="1968"/>
                    </a:lnTo>
                    <a:lnTo>
                      <a:pt x="7783" y="2043"/>
                    </a:lnTo>
                    <a:lnTo>
                      <a:pt x="7620" y="2119"/>
                    </a:lnTo>
                    <a:lnTo>
                      <a:pt x="7457" y="2194"/>
                    </a:lnTo>
                    <a:lnTo>
                      <a:pt x="7282" y="2244"/>
                    </a:lnTo>
                    <a:lnTo>
                      <a:pt x="7094" y="2294"/>
                    </a:lnTo>
                    <a:lnTo>
                      <a:pt x="6919" y="2344"/>
                    </a:lnTo>
                    <a:lnTo>
                      <a:pt x="6731" y="2369"/>
                    </a:lnTo>
                    <a:lnTo>
                      <a:pt x="6530" y="2382"/>
                    </a:lnTo>
                    <a:lnTo>
                      <a:pt x="6192" y="2382"/>
                    </a:lnTo>
                    <a:lnTo>
                      <a:pt x="6004" y="2369"/>
                    </a:lnTo>
                    <a:lnTo>
                      <a:pt x="5803" y="2332"/>
                    </a:lnTo>
                    <a:lnTo>
                      <a:pt x="5389" y="2257"/>
                    </a:lnTo>
                    <a:lnTo>
                      <a:pt x="4951" y="2144"/>
                    </a:lnTo>
                    <a:lnTo>
                      <a:pt x="4487" y="2006"/>
                    </a:lnTo>
                    <a:lnTo>
                      <a:pt x="4023" y="1843"/>
                    </a:lnTo>
                    <a:lnTo>
                      <a:pt x="3547" y="1655"/>
                    </a:lnTo>
                    <a:lnTo>
                      <a:pt x="3058" y="1467"/>
                    </a:lnTo>
                    <a:lnTo>
                      <a:pt x="2594" y="1266"/>
                    </a:lnTo>
                    <a:lnTo>
                      <a:pt x="2131" y="1053"/>
                    </a:lnTo>
                    <a:lnTo>
                      <a:pt x="1278" y="652"/>
                    </a:lnTo>
                    <a:lnTo>
                      <a:pt x="552" y="28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6">
                <a:extLst>
                  <a:ext uri="{FF2B5EF4-FFF2-40B4-BE49-F238E27FC236}">
                    <a16:creationId xmlns:a16="http://schemas.microsoft.com/office/drawing/2014/main" id="{0114F18F-E534-08EF-15A9-A1DBB11C606E}"/>
                  </a:ext>
                </a:extLst>
              </p:cNvPr>
              <p:cNvSpPr/>
              <p:nvPr/>
            </p:nvSpPr>
            <p:spPr>
              <a:xfrm>
                <a:off x="3190840" y="2993749"/>
                <a:ext cx="164828" cy="39178"/>
              </a:xfrm>
              <a:custGeom>
                <a:avLst/>
                <a:gdLst/>
                <a:ahLst/>
                <a:cxnLst/>
                <a:rect l="l" t="t" r="r" b="b"/>
                <a:pathLst>
                  <a:path w="7333" h="1743" extrusionOk="0">
                    <a:moveTo>
                      <a:pt x="189" y="0"/>
                    </a:moveTo>
                    <a:lnTo>
                      <a:pt x="1" y="201"/>
                    </a:lnTo>
                    <a:lnTo>
                      <a:pt x="239" y="426"/>
                    </a:lnTo>
                    <a:lnTo>
                      <a:pt x="477" y="614"/>
                    </a:lnTo>
                    <a:lnTo>
                      <a:pt x="728" y="802"/>
                    </a:lnTo>
                    <a:lnTo>
                      <a:pt x="966" y="953"/>
                    </a:lnTo>
                    <a:lnTo>
                      <a:pt x="1217" y="1103"/>
                    </a:lnTo>
                    <a:lnTo>
                      <a:pt x="1467" y="1228"/>
                    </a:lnTo>
                    <a:lnTo>
                      <a:pt x="1718" y="1329"/>
                    </a:lnTo>
                    <a:lnTo>
                      <a:pt x="1969" y="1429"/>
                    </a:lnTo>
                    <a:lnTo>
                      <a:pt x="2219" y="1504"/>
                    </a:lnTo>
                    <a:lnTo>
                      <a:pt x="2470" y="1579"/>
                    </a:lnTo>
                    <a:lnTo>
                      <a:pt x="2721" y="1630"/>
                    </a:lnTo>
                    <a:lnTo>
                      <a:pt x="2959" y="1680"/>
                    </a:lnTo>
                    <a:lnTo>
                      <a:pt x="3197" y="1705"/>
                    </a:lnTo>
                    <a:lnTo>
                      <a:pt x="3435" y="1730"/>
                    </a:lnTo>
                    <a:lnTo>
                      <a:pt x="3673" y="1742"/>
                    </a:lnTo>
                    <a:lnTo>
                      <a:pt x="4149" y="1742"/>
                    </a:lnTo>
                    <a:lnTo>
                      <a:pt x="4387" y="1730"/>
                    </a:lnTo>
                    <a:lnTo>
                      <a:pt x="4626" y="1705"/>
                    </a:lnTo>
                    <a:lnTo>
                      <a:pt x="4851" y="1680"/>
                    </a:lnTo>
                    <a:lnTo>
                      <a:pt x="5114" y="1630"/>
                    </a:lnTo>
                    <a:lnTo>
                      <a:pt x="5365" y="1592"/>
                    </a:lnTo>
                    <a:lnTo>
                      <a:pt x="5829" y="1479"/>
                    </a:lnTo>
                    <a:lnTo>
                      <a:pt x="6255" y="1354"/>
                    </a:lnTo>
                    <a:lnTo>
                      <a:pt x="6606" y="1216"/>
                    </a:lnTo>
                    <a:lnTo>
                      <a:pt x="6907" y="1103"/>
                    </a:lnTo>
                    <a:lnTo>
                      <a:pt x="7132" y="1003"/>
                    </a:lnTo>
                    <a:lnTo>
                      <a:pt x="7333" y="903"/>
                    </a:lnTo>
                    <a:lnTo>
                      <a:pt x="7208" y="652"/>
                    </a:lnTo>
                    <a:lnTo>
                      <a:pt x="7020" y="740"/>
                    </a:lnTo>
                    <a:lnTo>
                      <a:pt x="6806" y="840"/>
                    </a:lnTo>
                    <a:lnTo>
                      <a:pt x="6518" y="953"/>
                    </a:lnTo>
                    <a:lnTo>
                      <a:pt x="6167" y="1078"/>
                    </a:lnTo>
                    <a:lnTo>
                      <a:pt x="5766" y="1203"/>
                    </a:lnTo>
                    <a:lnTo>
                      <a:pt x="5302" y="1316"/>
                    </a:lnTo>
                    <a:lnTo>
                      <a:pt x="5064" y="1354"/>
                    </a:lnTo>
                    <a:lnTo>
                      <a:pt x="4814" y="1391"/>
                    </a:lnTo>
                    <a:lnTo>
                      <a:pt x="4475" y="1442"/>
                    </a:lnTo>
                    <a:lnTo>
                      <a:pt x="4137" y="1454"/>
                    </a:lnTo>
                    <a:lnTo>
                      <a:pt x="3811" y="1467"/>
                    </a:lnTo>
                    <a:lnTo>
                      <a:pt x="3498" y="1454"/>
                    </a:lnTo>
                    <a:lnTo>
                      <a:pt x="3184" y="1429"/>
                    </a:lnTo>
                    <a:lnTo>
                      <a:pt x="2871" y="1379"/>
                    </a:lnTo>
                    <a:lnTo>
                      <a:pt x="2570" y="1316"/>
                    </a:lnTo>
                    <a:lnTo>
                      <a:pt x="2282" y="1241"/>
                    </a:lnTo>
                    <a:lnTo>
                      <a:pt x="1994" y="1141"/>
                    </a:lnTo>
                    <a:lnTo>
                      <a:pt x="1718" y="1028"/>
                    </a:lnTo>
                    <a:lnTo>
                      <a:pt x="1442" y="903"/>
                    </a:lnTo>
                    <a:lnTo>
                      <a:pt x="1179" y="752"/>
                    </a:lnTo>
                    <a:lnTo>
                      <a:pt x="916" y="589"/>
                    </a:lnTo>
                    <a:lnTo>
                      <a:pt x="665" y="414"/>
                    </a:lnTo>
                    <a:lnTo>
                      <a:pt x="427" y="213"/>
                    </a:lnTo>
                    <a:lnTo>
                      <a:pt x="18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a:extLst>
                  <a:ext uri="{FF2B5EF4-FFF2-40B4-BE49-F238E27FC236}">
                    <a16:creationId xmlns:a16="http://schemas.microsoft.com/office/drawing/2014/main" id="{CDC3889C-EE74-0038-01E4-13B318B9B56F}"/>
                  </a:ext>
                </a:extLst>
              </p:cNvPr>
              <p:cNvSpPr/>
              <p:nvPr/>
            </p:nvSpPr>
            <p:spPr>
              <a:xfrm>
                <a:off x="3467785" y="3020227"/>
                <a:ext cx="47630" cy="15802"/>
              </a:xfrm>
              <a:custGeom>
                <a:avLst/>
                <a:gdLst/>
                <a:ahLst/>
                <a:cxnLst/>
                <a:rect l="l" t="t" r="r" b="b"/>
                <a:pathLst>
                  <a:path w="2119" h="703" extrusionOk="0">
                    <a:moveTo>
                      <a:pt x="1893" y="0"/>
                    </a:moveTo>
                    <a:lnTo>
                      <a:pt x="1880" y="13"/>
                    </a:lnTo>
                    <a:lnTo>
                      <a:pt x="1818" y="50"/>
                    </a:lnTo>
                    <a:lnTo>
                      <a:pt x="1717" y="101"/>
                    </a:lnTo>
                    <a:lnTo>
                      <a:pt x="1542" y="163"/>
                    </a:lnTo>
                    <a:lnTo>
                      <a:pt x="1304" y="238"/>
                    </a:lnTo>
                    <a:lnTo>
                      <a:pt x="965" y="301"/>
                    </a:lnTo>
                    <a:lnTo>
                      <a:pt x="539" y="364"/>
                    </a:lnTo>
                    <a:lnTo>
                      <a:pt x="0" y="414"/>
                    </a:lnTo>
                    <a:lnTo>
                      <a:pt x="13" y="702"/>
                    </a:lnTo>
                    <a:lnTo>
                      <a:pt x="602" y="640"/>
                    </a:lnTo>
                    <a:lnTo>
                      <a:pt x="1066" y="577"/>
                    </a:lnTo>
                    <a:lnTo>
                      <a:pt x="1429" y="489"/>
                    </a:lnTo>
                    <a:lnTo>
                      <a:pt x="1692" y="414"/>
                    </a:lnTo>
                    <a:lnTo>
                      <a:pt x="1893" y="339"/>
                    </a:lnTo>
                    <a:lnTo>
                      <a:pt x="2018" y="264"/>
                    </a:lnTo>
                    <a:lnTo>
                      <a:pt x="2081" y="213"/>
                    </a:lnTo>
                    <a:lnTo>
                      <a:pt x="2118" y="176"/>
                    </a:lnTo>
                    <a:lnTo>
                      <a:pt x="189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6">
                <a:extLst>
                  <a:ext uri="{FF2B5EF4-FFF2-40B4-BE49-F238E27FC236}">
                    <a16:creationId xmlns:a16="http://schemas.microsoft.com/office/drawing/2014/main" id="{0A2EC4E3-B9C5-ECB3-A8F2-52B3EB58578E}"/>
                  </a:ext>
                </a:extLst>
              </p:cNvPr>
              <p:cNvSpPr/>
              <p:nvPr/>
            </p:nvSpPr>
            <p:spPr>
              <a:xfrm>
                <a:off x="3081532" y="2746946"/>
                <a:ext cx="102565" cy="293579"/>
              </a:xfrm>
              <a:custGeom>
                <a:avLst/>
                <a:gdLst/>
                <a:ahLst/>
                <a:cxnLst/>
                <a:rect l="l" t="t" r="r" b="b"/>
                <a:pathLst>
                  <a:path w="4563" h="13061" extrusionOk="0">
                    <a:moveTo>
                      <a:pt x="4463" y="1"/>
                    </a:moveTo>
                    <a:lnTo>
                      <a:pt x="4200" y="76"/>
                    </a:lnTo>
                    <a:lnTo>
                      <a:pt x="4225" y="214"/>
                    </a:lnTo>
                    <a:lnTo>
                      <a:pt x="4250" y="364"/>
                    </a:lnTo>
                    <a:lnTo>
                      <a:pt x="4275" y="527"/>
                    </a:lnTo>
                    <a:lnTo>
                      <a:pt x="4275" y="703"/>
                    </a:lnTo>
                    <a:lnTo>
                      <a:pt x="4275" y="1066"/>
                    </a:lnTo>
                    <a:lnTo>
                      <a:pt x="4250" y="1467"/>
                    </a:lnTo>
                    <a:lnTo>
                      <a:pt x="4187" y="1894"/>
                    </a:lnTo>
                    <a:lnTo>
                      <a:pt x="4099" y="2345"/>
                    </a:lnTo>
                    <a:lnTo>
                      <a:pt x="3999" y="2808"/>
                    </a:lnTo>
                    <a:lnTo>
                      <a:pt x="3874" y="3310"/>
                    </a:lnTo>
                    <a:lnTo>
                      <a:pt x="3736" y="3811"/>
                    </a:lnTo>
                    <a:lnTo>
                      <a:pt x="3585" y="4338"/>
                    </a:lnTo>
                    <a:lnTo>
                      <a:pt x="3410" y="4864"/>
                    </a:lnTo>
                    <a:lnTo>
                      <a:pt x="3222" y="5403"/>
                    </a:lnTo>
                    <a:lnTo>
                      <a:pt x="3034" y="5942"/>
                    </a:lnTo>
                    <a:lnTo>
                      <a:pt x="2833" y="6481"/>
                    </a:lnTo>
                    <a:lnTo>
                      <a:pt x="2407" y="7559"/>
                    </a:lnTo>
                    <a:lnTo>
                      <a:pt x="1981" y="8599"/>
                    </a:lnTo>
                    <a:lnTo>
                      <a:pt x="1555" y="9589"/>
                    </a:lnTo>
                    <a:lnTo>
                      <a:pt x="1154" y="10491"/>
                    </a:lnTo>
                    <a:lnTo>
                      <a:pt x="790" y="11294"/>
                    </a:lnTo>
                    <a:lnTo>
                      <a:pt x="226" y="12472"/>
                    </a:lnTo>
                    <a:lnTo>
                      <a:pt x="1" y="12923"/>
                    </a:lnTo>
                    <a:lnTo>
                      <a:pt x="251" y="13061"/>
                    </a:lnTo>
                    <a:lnTo>
                      <a:pt x="477" y="12610"/>
                    </a:lnTo>
                    <a:lnTo>
                      <a:pt x="1029" y="11431"/>
                    </a:lnTo>
                    <a:lnTo>
                      <a:pt x="1405" y="10629"/>
                    </a:lnTo>
                    <a:lnTo>
                      <a:pt x="1806" y="9727"/>
                    </a:lnTo>
                    <a:lnTo>
                      <a:pt x="2232" y="8737"/>
                    </a:lnTo>
                    <a:lnTo>
                      <a:pt x="2670" y="7696"/>
                    </a:lnTo>
                    <a:lnTo>
                      <a:pt x="2946" y="6995"/>
                    </a:lnTo>
                    <a:lnTo>
                      <a:pt x="3197" y="6318"/>
                    </a:lnTo>
                    <a:lnTo>
                      <a:pt x="3435" y="5679"/>
                    </a:lnTo>
                    <a:lnTo>
                      <a:pt x="3648" y="5064"/>
                    </a:lnTo>
                    <a:lnTo>
                      <a:pt x="3836" y="4475"/>
                    </a:lnTo>
                    <a:lnTo>
                      <a:pt x="3999" y="3924"/>
                    </a:lnTo>
                    <a:lnTo>
                      <a:pt x="4149" y="3398"/>
                    </a:lnTo>
                    <a:lnTo>
                      <a:pt x="4275" y="2896"/>
                    </a:lnTo>
                    <a:lnTo>
                      <a:pt x="4375" y="2432"/>
                    </a:lnTo>
                    <a:lnTo>
                      <a:pt x="4450" y="1994"/>
                    </a:lnTo>
                    <a:lnTo>
                      <a:pt x="4513" y="1580"/>
                    </a:lnTo>
                    <a:lnTo>
                      <a:pt x="4550" y="1204"/>
                    </a:lnTo>
                    <a:lnTo>
                      <a:pt x="4563" y="866"/>
                    </a:lnTo>
                    <a:lnTo>
                      <a:pt x="4550" y="540"/>
                    </a:lnTo>
                    <a:lnTo>
                      <a:pt x="4525" y="252"/>
                    </a:lnTo>
                    <a:lnTo>
                      <a:pt x="446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6">
                <a:extLst>
                  <a:ext uri="{FF2B5EF4-FFF2-40B4-BE49-F238E27FC236}">
                    <a16:creationId xmlns:a16="http://schemas.microsoft.com/office/drawing/2014/main" id="{7F21F5F8-978C-4106-9A08-F15877A085F4}"/>
                  </a:ext>
                </a:extLst>
              </p:cNvPr>
              <p:cNvSpPr/>
              <p:nvPr/>
            </p:nvSpPr>
            <p:spPr>
              <a:xfrm>
                <a:off x="3446657" y="2334529"/>
                <a:ext cx="57475" cy="17195"/>
              </a:xfrm>
              <a:custGeom>
                <a:avLst/>
                <a:gdLst/>
                <a:ahLst/>
                <a:cxnLst/>
                <a:rect l="l" t="t" r="r" b="b"/>
                <a:pathLst>
                  <a:path w="2557" h="765" extrusionOk="0">
                    <a:moveTo>
                      <a:pt x="1078" y="0"/>
                    </a:moveTo>
                    <a:lnTo>
                      <a:pt x="903" y="25"/>
                    </a:lnTo>
                    <a:lnTo>
                      <a:pt x="740" y="50"/>
                    </a:lnTo>
                    <a:lnTo>
                      <a:pt x="602" y="88"/>
                    </a:lnTo>
                    <a:lnTo>
                      <a:pt x="476" y="125"/>
                    </a:lnTo>
                    <a:lnTo>
                      <a:pt x="364" y="176"/>
                    </a:lnTo>
                    <a:lnTo>
                      <a:pt x="276" y="213"/>
                    </a:lnTo>
                    <a:lnTo>
                      <a:pt x="201" y="263"/>
                    </a:lnTo>
                    <a:lnTo>
                      <a:pt x="138" y="313"/>
                    </a:lnTo>
                    <a:lnTo>
                      <a:pt x="88" y="364"/>
                    </a:lnTo>
                    <a:lnTo>
                      <a:pt x="50" y="414"/>
                    </a:lnTo>
                    <a:lnTo>
                      <a:pt x="25" y="451"/>
                    </a:lnTo>
                    <a:lnTo>
                      <a:pt x="13" y="501"/>
                    </a:lnTo>
                    <a:lnTo>
                      <a:pt x="0" y="539"/>
                    </a:lnTo>
                    <a:lnTo>
                      <a:pt x="0" y="577"/>
                    </a:lnTo>
                    <a:lnTo>
                      <a:pt x="13" y="614"/>
                    </a:lnTo>
                    <a:lnTo>
                      <a:pt x="25" y="639"/>
                    </a:lnTo>
                    <a:lnTo>
                      <a:pt x="63" y="677"/>
                    </a:lnTo>
                    <a:lnTo>
                      <a:pt x="100" y="702"/>
                    </a:lnTo>
                    <a:lnTo>
                      <a:pt x="151" y="727"/>
                    </a:lnTo>
                    <a:lnTo>
                      <a:pt x="201" y="752"/>
                    </a:lnTo>
                    <a:lnTo>
                      <a:pt x="313" y="765"/>
                    </a:lnTo>
                    <a:lnTo>
                      <a:pt x="451" y="765"/>
                    </a:lnTo>
                    <a:lnTo>
                      <a:pt x="602" y="752"/>
                    </a:lnTo>
                    <a:lnTo>
                      <a:pt x="752" y="727"/>
                    </a:lnTo>
                    <a:lnTo>
                      <a:pt x="915" y="677"/>
                    </a:lnTo>
                    <a:lnTo>
                      <a:pt x="1066" y="614"/>
                    </a:lnTo>
                    <a:lnTo>
                      <a:pt x="1178" y="577"/>
                    </a:lnTo>
                    <a:lnTo>
                      <a:pt x="1291" y="552"/>
                    </a:lnTo>
                    <a:lnTo>
                      <a:pt x="1416" y="539"/>
                    </a:lnTo>
                    <a:lnTo>
                      <a:pt x="1542" y="539"/>
                    </a:lnTo>
                    <a:lnTo>
                      <a:pt x="1792" y="552"/>
                    </a:lnTo>
                    <a:lnTo>
                      <a:pt x="2031" y="589"/>
                    </a:lnTo>
                    <a:lnTo>
                      <a:pt x="2244" y="627"/>
                    </a:lnTo>
                    <a:lnTo>
                      <a:pt x="2419" y="652"/>
                    </a:lnTo>
                    <a:lnTo>
                      <a:pt x="2482" y="652"/>
                    </a:lnTo>
                    <a:lnTo>
                      <a:pt x="2519" y="639"/>
                    </a:lnTo>
                    <a:lnTo>
                      <a:pt x="2544" y="614"/>
                    </a:lnTo>
                    <a:lnTo>
                      <a:pt x="2557" y="577"/>
                    </a:lnTo>
                    <a:lnTo>
                      <a:pt x="2532" y="552"/>
                    </a:lnTo>
                    <a:lnTo>
                      <a:pt x="2469" y="476"/>
                    </a:lnTo>
                    <a:lnTo>
                      <a:pt x="2356" y="376"/>
                    </a:lnTo>
                    <a:lnTo>
                      <a:pt x="2194" y="263"/>
                    </a:lnTo>
                    <a:lnTo>
                      <a:pt x="2106" y="201"/>
                    </a:lnTo>
                    <a:lnTo>
                      <a:pt x="1993" y="151"/>
                    </a:lnTo>
                    <a:lnTo>
                      <a:pt x="1868" y="100"/>
                    </a:lnTo>
                    <a:lnTo>
                      <a:pt x="1742" y="50"/>
                    </a:lnTo>
                    <a:lnTo>
                      <a:pt x="1592" y="25"/>
                    </a:lnTo>
                    <a:lnTo>
                      <a:pt x="144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a:extLst>
                  <a:ext uri="{FF2B5EF4-FFF2-40B4-BE49-F238E27FC236}">
                    <a16:creationId xmlns:a16="http://schemas.microsoft.com/office/drawing/2014/main" id="{5AA6B33C-18A4-1A08-46AE-67B85404C417}"/>
                  </a:ext>
                </a:extLst>
              </p:cNvPr>
              <p:cNvSpPr/>
              <p:nvPr/>
            </p:nvSpPr>
            <p:spPr>
              <a:xfrm>
                <a:off x="3331145" y="2337046"/>
                <a:ext cx="57497" cy="16656"/>
              </a:xfrm>
              <a:custGeom>
                <a:avLst/>
                <a:gdLst/>
                <a:ahLst/>
                <a:cxnLst/>
                <a:rect l="l" t="t" r="r" b="b"/>
                <a:pathLst>
                  <a:path w="2558" h="741" extrusionOk="0">
                    <a:moveTo>
                      <a:pt x="1266" y="1"/>
                    </a:moveTo>
                    <a:lnTo>
                      <a:pt x="1091" y="13"/>
                    </a:lnTo>
                    <a:lnTo>
                      <a:pt x="940" y="51"/>
                    </a:lnTo>
                    <a:lnTo>
                      <a:pt x="790" y="89"/>
                    </a:lnTo>
                    <a:lnTo>
                      <a:pt x="665" y="126"/>
                    </a:lnTo>
                    <a:lnTo>
                      <a:pt x="539" y="189"/>
                    </a:lnTo>
                    <a:lnTo>
                      <a:pt x="439" y="252"/>
                    </a:lnTo>
                    <a:lnTo>
                      <a:pt x="339" y="302"/>
                    </a:lnTo>
                    <a:lnTo>
                      <a:pt x="188" y="427"/>
                    </a:lnTo>
                    <a:lnTo>
                      <a:pt x="88" y="540"/>
                    </a:lnTo>
                    <a:lnTo>
                      <a:pt x="26" y="615"/>
                    </a:lnTo>
                    <a:lnTo>
                      <a:pt x="0" y="653"/>
                    </a:lnTo>
                    <a:lnTo>
                      <a:pt x="13" y="690"/>
                    </a:lnTo>
                    <a:lnTo>
                      <a:pt x="38" y="703"/>
                    </a:lnTo>
                    <a:lnTo>
                      <a:pt x="88" y="715"/>
                    </a:lnTo>
                    <a:lnTo>
                      <a:pt x="151" y="715"/>
                    </a:lnTo>
                    <a:lnTo>
                      <a:pt x="314" y="678"/>
                    </a:lnTo>
                    <a:lnTo>
                      <a:pt x="527" y="640"/>
                    </a:lnTo>
                    <a:lnTo>
                      <a:pt x="765" y="590"/>
                    </a:lnTo>
                    <a:lnTo>
                      <a:pt x="1016" y="552"/>
                    </a:lnTo>
                    <a:lnTo>
                      <a:pt x="1266" y="552"/>
                    </a:lnTo>
                    <a:lnTo>
                      <a:pt x="1379" y="577"/>
                    </a:lnTo>
                    <a:lnTo>
                      <a:pt x="1492" y="615"/>
                    </a:lnTo>
                    <a:lnTo>
                      <a:pt x="1655" y="665"/>
                    </a:lnTo>
                    <a:lnTo>
                      <a:pt x="1805" y="703"/>
                    </a:lnTo>
                    <a:lnTo>
                      <a:pt x="1956" y="728"/>
                    </a:lnTo>
                    <a:lnTo>
                      <a:pt x="2106" y="740"/>
                    </a:lnTo>
                    <a:lnTo>
                      <a:pt x="2244" y="728"/>
                    </a:lnTo>
                    <a:lnTo>
                      <a:pt x="2369" y="703"/>
                    </a:lnTo>
                    <a:lnTo>
                      <a:pt x="2419" y="690"/>
                    </a:lnTo>
                    <a:lnTo>
                      <a:pt x="2457" y="653"/>
                    </a:lnTo>
                    <a:lnTo>
                      <a:pt x="2495" y="628"/>
                    </a:lnTo>
                    <a:lnTo>
                      <a:pt x="2532" y="590"/>
                    </a:lnTo>
                    <a:lnTo>
                      <a:pt x="2545" y="565"/>
                    </a:lnTo>
                    <a:lnTo>
                      <a:pt x="2557" y="527"/>
                    </a:lnTo>
                    <a:lnTo>
                      <a:pt x="2557" y="490"/>
                    </a:lnTo>
                    <a:lnTo>
                      <a:pt x="2545" y="452"/>
                    </a:lnTo>
                    <a:lnTo>
                      <a:pt x="2520" y="402"/>
                    </a:lnTo>
                    <a:lnTo>
                      <a:pt x="2495" y="364"/>
                    </a:lnTo>
                    <a:lnTo>
                      <a:pt x="2457" y="314"/>
                    </a:lnTo>
                    <a:lnTo>
                      <a:pt x="2407" y="264"/>
                    </a:lnTo>
                    <a:lnTo>
                      <a:pt x="2344" y="227"/>
                    </a:lnTo>
                    <a:lnTo>
                      <a:pt x="2256" y="176"/>
                    </a:lnTo>
                    <a:lnTo>
                      <a:pt x="2169" y="139"/>
                    </a:lnTo>
                    <a:lnTo>
                      <a:pt x="2056" y="101"/>
                    </a:lnTo>
                    <a:lnTo>
                      <a:pt x="1931" y="64"/>
                    </a:lnTo>
                    <a:lnTo>
                      <a:pt x="1793" y="39"/>
                    </a:lnTo>
                    <a:lnTo>
                      <a:pt x="1630" y="13"/>
                    </a:lnTo>
                    <a:lnTo>
                      <a:pt x="1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6">
                <a:extLst>
                  <a:ext uri="{FF2B5EF4-FFF2-40B4-BE49-F238E27FC236}">
                    <a16:creationId xmlns:a16="http://schemas.microsoft.com/office/drawing/2014/main" id="{6C559A5B-1725-7459-0B47-66B17103EB06}"/>
                  </a:ext>
                </a:extLst>
              </p:cNvPr>
              <p:cNvSpPr/>
              <p:nvPr/>
            </p:nvSpPr>
            <p:spPr>
              <a:xfrm>
                <a:off x="3237054" y="2370020"/>
                <a:ext cx="64533" cy="83122"/>
              </a:xfrm>
              <a:custGeom>
                <a:avLst/>
                <a:gdLst/>
                <a:ahLst/>
                <a:cxnLst/>
                <a:rect l="l" t="t" r="r" b="b"/>
                <a:pathLst>
                  <a:path w="2871" h="3698" extrusionOk="0">
                    <a:moveTo>
                      <a:pt x="1504" y="0"/>
                    </a:moveTo>
                    <a:lnTo>
                      <a:pt x="1279" y="13"/>
                    </a:lnTo>
                    <a:lnTo>
                      <a:pt x="1066" y="38"/>
                    </a:lnTo>
                    <a:lnTo>
                      <a:pt x="953" y="63"/>
                    </a:lnTo>
                    <a:lnTo>
                      <a:pt x="840" y="101"/>
                    </a:lnTo>
                    <a:lnTo>
                      <a:pt x="740" y="138"/>
                    </a:lnTo>
                    <a:lnTo>
                      <a:pt x="639" y="188"/>
                    </a:lnTo>
                    <a:lnTo>
                      <a:pt x="539" y="251"/>
                    </a:lnTo>
                    <a:lnTo>
                      <a:pt x="451" y="326"/>
                    </a:lnTo>
                    <a:lnTo>
                      <a:pt x="364" y="401"/>
                    </a:lnTo>
                    <a:lnTo>
                      <a:pt x="289" y="502"/>
                    </a:lnTo>
                    <a:lnTo>
                      <a:pt x="226" y="602"/>
                    </a:lnTo>
                    <a:lnTo>
                      <a:pt x="163" y="727"/>
                    </a:lnTo>
                    <a:lnTo>
                      <a:pt x="113" y="853"/>
                    </a:lnTo>
                    <a:lnTo>
                      <a:pt x="63" y="1003"/>
                    </a:lnTo>
                    <a:lnTo>
                      <a:pt x="38" y="1166"/>
                    </a:lnTo>
                    <a:lnTo>
                      <a:pt x="13" y="1341"/>
                    </a:lnTo>
                    <a:lnTo>
                      <a:pt x="0" y="1705"/>
                    </a:lnTo>
                    <a:lnTo>
                      <a:pt x="13" y="1880"/>
                    </a:lnTo>
                    <a:lnTo>
                      <a:pt x="25" y="2043"/>
                    </a:lnTo>
                    <a:lnTo>
                      <a:pt x="38" y="2194"/>
                    </a:lnTo>
                    <a:lnTo>
                      <a:pt x="75" y="2344"/>
                    </a:lnTo>
                    <a:lnTo>
                      <a:pt x="101" y="2482"/>
                    </a:lnTo>
                    <a:lnTo>
                      <a:pt x="151" y="2620"/>
                    </a:lnTo>
                    <a:lnTo>
                      <a:pt x="188" y="2745"/>
                    </a:lnTo>
                    <a:lnTo>
                      <a:pt x="251" y="2858"/>
                    </a:lnTo>
                    <a:lnTo>
                      <a:pt x="314" y="2971"/>
                    </a:lnTo>
                    <a:lnTo>
                      <a:pt x="376" y="3084"/>
                    </a:lnTo>
                    <a:lnTo>
                      <a:pt x="451" y="3171"/>
                    </a:lnTo>
                    <a:lnTo>
                      <a:pt x="527" y="3259"/>
                    </a:lnTo>
                    <a:lnTo>
                      <a:pt x="614" y="3347"/>
                    </a:lnTo>
                    <a:lnTo>
                      <a:pt x="715" y="3409"/>
                    </a:lnTo>
                    <a:lnTo>
                      <a:pt x="802" y="3472"/>
                    </a:lnTo>
                    <a:lnTo>
                      <a:pt x="915" y="3535"/>
                    </a:lnTo>
                    <a:lnTo>
                      <a:pt x="1015" y="3585"/>
                    </a:lnTo>
                    <a:lnTo>
                      <a:pt x="1128" y="3623"/>
                    </a:lnTo>
                    <a:lnTo>
                      <a:pt x="1254" y="3648"/>
                    </a:lnTo>
                    <a:lnTo>
                      <a:pt x="1379" y="3673"/>
                    </a:lnTo>
                    <a:lnTo>
                      <a:pt x="1504" y="3685"/>
                    </a:lnTo>
                    <a:lnTo>
                      <a:pt x="1642" y="3698"/>
                    </a:lnTo>
                    <a:lnTo>
                      <a:pt x="1780" y="3698"/>
                    </a:lnTo>
                    <a:lnTo>
                      <a:pt x="1918" y="3685"/>
                    </a:lnTo>
                    <a:lnTo>
                      <a:pt x="2068" y="3673"/>
                    </a:lnTo>
                    <a:lnTo>
                      <a:pt x="2219" y="3635"/>
                    </a:lnTo>
                    <a:lnTo>
                      <a:pt x="2545" y="3560"/>
                    </a:lnTo>
                    <a:lnTo>
                      <a:pt x="2870" y="3447"/>
                    </a:lnTo>
                    <a:lnTo>
                      <a:pt x="2444" y="176"/>
                    </a:lnTo>
                    <a:lnTo>
                      <a:pt x="2344" y="138"/>
                    </a:lnTo>
                    <a:lnTo>
                      <a:pt x="2081" y="76"/>
                    </a:lnTo>
                    <a:lnTo>
                      <a:pt x="1905" y="50"/>
                    </a:lnTo>
                    <a:lnTo>
                      <a:pt x="1717" y="13"/>
                    </a:lnTo>
                    <a:lnTo>
                      <a:pt x="1504"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6">
                <a:extLst>
                  <a:ext uri="{FF2B5EF4-FFF2-40B4-BE49-F238E27FC236}">
                    <a16:creationId xmlns:a16="http://schemas.microsoft.com/office/drawing/2014/main" id="{E6D15504-C038-59B8-E240-434CFC453358}"/>
                  </a:ext>
                </a:extLst>
              </p:cNvPr>
              <p:cNvSpPr/>
              <p:nvPr/>
            </p:nvSpPr>
            <p:spPr>
              <a:xfrm>
                <a:off x="3382416" y="2374516"/>
                <a:ext cx="18049" cy="32705"/>
              </a:xfrm>
              <a:custGeom>
                <a:avLst/>
                <a:gdLst/>
                <a:ahLst/>
                <a:cxnLst/>
                <a:rect l="l" t="t" r="r" b="b"/>
                <a:pathLst>
                  <a:path w="803" h="1455" extrusionOk="0">
                    <a:moveTo>
                      <a:pt x="351" y="1"/>
                    </a:moveTo>
                    <a:lnTo>
                      <a:pt x="276" y="26"/>
                    </a:lnTo>
                    <a:lnTo>
                      <a:pt x="201" y="76"/>
                    </a:lnTo>
                    <a:lnTo>
                      <a:pt x="138" y="139"/>
                    </a:lnTo>
                    <a:lnTo>
                      <a:pt x="88" y="239"/>
                    </a:lnTo>
                    <a:lnTo>
                      <a:pt x="51" y="352"/>
                    </a:lnTo>
                    <a:lnTo>
                      <a:pt x="13" y="477"/>
                    </a:lnTo>
                    <a:lnTo>
                      <a:pt x="1" y="615"/>
                    </a:lnTo>
                    <a:lnTo>
                      <a:pt x="1" y="753"/>
                    </a:lnTo>
                    <a:lnTo>
                      <a:pt x="26" y="903"/>
                    </a:lnTo>
                    <a:lnTo>
                      <a:pt x="51" y="1041"/>
                    </a:lnTo>
                    <a:lnTo>
                      <a:pt x="101" y="1166"/>
                    </a:lnTo>
                    <a:lnTo>
                      <a:pt x="151" y="1267"/>
                    </a:lnTo>
                    <a:lnTo>
                      <a:pt x="226" y="1354"/>
                    </a:lnTo>
                    <a:lnTo>
                      <a:pt x="289" y="1417"/>
                    </a:lnTo>
                    <a:lnTo>
                      <a:pt x="377" y="1455"/>
                    </a:lnTo>
                    <a:lnTo>
                      <a:pt x="452" y="1455"/>
                    </a:lnTo>
                    <a:lnTo>
                      <a:pt x="527" y="1442"/>
                    </a:lnTo>
                    <a:lnTo>
                      <a:pt x="602" y="1392"/>
                    </a:lnTo>
                    <a:lnTo>
                      <a:pt x="665" y="1317"/>
                    </a:lnTo>
                    <a:lnTo>
                      <a:pt x="715" y="1229"/>
                    </a:lnTo>
                    <a:lnTo>
                      <a:pt x="765" y="1116"/>
                    </a:lnTo>
                    <a:lnTo>
                      <a:pt x="790" y="991"/>
                    </a:lnTo>
                    <a:lnTo>
                      <a:pt x="803" y="853"/>
                    </a:lnTo>
                    <a:lnTo>
                      <a:pt x="803" y="703"/>
                    </a:lnTo>
                    <a:lnTo>
                      <a:pt x="778" y="552"/>
                    </a:lnTo>
                    <a:lnTo>
                      <a:pt x="753" y="427"/>
                    </a:lnTo>
                    <a:lnTo>
                      <a:pt x="702" y="302"/>
                    </a:lnTo>
                    <a:lnTo>
                      <a:pt x="652" y="201"/>
                    </a:lnTo>
                    <a:lnTo>
                      <a:pt x="577" y="114"/>
                    </a:lnTo>
                    <a:lnTo>
                      <a:pt x="514" y="51"/>
                    </a:lnTo>
                    <a:lnTo>
                      <a:pt x="439" y="13"/>
                    </a:lnTo>
                    <a:lnTo>
                      <a:pt x="3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a:extLst>
                  <a:ext uri="{FF2B5EF4-FFF2-40B4-BE49-F238E27FC236}">
                    <a16:creationId xmlns:a16="http://schemas.microsoft.com/office/drawing/2014/main" id="{A136D6E4-194A-491B-C96E-E53AF66E529E}"/>
                  </a:ext>
                </a:extLst>
              </p:cNvPr>
              <p:cNvSpPr/>
              <p:nvPr/>
            </p:nvSpPr>
            <p:spPr>
              <a:xfrm>
                <a:off x="3465246" y="2369166"/>
                <a:ext cx="17757" cy="32705"/>
              </a:xfrm>
              <a:custGeom>
                <a:avLst/>
                <a:gdLst/>
                <a:ahLst/>
                <a:cxnLst/>
                <a:rect l="l" t="t" r="r" b="b"/>
                <a:pathLst>
                  <a:path w="790" h="1455" extrusionOk="0">
                    <a:moveTo>
                      <a:pt x="351" y="1"/>
                    </a:moveTo>
                    <a:lnTo>
                      <a:pt x="276" y="13"/>
                    </a:lnTo>
                    <a:lnTo>
                      <a:pt x="201" y="63"/>
                    </a:lnTo>
                    <a:lnTo>
                      <a:pt x="138" y="139"/>
                    </a:lnTo>
                    <a:lnTo>
                      <a:pt x="88" y="226"/>
                    </a:lnTo>
                    <a:lnTo>
                      <a:pt x="38" y="339"/>
                    </a:lnTo>
                    <a:lnTo>
                      <a:pt x="13" y="464"/>
                    </a:lnTo>
                    <a:lnTo>
                      <a:pt x="0" y="602"/>
                    </a:lnTo>
                    <a:lnTo>
                      <a:pt x="0" y="753"/>
                    </a:lnTo>
                    <a:lnTo>
                      <a:pt x="13" y="903"/>
                    </a:lnTo>
                    <a:lnTo>
                      <a:pt x="51" y="1028"/>
                    </a:lnTo>
                    <a:lnTo>
                      <a:pt x="88" y="1154"/>
                    </a:lnTo>
                    <a:lnTo>
                      <a:pt x="151" y="1254"/>
                    </a:lnTo>
                    <a:lnTo>
                      <a:pt x="213" y="1342"/>
                    </a:lnTo>
                    <a:lnTo>
                      <a:pt x="289" y="1404"/>
                    </a:lnTo>
                    <a:lnTo>
                      <a:pt x="364" y="1442"/>
                    </a:lnTo>
                    <a:lnTo>
                      <a:pt x="439" y="1455"/>
                    </a:lnTo>
                    <a:lnTo>
                      <a:pt x="527" y="1430"/>
                    </a:lnTo>
                    <a:lnTo>
                      <a:pt x="589" y="1392"/>
                    </a:lnTo>
                    <a:lnTo>
                      <a:pt x="652" y="1317"/>
                    </a:lnTo>
                    <a:lnTo>
                      <a:pt x="715" y="1229"/>
                    </a:lnTo>
                    <a:lnTo>
                      <a:pt x="752" y="1116"/>
                    </a:lnTo>
                    <a:lnTo>
                      <a:pt x="777" y="991"/>
                    </a:lnTo>
                    <a:lnTo>
                      <a:pt x="790" y="853"/>
                    </a:lnTo>
                    <a:lnTo>
                      <a:pt x="790" y="703"/>
                    </a:lnTo>
                    <a:lnTo>
                      <a:pt x="777" y="552"/>
                    </a:lnTo>
                    <a:lnTo>
                      <a:pt x="740" y="414"/>
                    </a:lnTo>
                    <a:lnTo>
                      <a:pt x="702" y="302"/>
                    </a:lnTo>
                    <a:lnTo>
                      <a:pt x="640" y="189"/>
                    </a:lnTo>
                    <a:lnTo>
                      <a:pt x="577" y="114"/>
                    </a:lnTo>
                    <a:lnTo>
                      <a:pt x="514" y="51"/>
                    </a:lnTo>
                    <a:lnTo>
                      <a:pt x="427" y="13"/>
                    </a:lnTo>
                    <a:lnTo>
                      <a:pt x="3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a:extLst>
                  <a:ext uri="{FF2B5EF4-FFF2-40B4-BE49-F238E27FC236}">
                    <a16:creationId xmlns:a16="http://schemas.microsoft.com/office/drawing/2014/main" id="{272C7A66-DA46-670A-BF0C-BBDA691F401A}"/>
                  </a:ext>
                </a:extLst>
              </p:cNvPr>
              <p:cNvSpPr/>
              <p:nvPr/>
            </p:nvSpPr>
            <p:spPr>
              <a:xfrm>
                <a:off x="3397341" y="4419227"/>
                <a:ext cx="347952" cy="312729"/>
              </a:xfrm>
              <a:custGeom>
                <a:avLst/>
                <a:gdLst/>
                <a:ahLst/>
                <a:cxnLst/>
                <a:rect l="l" t="t" r="r" b="b"/>
                <a:pathLst>
                  <a:path w="15480" h="13913" extrusionOk="0">
                    <a:moveTo>
                      <a:pt x="4688" y="1"/>
                    </a:moveTo>
                    <a:lnTo>
                      <a:pt x="3046" y="3836"/>
                    </a:lnTo>
                    <a:lnTo>
                      <a:pt x="1793" y="6756"/>
                    </a:lnTo>
                    <a:lnTo>
                      <a:pt x="1304" y="7935"/>
                    </a:lnTo>
                    <a:lnTo>
                      <a:pt x="978" y="8724"/>
                    </a:lnTo>
                    <a:lnTo>
                      <a:pt x="878" y="9012"/>
                    </a:lnTo>
                    <a:lnTo>
                      <a:pt x="790" y="9338"/>
                    </a:lnTo>
                    <a:lnTo>
                      <a:pt x="690" y="9702"/>
                    </a:lnTo>
                    <a:lnTo>
                      <a:pt x="602" y="10090"/>
                    </a:lnTo>
                    <a:lnTo>
                      <a:pt x="439" y="10892"/>
                    </a:lnTo>
                    <a:lnTo>
                      <a:pt x="289" y="11707"/>
                    </a:lnTo>
                    <a:lnTo>
                      <a:pt x="164" y="12447"/>
                    </a:lnTo>
                    <a:lnTo>
                      <a:pt x="76" y="13061"/>
                    </a:lnTo>
                    <a:lnTo>
                      <a:pt x="1" y="13625"/>
                    </a:lnTo>
                    <a:lnTo>
                      <a:pt x="1430" y="13625"/>
                    </a:lnTo>
                    <a:lnTo>
                      <a:pt x="2808" y="10354"/>
                    </a:lnTo>
                    <a:lnTo>
                      <a:pt x="2934" y="10780"/>
                    </a:lnTo>
                    <a:lnTo>
                      <a:pt x="3084" y="11218"/>
                    </a:lnTo>
                    <a:lnTo>
                      <a:pt x="3272" y="11745"/>
                    </a:lnTo>
                    <a:lnTo>
                      <a:pt x="3473" y="12309"/>
                    </a:lnTo>
                    <a:lnTo>
                      <a:pt x="3698" y="12848"/>
                    </a:lnTo>
                    <a:lnTo>
                      <a:pt x="3811" y="13086"/>
                    </a:lnTo>
                    <a:lnTo>
                      <a:pt x="3924" y="13299"/>
                    </a:lnTo>
                    <a:lnTo>
                      <a:pt x="4037" y="13487"/>
                    </a:lnTo>
                    <a:lnTo>
                      <a:pt x="4137" y="13625"/>
                    </a:lnTo>
                    <a:lnTo>
                      <a:pt x="4174" y="13662"/>
                    </a:lnTo>
                    <a:lnTo>
                      <a:pt x="4225" y="13687"/>
                    </a:lnTo>
                    <a:lnTo>
                      <a:pt x="4362" y="13738"/>
                    </a:lnTo>
                    <a:lnTo>
                      <a:pt x="4550" y="13775"/>
                    </a:lnTo>
                    <a:lnTo>
                      <a:pt x="4789" y="13813"/>
                    </a:lnTo>
                    <a:lnTo>
                      <a:pt x="5064" y="13850"/>
                    </a:lnTo>
                    <a:lnTo>
                      <a:pt x="5390" y="13875"/>
                    </a:lnTo>
                    <a:lnTo>
                      <a:pt x="6142" y="13900"/>
                    </a:lnTo>
                    <a:lnTo>
                      <a:pt x="7007" y="13913"/>
                    </a:lnTo>
                    <a:lnTo>
                      <a:pt x="7972" y="13913"/>
                    </a:lnTo>
                    <a:lnTo>
                      <a:pt x="8975" y="13900"/>
                    </a:lnTo>
                    <a:lnTo>
                      <a:pt x="10015" y="13875"/>
                    </a:lnTo>
                    <a:lnTo>
                      <a:pt x="12033" y="13800"/>
                    </a:lnTo>
                    <a:lnTo>
                      <a:pt x="13788" y="13725"/>
                    </a:lnTo>
                    <a:lnTo>
                      <a:pt x="15480" y="13625"/>
                    </a:lnTo>
                    <a:lnTo>
                      <a:pt x="15442" y="13499"/>
                    </a:lnTo>
                    <a:lnTo>
                      <a:pt x="15354" y="13148"/>
                    </a:lnTo>
                    <a:lnTo>
                      <a:pt x="15216" y="12647"/>
                    </a:lnTo>
                    <a:lnTo>
                      <a:pt x="15016" y="12033"/>
                    </a:lnTo>
                    <a:lnTo>
                      <a:pt x="14891" y="11707"/>
                    </a:lnTo>
                    <a:lnTo>
                      <a:pt x="14765" y="11381"/>
                    </a:lnTo>
                    <a:lnTo>
                      <a:pt x="14627" y="11043"/>
                    </a:lnTo>
                    <a:lnTo>
                      <a:pt x="14464" y="10730"/>
                    </a:lnTo>
                    <a:lnTo>
                      <a:pt x="14301" y="10429"/>
                    </a:lnTo>
                    <a:lnTo>
                      <a:pt x="14126" y="10153"/>
                    </a:lnTo>
                    <a:lnTo>
                      <a:pt x="14026" y="10028"/>
                    </a:lnTo>
                    <a:lnTo>
                      <a:pt x="13938" y="9902"/>
                    </a:lnTo>
                    <a:lnTo>
                      <a:pt x="13838" y="9802"/>
                    </a:lnTo>
                    <a:lnTo>
                      <a:pt x="13737" y="9702"/>
                    </a:lnTo>
                    <a:lnTo>
                      <a:pt x="13625" y="9614"/>
                    </a:lnTo>
                    <a:lnTo>
                      <a:pt x="13499" y="9526"/>
                    </a:lnTo>
                    <a:lnTo>
                      <a:pt x="13349" y="9426"/>
                    </a:lnTo>
                    <a:lnTo>
                      <a:pt x="13199" y="9351"/>
                    </a:lnTo>
                    <a:lnTo>
                      <a:pt x="12848" y="9175"/>
                    </a:lnTo>
                    <a:lnTo>
                      <a:pt x="12459" y="9012"/>
                    </a:lnTo>
                    <a:lnTo>
                      <a:pt x="12033" y="8862"/>
                    </a:lnTo>
                    <a:lnTo>
                      <a:pt x="11594" y="8724"/>
                    </a:lnTo>
                    <a:lnTo>
                      <a:pt x="11156" y="8586"/>
                    </a:lnTo>
                    <a:lnTo>
                      <a:pt x="10704" y="8461"/>
                    </a:lnTo>
                    <a:lnTo>
                      <a:pt x="9877" y="8248"/>
                    </a:lnTo>
                    <a:lnTo>
                      <a:pt x="9163" y="8098"/>
                    </a:lnTo>
                    <a:lnTo>
                      <a:pt x="8498" y="7960"/>
                    </a:lnTo>
                    <a:lnTo>
                      <a:pt x="10541" y="1405"/>
                    </a:lnTo>
                    <a:lnTo>
                      <a:pt x="46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6">
                <a:extLst>
                  <a:ext uri="{FF2B5EF4-FFF2-40B4-BE49-F238E27FC236}">
                    <a16:creationId xmlns:a16="http://schemas.microsoft.com/office/drawing/2014/main" id="{C0E8A2F5-BF8C-AEF4-D029-0A75C9B12037}"/>
                  </a:ext>
                </a:extLst>
              </p:cNvPr>
              <p:cNvSpPr/>
              <p:nvPr/>
            </p:nvSpPr>
            <p:spPr>
              <a:xfrm>
                <a:off x="3501030" y="2620757"/>
                <a:ext cx="243139" cy="575289"/>
              </a:xfrm>
              <a:custGeom>
                <a:avLst/>
                <a:gdLst/>
                <a:ahLst/>
                <a:cxnLst/>
                <a:rect l="l" t="t" r="r" b="b"/>
                <a:pathLst>
                  <a:path w="10817" h="25594" extrusionOk="0">
                    <a:moveTo>
                      <a:pt x="1855" y="0"/>
                    </a:moveTo>
                    <a:lnTo>
                      <a:pt x="0" y="1680"/>
                    </a:lnTo>
                    <a:lnTo>
                      <a:pt x="138" y="2695"/>
                    </a:lnTo>
                    <a:lnTo>
                      <a:pt x="313" y="3860"/>
                    </a:lnTo>
                    <a:lnTo>
                      <a:pt x="552" y="5364"/>
                    </a:lnTo>
                    <a:lnTo>
                      <a:pt x="865" y="7157"/>
                    </a:lnTo>
                    <a:lnTo>
                      <a:pt x="1040" y="8134"/>
                    </a:lnTo>
                    <a:lnTo>
                      <a:pt x="1241" y="9149"/>
                    </a:lnTo>
                    <a:lnTo>
                      <a:pt x="1454" y="10202"/>
                    </a:lnTo>
                    <a:lnTo>
                      <a:pt x="1692" y="11293"/>
                    </a:lnTo>
                    <a:lnTo>
                      <a:pt x="1930" y="12383"/>
                    </a:lnTo>
                    <a:lnTo>
                      <a:pt x="2193" y="13498"/>
                    </a:lnTo>
                    <a:lnTo>
                      <a:pt x="2482" y="14601"/>
                    </a:lnTo>
                    <a:lnTo>
                      <a:pt x="2783" y="15717"/>
                    </a:lnTo>
                    <a:lnTo>
                      <a:pt x="3096" y="16795"/>
                    </a:lnTo>
                    <a:lnTo>
                      <a:pt x="3422" y="17860"/>
                    </a:lnTo>
                    <a:lnTo>
                      <a:pt x="3773" y="18888"/>
                    </a:lnTo>
                    <a:lnTo>
                      <a:pt x="3948" y="19389"/>
                    </a:lnTo>
                    <a:lnTo>
                      <a:pt x="4136" y="19878"/>
                    </a:lnTo>
                    <a:lnTo>
                      <a:pt x="4324" y="20354"/>
                    </a:lnTo>
                    <a:lnTo>
                      <a:pt x="4512" y="20818"/>
                    </a:lnTo>
                    <a:lnTo>
                      <a:pt x="4713" y="21269"/>
                    </a:lnTo>
                    <a:lnTo>
                      <a:pt x="4913" y="21695"/>
                    </a:lnTo>
                    <a:lnTo>
                      <a:pt x="5114" y="22109"/>
                    </a:lnTo>
                    <a:lnTo>
                      <a:pt x="5327" y="22510"/>
                    </a:lnTo>
                    <a:lnTo>
                      <a:pt x="5540" y="22886"/>
                    </a:lnTo>
                    <a:lnTo>
                      <a:pt x="5753" y="23237"/>
                    </a:lnTo>
                    <a:lnTo>
                      <a:pt x="5979" y="23575"/>
                    </a:lnTo>
                    <a:lnTo>
                      <a:pt x="6204" y="23889"/>
                    </a:lnTo>
                    <a:lnTo>
                      <a:pt x="6430" y="24189"/>
                    </a:lnTo>
                    <a:lnTo>
                      <a:pt x="6668" y="24453"/>
                    </a:lnTo>
                    <a:lnTo>
                      <a:pt x="6906" y="24691"/>
                    </a:lnTo>
                    <a:lnTo>
                      <a:pt x="7144" y="24916"/>
                    </a:lnTo>
                    <a:lnTo>
                      <a:pt x="7382" y="25092"/>
                    </a:lnTo>
                    <a:lnTo>
                      <a:pt x="7633" y="25255"/>
                    </a:lnTo>
                    <a:lnTo>
                      <a:pt x="7896" y="25393"/>
                    </a:lnTo>
                    <a:lnTo>
                      <a:pt x="8022" y="25443"/>
                    </a:lnTo>
                    <a:lnTo>
                      <a:pt x="8147" y="25480"/>
                    </a:lnTo>
                    <a:lnTo>
                      <a:pt x="8272" y="25518"/>
                    </a:lnTo>
                    <a:lnTo>
                      <a:pt x="8410" y="25556"/>
                    </a:lnTo>
                    <a:lnTo>
                      <a:pt x="8535" y="25568"/>
                    </a:lnTo>
                    <a:lnTo>
                      <a:pt x="8673" y="25593"/>
                    </a:lnTo>
                    <a:lnTo>
                      <a:pt x="8836" y="25543"/>
                    </a:lnTo>
                    <a:lnTo>
                      <a:pt x="9024" y="25480"/>
                    </a:lnTo>
                    <a:lnTo>
                      <a:pt x="9250" y="25380"/>
                    </a:lnTo>
                    <a:lnTo>
                      <a:pt x="9388" y="25317"/>
                    </a:lnTo>
                    <a:lnTo>
                      <a:pt x="9513" y="25242"/>
                    </a:lnTo>
                    <a:lnTo>
                      <a:pt x="9651" y="25167"/>
                    </a:lnTo>
                    <a:lnTo>
                      <a:pt x="9789" y="25067"/>
                    </a:lnTo>
                    <a:lnTo>
                      <a:pt x="9927" y="24954"/>
                    </a:lnTo>
                    <a:lnTo>
                      <a:pt x="10064" y="24829"/>
                    </a:lnTo>
                    <a:lnTo>
                      <a:pt x="10190" y="24691"/>
                    </a:lnTo>
                    <a:lnTo>
                      <a:pt x="10315" y="24528"/>
                    </a:lnTo>
                    <a:lnTo>
                      <a:pt x="10428" y="24365"/>
                    </a:lnTo>
                    <a:lnTo>
                      <a:pt x="10528" y="24177"/>
                    </a:lnTo>
                    <a:lnTo>
                      <a:pt x="10616" y="23976"/>
                    </a:lnTo>
                    <a:lnTo>
                      <a:pt x="10691" y="23751"/>
                    </a:lnTo>
                    <a:lnTo>
                      <a:pt x="10754" y="23513"/>
                    </a:lnTo>
                    <a:lnTo>
                      <a:pt x="10791" y="23249"/>
                    </a:lnTo>
                    <a:lnTo>
                      <a:pt x="10816" y="22974"/>
                    </a:lnTo>
                    <a:lnTo>
                      <a:pt x="10816" y="22673"/>
                    </a:lnTo>
                    <a:lnTo>
                      <a:pt x="10791" y="22347"/>
                    </a:lnTo>
                    <a:lnTo>
                      <a:pt x="10729" y="22009"/>
                    </a:lnTo>
                    <a:lnTo>
                      <a:pt x="10654" y="21645"/>
                    </a:lnTo>
                    <a:lnTo>
                      <a:pt x="10541" y="21244"/>
                    </a:lnTo>
                    <a:lnTo>
                      <a:pt x="10390" y="20830"/>
                    </a:lnTo>
                    <a:lnTo>
                      <a:pt x="10202" y="20392"/>
                    </a:lnTo>
                    <a:lnTo>
                      <a:pt x="9989" y="19928"/>
                    </a:lnTo>
                    <a:lnTo>
                      <a:pt x="9739" y="19439"/>
                    </a:lnTo>
                    <a:lnTo>
                      <a:pt x="9601" y="19176"/>
                    </a:lnTo>
                    <a:lnTo>
                      <a:pt x="9438" y="18838"/>
                    </a:lnTo>
                    <a:lnTo>
                      <a:pt x="9037" y="17948"/>
                    </a:lnTo>
                    <a:lnTo>
                      <a:pt x="8548" y="16795"/>
                    </a:lnTo>
                    <a:lnTo>
                      <a:pt x="7971" y="15441"/>
                    </a:lnTo>
                    <a:lnTo>
                      <a:pt x="7357" y="13912"/>
                    </a:lnTo>
                    <a:lnTo>
                      <a:pt x="6693" y="12283"/>
                    </a:lnTo>
                    <a:lnTo>
                      <a:pt x="5327" y="8861"/>
                    </a:lnTo>
                    <a:lnTo>
                      <a:pt x="4011" y="5540"/>
                    </a:lnTo>
                    <a:lnTo>
                      <a:pt x="2908" y="2707"/>
                    </a:lnTo>
                    <a:lnTo>
                      <a:pt x="1855"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a:extLst>
                  <a:ext uri="{FF2B5EF4-FFF2-40B4-BE49-F238E27FC236}">
                    <a16:creationId xmlns:a16="http://schemas.microsoft.com/office/drawing/2014/main" id="{4800D730-3AFD-1410-344F-8390C7621D64}"/>
                  </a:ext>
                </a:extLst>
              </p:cNvPr>
              <p:cNvSpPr/>
              <p:nvPr/>
            </p:nvSpPr>
            <p:spPr>
              <a:xfrm>
                <a:off x="3380168" y="2553707"/>
                <a:ext cx="162580" cy="105105"/>
              </a:xfrm>
              <a:custGeom>
                <a:avLst/>
                <a:gdLst/>
                <a:ahLst/>
                <a:cxnLst/>
                <a:rect l="l" t="t" r="r" b="b"/>
                <a:pathLst>
                  <a:path w="7233" h="4676" extrusionOk="0">
                    <a:moveTo>
                      <a:pt x="3560" y="0"/>
                    </a:moveTo>
                    <a:lnTo>
                      <a:pt x="3271" y="13"/>
                    </a:lnTo>
                    <a:lnTo>
                      <a:pt x="2958" y="38"/>
                    </a:lnTo>
                    <a:lnTo>
                      <a:pt x="2620" y="63"/>
                    </a:lnTo>
                    <a:lnTo>
                      <a:pt x="2269" y="113"/>
                    </a:lnTo>
                    <a:lnTo>
                      <a:pt x="1905" y="163"/>
                    </a:lnTo>
                    <a:lnTo>
                      <a:pt x="1229" y="288"/>
                    </a:lnTo>
                    <a:lnTo>
                      <a:pt x="915" y="351"/>
                    </a:lnTo>
                    <a:lnTo>
                      <a:pt x="639" y="414"/>
                    </a:lnTo>
                    <a:lnTo>
                      <a:pt x="401" y="489"/>
                    </a:lnTo>
                    <a:lnTo>
                      <a:pt x="213" y="552"/>
                    </a:lnTo>
                    <a:lnTo>
                      <a:pt x="88" y="614"/>
                    </a:lnTo>
                    <a:lnTo>
                      <a:pt x="38" y="652"/>
                    </a:lnTo>
                    <a:lnTo>
                      <a:pt x="13" y="677"/>
                    </a:lnTo>
                    <a:lnTo>
                      <a:pt x="0" y="740"/>
                    </a:lnTo>
                    <a:lnTo>
                      <a:pt x="13" y="802"/>
                    </a:lnTo>
                    <a:lnTo>
                      <a:pt x="38" y="865"/>
                    </a:lnTo>
                    <a:lnTo>
                      <a:pt x="75" y="928"/>
                    </a:lnTo>
                    <a:lnTo>
                      <a:pt x="138" y="990"/>
                    </a:lnTo>
                    <a:lnTo>
                      <a:pt x="201" y="1053"/>
                    </a:lnTo>
                    <a:lnTo>
                      <a:pt x="364" y="1166"/>
                    </a:lnTo>
                    <a:lnTo>
                      <a:pt x="527" y="1266"/>
                    </a:lnTo>
                    <a:lnTo>
                      <a:pt x="677" y="1341"/>
                    </a:lnTo>
                    <a:lnTo>
                      <a:pt x="827" y="1416"/>
                    </a:lnTo>
                    <a:lnTo>
                      <a:pt x="752" y="1492"/>
                    </a:lnTo>
                    <a:lnTo>
                      <a:pt x="690" y="1567"/>
                    </a:lnTo>
                    <a:lnTo>
                      <a:pt x="614" y="1667"/>
                    </a:lnTo>
                    <a:lnTo>
                      <a:pt x="564" y="1780"/>
                    </a:lnTo>
                    <a:lnTo>
                      <a:pt x="539" y="1830"/>
                    </a:lnTo>
                    <a:lnTo>
                      <a:pt x="527" y="1893"/>
                    </a:lnTo>
                    <a:lnTo>
                      <a:pt x="527" y="1943"/>
                    </a:lnTo>
                    <a:lnTo>
                      <a:pt x="539" y="1993"/>
                    </a:lnTo>
                    <a:lnTo>
                      <a:pt x="564" y="2031"/>
                    </a:lnTo>
                    <a:lnTo>
                      <a:pt x="602" y="2081"/>
                    </a:lnTo>
                    <a:lnTo>
                      <a:pt x="702" y="2143"/>
                    </a:lnTo>
                    <a:lnTo>
                      <a:pt x="802" y="2193"/>
                    </a:lnTo>
                    <a:lnTo>
                      <a:pt x="915" y="2231"/>
                    </a:lnTo>
                    <a:lnTo>
                      <a:pt x="1028" y="2256"/>
                    </a:lnTo>
                    <a:lnTo>
                      <a:pt x="1203" y="2281"/>
                    </a:lnTo>
                    <a:lnTo>
                      <a:pt x="1266" y="2281"/>
                    </a:lnTo>
                    <a:lnTo>
                      <a:pt x="1141" y="2344"/>
                    </a:lnTo>
                    <a:lnTo>
                      <a:pt x="1015" y="2419"/>
                    </a:lnTo>
                    <a:lnTo>
                      <a:pt x="890" y="2507"/>
                    </a:lnTo>
                    <a:lnTo>
                      <a:pt x="765" y="2595"/>
                    </a:lnTo>
                    <a:lnTo>
                      <a:pt x="715" y="2657"/>
                    </a:lnTo>
                    <a:lnTo>
                      <a:pt x="677" y="2707"/>
                    </a:lnTo>
                    <a:lnTo>
                      <a:pt x="652" y="2757"/>
                    </a:lnTo>
                    <a:lnTo>
                      <a:pt x="652" y="2808"/>
                    </a:lnTo>
                    <a:lnTo>
                      <a:pt x="665" y="2858"/>
                    </a:lnTo>
                    <a:lnTo>
                      <a:pt x="702" y="2908"/>
                    </a:lnTo>
                    <a:lnTo>
                      <a:pt x="765" y="2945"/>
                    </a:lnTo>
                    <a:lnTo>
                      <a:pt x="840" y="2983"/>
                    </a:lnTo>
                    <a:lnTo>
                      <a:pt x="928" y="2996"/>
                    </a:lnTo>
                    <a:lnTo>
                      <a:pt x="1153" y="2996"/>
                    </a:lnTo>
                    <a:lnTo>
                      <a:pt x="1279" y="2983"/>
                    </a:lnTo>
                    <a:lnTo>
                      <a:pt x="1529" y="2933"/>
                    </a:lnTo>
                    <a:lnTo>
                      <a:pt x="1780" y="2883"/>
                    </a:lnTo>
                    <a:lnTo>
                      <a:pt x="1981" y="2833"/>
                    </a:lnTo>
                    <a:lnTo>
                      <a:pt x="2169" y="2770"/>
                    </a:lnTo>
                    <a:lnTo>
                      <a:pt x="2244" y="2858"/>
                    </a:lnTo>
                    <a:lnTo>
                      <a:pt x="2457" y="3083"/>
                    </a:lnTo>
                    <a:lnTo>
                      <a:pt x="2795" y="3397"/>
                    </a:lnTo>
                    <a:lnTo>
                      <a:pt x="2983" y="3572"/>
                    </a:lnTo>
                    <a:lnTo>
                      <a:pt x="3209" y="3760"/>
                    </a:lnTo>
                    <a:lnTo>
                      <a:pt x="3447" y="3936"/>
                    </a:lnTo>
                    <a:lnTo>
                      <a:pt x="3698" y="4111"/>
                    </a:lnTo>
                    <a:lnTo>
                      <a:pt x="3973" y="4274"/>
                    </a:lnTo>
                    <a:lnTo>
                      <a:pt x="4249" y="4412"/>
                    </a:lnTo>
                    <a:lnTo>
                      <a:pt x="4525" y="4537"/>
                    </a:lnTo>
                    <a:lnTo>
                      <a:pt x="4663" y="4575"/>
                    </a:lnTo>
                    <a:lnTo>
                      <a:pt x="4813" y="4612"/>
                    </a:lnTo>
                    <a:lnTo>
                      <a:pt x="4951" y="4650"/>
                    </a:lnTo>
                    <a:lnTo>
                      <a:pt x="5101" y="4663"/>
                    </a:lnTo>
                    <a:lnTo>
                      <a:pt x="5239" y="4675"/>
                    </a:lnTo>
                    <a:lnTo>
                      <a:pt x="5377" y="4663"/>
                    </a:lnTo>
                    <a:lnTo>
                      <a:pt x="7232" y="2983"/>
                    </a:lnTo>
                    <a:lnTo>
                      <a:pt x="6906" y="2582"/>
                    </a:lnTo>
                    <a:lnTo>
                      <a:pt x="6555" y="2168"/>
                    </a:lnTo>
                    <a:lnTo>
                      <a:pt x="6117" y="1680"/>
                    </a:lnTo>
                    <a:lnTo>
                      <a:pt x="5866" y="1429"/>
                    </a:lnTo>
                    <a:lnTo>
                      <a:pt x="5615" y="1178"/>
                    </a:lnTo>
                    <a:lnTo>
                      <a:pt x="5365" y="928"/>
                    </a:lnTo>
                    <a:lnTo>
                      <a:pt x="5114" y="702"/>
                    </a:lnTo>
                    <a:lnTo>
                      <a:pt x="4863" y="501"/>
                    </a:lnTo>
                    <a:lnTo>
                      <a:pt x="4625" y="313"/>
                    </a:lnTo>
                    <a:lnTo>
                      <a:pt x="4387" y="176"/>
                    </a:lnTo>
                    <a:lnTo>
                      <a:pt x="4274" y="113"/>
                    </a:lnTo>
                    <a:lnTo>
                      <a:pt x="4174" y="63"/>
                    </a:lnTo>
                    <a:lnTo>
                      <a:pt x="4111" y="50"/>
                    </a:lnTo>
                    <a:lnTo>
                      <a:pt x="4024" y="25"/>
                    </a:lnTo>
                    <a:lnTo>
                      <a:pt x="3810" y="13"/>
                    </a:lnTo>
                    <a:lnTo>
                      <a:pt x="3560"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a:extLst>
                  <a:ext uri="{FF2B5EF4-FFF2-40B4-BE49-F238E27FC236}">
                    <a16:creationId xmlns:a16="http://schemas.microsoft.com/office/drawing/2014/main" id="{923F4E1B-657B-EBD7-31D9-447BE9D9794F}"/>
                  </a:ext>
                </a:extLst>
              </p:cNvPr>
              <p:cNvSpPr/>
              <p:nvPr/>
            </p:nvSpPr>
            <p:spPr>
              <a:xfrm>
                <a:off x="3008862" y="3017979"/>
                <a:ext cx="22" cy="22"/>
              </a:xfrm>
              <a:custGeom>
                <a:avLst/>
                <a:gdLst/>
                <a:ahLst/>
                <a:cxnLst/>
                <a:rect l="l" t="t" r="r" b="b"/>
                <a:pathLst>
                  <a:path w="1" h="1" fill="none" extrusionOk="0">
                    <a:moveTo>
                      <a:pt x="0" y="0"/>
                    </a:moveTo>
                    <a:lnTo>
                      <a:pt x="0" y="0"/>
                    </a:lnTo>
                  </a:path>
                </a:pathLst>
              </a:custGeom>
              <a:noFill/>
              <a:ln w="7200" cap="rnd" cmpd="sng">
                <a:solidFill>
                  <a:srgbClr val="0D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6">
                <a:extLst>
                  <a:ext uri="{FF2B5EF4-FFF2-40B4-BE49-F238E27FC236}">
                    <a16:creationId xmlns:a16="http://schemas.microsoft.com/office/drawing/2014/main" id="{7DC811AA-5E36-6CB5-3707-2629E6805143}"/>
                  </a:ext>
                </a:extLst>
              </p:cNvPr>
              <p:cNvSpPr/>
              <p:nvPr/>
            </p:nvSpPr>
            <p:spPr>
              <a:xfrm>
                <a:off x="2958423" y="3003324"/>
                <a:ext cx="28479" cy="58329"/>
              </a:xfrm>
              <a:custGeom>
                <a:avLst/>
                <a:gdLst/>
                <a:ahLst/>
                <a:cxnLst/>
                <a:rect l="l" t="t" r="r" b="b"/>
                <a:pathLst>
                  <a:path w="1267" h="2595" extrusionOk="0">
                    <a:moveTo>
                      <a:pt x="251" y="0"/>
                    </a:moveTo>
                    <a:lnTo>
                      <a:pt x="1" y="126"/>
                    </a:lnTo>
                    <a:lnTo>
                      <a:pt x="88" y="326"/>
                    </a:lnTo>
                    <a:lnTo>
                      <a:pt x="327" y="840"/>
                    </a:lnTo>
                    <a:lnTo>
                      <a:pt x="477" y="1204"/>
                    </a:lnTo>
                    <a:lnTo>
                      <a:pt x="652" y="1617"/>
                    </a:lnTo>
                    <a:lnTo>
                      <a:pt x="828" y="2081"/>
                    </a:lnTo>
                    <a:lnTo>
                      <a:pt x="1003" y="2595"/>
                    </a:lnTo>
                    <a:lnTo>
                      <a:pt x="1267" y="2507"/>
                    </a:lnTo>
                    <a:lnTo>
                      <a:pt x="1091" y="1993"/>
                    </a:lnTo>
                    <a:lnTo>
                      <a:pt x="916" y="1517"/>
                    </a:lnTo>
                    <a:lnTo>
                      <a:pt x="740" y="1091"/>
                    </a:lnTo>
                    <a:lnTo>
                      <a:pt x="590" y="727"/>
                    </a:lnTo>
                    <a:lnTo>
                      <a:pt x="352" y="201"/>
                    </a:lnTo>
                    <a:lnTo>
                      <a:pt x="25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6">
                <a:extLst>
                  <a:ext uri="{FF2B5EF4-FFF2-40B4-BE49-F238E27FC236}">
                    <a16:creationId xmlns:a16="http://schemas.microsoft.com/office/drawing/2014/main" id="{37B0CAE8-9708-8BDD-CAE7-BAE31395506C}"/>
                  </a:ext>
                </a:extLst>
              </p:cNvPr>
              <p:cNvSpPr/>
              <p:nvPr/>
            </p:nvSpPr>
            <p:spPr>
              <a:xfrm>
                <a:off x="3009424" y="2864998"/>
                <a:ext cx="86516" cy="116096"/>
              </a:xfrm>
              <a:custGeom>
                <a:avLst/>
                <a:gdLst/>
                <a:ahLst/>
                <a:cxnLst/>
                <a:rect l="l" t="t" r="r" b="b"/>
                <a:pathLst>
                  <a:path w="3849" h="5165" extrusionOk="0">
                    <a:moveTo>
                      <a:pt x="263" y="0"/>
                    </a:moveTo>
                    <a:lnTo>
                      <a:pt x="0" y="88"/>
                    </a:lnTo>
                    <a:lnTo>
                      <a:pt x="138" y="464"/>
                    </a:lnTo>
                    <a:lnTo>
                      <a:pt x="276" y="828"/>
                    </a:lnTo>
                    <a:lnTo>
                      <a:pt x="439" y="1191"/>
                    </a:lnTo>
                    <a:lnTo>
                      <a:pt x="614" y="1555"/>
                    </a:lnTo>
                    <a:lnTo>
                      <a:pt x="802" y="1906"/>
                    </a:lnTo>
                    <a:lnTo>
                      <a:pt x="1003" y="2244"/>
                    </a:lnTo>
                    <a:lnTo>
                      <a:pt x="1229" y="2582"/>
                    </a:lnTo>
                    <a:lnTo>
                      <a:pt x="1454" y="2908"/>
                    </a:lnTo>
                    <a:lnTo>
                      <a:pt x="1692" y="3222"/>
                    </a:lnTo>
                    <a:lnTo>
                      <a:pt x="1943" y="3535"/>
                    </a:lnTo>
                    <a:lnTo>
                      <a:pt x="2206" y="3836"/>
                    </a:lnTo>
                    <a:lnTo>
                      <a:pt x="2482" y="4124"/>
                    </a:lnTo>
                    <a:lnTo>
                      <a:pt x="2758" y="4400"/>
                    </a:lnTo>
                    <a:lnTo>
                      <a:pt x="3058" y="4663"/>
                    </a:lnTo>
                    <a:lnTo>
                      <a:pt x="3359" y="4914"/>
                    </a:lnTo>
                    <a:lnTo>
                      <a:pt x="3673" y="5164"/>
                    </a:lnTo>
                    <a:lnTo>
                      <a:pt x="3848" y="4939"/>
                    </a:lnTo>
                    <a:lnTo>
                      <a:pt x="3535" y="4700"/>
                    </a:lnTo>
                    <a:lnTo>
                      <a:pt x="3246" y="4450"/>
                    </a:lnTo>
                    <a:lnTo>
                      <a:pt x="2958" y="4187"/>
                    </a:lnTo>
                    <a:lnTo>
                      <a:pt x="2682" y="3923"/>
                    </a:lnTo>
                    <a:lnTo>
                      <a:pt x="2407" y="3635"/>
                    </a:lnTo>
                    <a:lnTo>
                      <a:pt x="2156" y="3347"/>
                    </a:lnTo>
                    <a:lnTo>
                      <a:pt x="1918" y="3046"/>
                    </a:lnTo>
                    <a:lnTo>
                      <a:pt x="1680" y="2745"/>
                    </a:lnTo>
                    <a:lnTo>
                      <a:pt x="1454" y="2419"/>
                    </a:lnTo>
                    <a:lnTo>
                      <a:pt x="1254" y="2094"/>
                    </a:lnTo>
                    <a:lnTo>
                      <a:pt x="1053" y="1768"/>
                    </a:lnTo>
                    <a:lnTo>
                      <a:pt x="865" y="1429"/>
                    </a:lnTo>
                    <a:lnTo>
                      <a:pt x="702" y="1078"/>
                    </a:lnTo>
                    <a:lnTo>
                      <a:pt x="539" y="727"/>
                    </a:lnTo>
                    <a:lnTo>
                      <a:pt x="401" y="364"/>
                    </a:lnTo>
                    <a:lnTo>
                      <a:pt x="26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a:extLst>
                  <a:ext uri="{FF2B5EF4-FFF2-40B4-BE49-F238E27FC236}">
                    <a16:creationId xmlns:a16="http://schemas.microsoft.com/office/drawing/2014/main" id="{611183E7-AFD3-92B7-5A22-AAAD4FCE1CDE}"/>
                  </a:ext>
                </a:extLst>
              </p:cNvPr>
              <p:cNvSpPr/>
              <p:nvPr/>
            </p:nvSpPr>
            <p:spPr>
              <a:xfrm>
                <a:off x="3063235" y="2899658"/>
                <a:ext cx="41426" cy="26501"/>
              </a:xfrm>
              <a:custGeom>
                <a:avLst/>
                <a:gdLst/>
                <a:ahLst/>
                <a:cxnLst/>
                <a:rect l="l" t="t" r="r" b="b"/>
                <a:pathLst>
                  <a:path w="1843" h="1179" extrusionOk="0">
                    <a:moveTo>
                      <a:pt x="176" y="0"/>
                    </a:moveTo>
                    <a:lnTo>
                      <a:pt x="0" y="226"/>
                    </a:lnTo>
                    <a:lnTo>
                      <a:pt x="201" y="376"/>
                    </a:lnTo>
                    <a:lnTo>
                      <a:pt x="401" y="514"/>
                    </a:lnTo>
                    <a:lnTo>
                      <a:pt x="614" y="652"/>
                    </a:lnTo>
                    <a:lnTo>
                      <a:pt x="827" y="777"/>
                    </a:lnTo>
                    <a:lnTo>
                      <a:pt x="1053" y="890"/>
                    </a:lnTo>
                    <a:lnTo>
                      <a:pt x="1279" y="990"/>
                    </a:lnTo>
                    <a:lnTo>
                      <a:pt x="1517" y="1090"/>
                    </a:lnTo>
                    <a:lnTo>
                      <a:pt x="1742" y="1178"/>
                    </a:lnTo>
                    <a:lnTo>
                      <a:pt x="1843" y="902"/>
                    </a:lnTo>
                    <a:lnTo>
                      <a:pt x="1617" y="827"/>
                    </a:lnTo>
                    <a:lnTo>
                      <a:pt x="1391" y="727"/>
                    </a:lnTo>
                    <a:lnTo>
                      <a:pt x="1178" y="639"/>
                    </a:lnTo>
                    <a:lnTo>
                      <a:pt x="965" y="526"/>
                    </a:lnTo>
                    <a:lnTo>
                      <a:pt x="765" y="414"/>
                    </a:lnTo>
                    <a:lnTo>
                      <a:pt x="564" y="276"/>
                    </a:lnTo>
                    <a:lnTo>
                      <a:pt x="364" y="150"/>
                    </a:lnTo>
                    <a:lnTo>
                      <a:pt x="1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6">
                <a:extLst>
                  <a:ext uri="{FF2B5EF4-FFF2-40B4-BE49-F238E27FC236}">
                    <a16:creationId xmlns:a16="http://schemas.microsoft.com/office/drawing/2014/main" id="{2A1E86DB-D66F-F7CC-EEA4-B7A2C11260F1}"/>
                  </a:ext>
                </a:extLst>
              </p:cNvPr>
              <p:cNvSpPr/>
              <p:nvPr/>
            </p:nvSpPr>
            <p:spPr>
              <a:xfrm>
                <a:off x="3683569" y="3734652"/>
                <a:ext cx="40032" cy="87640"/>
              </a:xfrm>
              <a:custGeom>
                <a:avLst/>
                <a:gdLst/>
                <a:ahLst/>
                <a:cxnLst/>
                <a:rect l="l" t="t" r="r" b="b"/>
                <a:pathLst>
                  <a:path w="1781" h="3899" extrusionOk="0">
                    <a:moveTo>
                      <a:pt x="1517" y="1"/>
                    </a:moveTo>
                    <a:lnTo>
                      <a:pt x="1" y="3786"/>
                    </a:lnTo>
                    <a:lnTo>
                      <a:pt x="264" y="3899"/>
                    </a:lnTo>
                    <a:lnTo>
                      <a:pt x="1781" y="101"/>
                    </a:lnTo>
                    <a:lnTo>
                      <a:pt x="15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a:extLst>
                  <a:ext uri="{FF2B5EF4-FFF2-40B4-BE49-F238E27FC236}">
                    <a16:creationId xmlns:a16="http://schemas.microsoft.com/office/drawing/2014/main" id="{093AAF74-786C-A5F9-BE88-F9046F7C91BC}"/>
                  </a:ext>
                </a:extLst>
              </p:cNvPr>
              <p:cNvSpPr/>
              <p:nvPr/>
            </p:nvSpPr>
            <p:spPr>
              <a:xfrm>
                <a:off x="3561314" y="2970080"/>
                <a:ext cx="40032" cy="110162"/>
              </a:xfrm>
              <a:custGeom>
                <a:avLst/>
                <a:gdLst/>
                <a:ahLst/>
                <a:cxnLst/>
                <a:rect l="l" t="t" r="r" b="b"/>
                <a:pathLst>
                  <a:path w="1781" h="4901" extrusionOk="0">
                    <a:moveTo>
                      <a:pt x="276" y="0"/>
                    </a:moveTo>
                    <a:lnTo>
                      <a:pt x="0" y="51"/>
                    </a:lnTo>
                    <a:lnTo>
                      <a:pt x="113" y="564"/>
                    </a:lnTo>
                    <a:lnTo>
                      <a:pt x="251" y="1103"/>
                    </a:lnTo>
                    <a:lnTo>
                      <a:pt x="439" y="1780"/>
                    </a:lnTo>
                    <a:lnTo>
                      <a:pt x="665" y="2545"/>
                    </a:lnTo>
                    <a:lnTo>
                      <a:pt x="928" y="3359"/>
                    </a:lnTo>
                    <a:lnTo>
                      <a:pt x="1066" y="3760"/>
                    </a:lnTo>
                    <a:lnTo>
                      <a:pt x="1216" y="4161"/>
                    </a:lnTo>
                    <a:lnTo>
                      <a:pt x="1366" y="4537"/>
                    </a:lnTo>
                    <a:lnTo>
                      <a:pt x="1529" y="4901"/>
                    </a:lnTo>
                    <a:lnTo>
                      <a:pt x="1780" y="4788"/>
                    </a:lnTo>
                    <a:lnTo>
                      <a:pt x="1630" y="4425"/>
                    </a:lnTo>
                    <a:lnTo>
                      <a:pt x="1479" y="4049"/>
                    </a:lnTo>
                    <a:lnTo>
                      <a:pt x="1329" y="3660"/>
                    </a:lnTo>
                    <a:lnTo>
                      <a:pt x="1191" y="3259"/>
                    </a:lnTo>
                    <a:lnTo>
                      <a:pt x="928" y="2457"/>
                    </a:lnTo>
                    <a:lnTo>
                      <a:pt x="715" y="1705"/>
                    </a:lnTo>
                    <a:lnTo>
                      <a:pt x="527" y="1028"/>
                    </a:lnTo>
                    <a:lnTo>
                      <a:pt x="389" y="489"/>
                    </a:lnTo>
                    <a:lnTo>
                      <a:pt x="2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a:extLst>
                  <a:ext uri="{FF2B5EF4-FFF2-40B4-BE49-F238E27FC236}">
                    <a16:creationId xmlns:a16="http://schemas.microsoft.com/office/drawing/2014/main" id="{63C5D146-5A80-8EA8-250B-2D8EE491962E}"/>
                  </a:ext>
                </a:extLst>
              </p:cNvPr>
              <p:cNvSpPr/>
              <p:nvPr/>
            </p:nvSpPr>
            <p:spPr>
              <a:xfrm>
                <a:off x="3621869" y="3313221"/>
                <a:ext cx="1744456" cy="121716"/>
              </a:xfrm>
              <a:custGeom>
                <a:avLst/>
                <a:gdLst/>
                <a:ahLst/>
                <a:cxnLst/>
                <a:rect l="l" t="t" r="r" b="b"/>
                <a:pathLst>
                  <a:path w="77609" h="5415" extrusionOk="0">
                    <a:moveTo>
                      <a:pt x="1" y="0"/>
                    </a:moveTo>
                    <a:lnTo>
                      <a:pt x="1" y="5414"/>
                    </a:lnTo>
                    <a:lnTo>
                      <a:pt x="77608" y="5414"/>
                    </a:lnTo>
                    <a:lnTo>
                      <a:pt x="7760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a:extLst>
                  <a:ext uri="{FF2B5EF4-FFF2-40B4-BE49-F238E27FC236}">
                    <a16:creationId xmlns:a16="http://schemas.microsoft.com/office/drawing/2014/main" id="{3B499BC9-4F04-646F-3371-27418DF46BBB}"/>
                  </a:ext>
                </a:extLst>
              </p:cNvPr>
              <p:cNvSpPr/>
              <p:nvPr/>
            </p:nvSpPr>
            <p:spPr>
              <a:xfrm>
                <a:off x="5246273" y="3317717"/>
                <a:ext cx="308234" cy="1407766"/>
              </a:xfrm>
              <a:custGeom>
                <a:avLst/>
                <a:gdLst/>
                <a:ahLst/>
                <a:cxnLst/>
                <a:rect l="l" t="t" r="r" b="b"/>
                <a:pathLst>
                  <a:path w="13713" h="62630" extrusionOk="0">
                    <a:moveTo>
                      <a:pt x="1" y="1"/>
                    </a:moveTo>
                    <a:lnTo>
                      <a:pt x="9075" y="62630"/>
                    </a:lnTo>
                    <a:lnTo>
                      <a:pt x="13712" y="62630"/>
                    </a:lnTo>
                    <a:lnTo>
                      <a:pt x="463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6">
                <a:extLst>
                  <a:ext uri="{FF2B5EF4-FFF2-40B4-BE49-F238E27FC236}">
                    <a16:creationId xmlns:a16="http://schemas.microsoft.com/office/drawing/2014/main" id="{B9A1B619-9842-B12F-7363-05A1293AE3A1}"/>
                  </a:ext>
                </a:extLst>
              </p:cNvPr>
              <p:cNvSpPr/>
              <p:nvPr/>
            </p:nvSpPr>
            <p:spPr>
              <a:xfrm>
                <a:off x="5746622" y="3151788"/>
                <a:ext cx="885186" cy="222864"/>
              </a:xfrm>
              <a:custGeom>
                <a:avLst/>
                <a:gdLst/>
                <a:ahLst/>
                <a:cxnLst/>
                <a:rect l="l" t="t" r="r" b="b"/>
                <a:pathLst>
                  <a:path w="39381" h="9915" extrusionOk="0">
                    <a:moveTo>
                      <a:pt x="11569" y="0"/>
                    </a:moveTo>
                    <a:lnTo>
                      <a:pt x="11055" y="13"/>
                    </a:lnTo>
                    <a:lnTo>
                      <a:pt x="10553" y="51"/>
                    </a:lnTo>
                    <a:lnTo>
                      <a:pt x="10039" y="101"/>
                    </a:lnTo>
                    <a:lnTo>
                      <a:pt x="9538" y="176"/>
                    </a:lnTo>
                    <a:lnTo>
                      <a:pt x="9037" y="264"/>
                    </a:lnTo>
                    <a:lnTo>
                      <a:pt x="8535" y="376"/>
                    </a:lnTo>
                    <a:lnTo>
                      <a:pt x="8047" y="514"/>
                    </a:lnTo>
                    <a:lnTo>
                      <a:pt x="7558" y="665"/>
                    </a:lnTo>
                    <a:lnTo>
                      <a:pt x="7082" y="840"/>
                    </a:lnTo>
                    <a:lnTo>
                      <a:pt x="6618" y="1028"/>
                    </a:lnTo>
                    <a:lnTo>
                      <a:pt x="6154" y="1241"/>
                    </a:lnTo>
                    <a:lnTo>
                      <a:pt x="5703" y="1467"/>
                    </a:lnTo>
                    <a:lnTo>
                      <a:pt x="5252" y="1717"/>
                    </a:lnTo>
                    <a:lnTo>
                      <a:pt x="4813" y="1993"/>
                    </a:lnTo>
                    <a:lnTo>
                      <a:pt x="4399" y="2269"/>
                    </a:lnTo>
                    <a:lnTo>
                      <a:pt x="3986" y="2582"/>
                    </a:lnTo>
                    <a:lnTo>
                      <a:pt x="1279" y="4650"/>
                    </a:lnTo>
                    <a:lnTo>
                      <a:pt x="1103" y="4788"/>
                    </a:lnTo>
                    <a:lnTo>
                      <a:pt x="940" y="4951"/>
                    </a:lnTo>
                    <a:lnTo>
                      <a:pt x="790" y="5114"/>
                    </a:lnTo>
                    <a:lnTo>
                      <a:pt x="652" y="5277"/>
                    </a:lnTo>
                    <a:lnTo>
                      <a:pt x="527" y="5465"/>
                    </a:lnTo>
                    <a:lnTo>
                      <a:pt x="414" y="5653"/>
                    </a:lnTo>
                    <a:lnTo>
                      <a:pt x="314" y="5841"/>
                    </a:lnTo>
                    <a:lnTo>
                      <a:pt x="226" y="6054"/>
                    </a:lnTo>
                    <a:lnTo>
                      <a:pt x="151" y="6255"/>
                    </a:lnTo>
                    <a:lnTo>
                      <a:pt x="88" y="6468"/>
                    </a:lnTo>
                    <a:lnTo>
                      <a:pt x="50" y="6681"/>
                    </a:lnTo>
                    <a:lnTo>
                      <a:pt x="13" y="6894"/>
                    </a:lnTo>
                    <a:lnTo>
                      <a:pt x="0" y="7119"/>
                    </a:lnTo>
                    <a:lnTo>
                      <a:pt x="0" y="7345"/>
                    </a:lnTo>
                    <a:lnTo>
                      <a:pt x="13" y="7571"/>
                    </a:lnTo>
                    <a:lnTo>
                      <a:pt x="38" y="7796"/>
                    </a:lnTo>
                    <a:lnTo>
                      <a:pt x="401" y="9914"/>
                    </a:lnTo>
                    <a:lnTo>
                      <a:pt x="28200" y="9914"/>
                    </a:lnTo>
                    <a:lnTo>
                      <a:pt x="39380" y="13"/>
                    </a:lnTo>
                    <a:lnTo>
                      <a:pt x="11569"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a:extLst>
                  <a:ext uri="{FF2B5EF4-FFF2-40B4-BE49-F238E27FC236}">
                    <a16:creationId xmlns:a16="http://schemas.microsoft.com/office/drawing/2014/main" id="{A16B5F54-C51E-1EB0-4380-14809758195E}"/>
                  </a:ext>
                </a:extLst>
              </p:cNvPr>
              <p:cNvSpPr/>
              <p:nvPr/>
            </p:nvSpPr>
            <p:spPr>
              <a:xfrm>
                <a:off x="5746622" y="3222772"/>
                <a:ext cx="325676" cy="1502711"/>
              </a:xfrm>
              <a:custGeom>
                <a:avLst/>
                <a:gdLst/>
                <a:ahLst/>
                <a:cxnLst/>
                <a:rect l="l" t="t" r="r" b="b"/>
                <a:pathLst>
                  <a:path w="14489" h="66854" extrusionOk="0">
                    <a:moveTo>
                      <a:pt x="3234" y="1"/>
                    </a:moveTo>
                    <a:lnTo>
                      <a:pt x="1266" y="1530"/>
                    </a:lnTo>
                    <a:lnTo>
                      <a:pt x="1091" y="1668"/>
                    </a:lnTo>
                    <a:lnTo>
                      <a:pt x="928" y="1831"/>
                    </a:lnTo>
                    <a:lnTo>
                      <a:pt x="777" y="1994"/>
                    </a:lnTo>
                    <a:lnTo>
                      <a:pt x="639" y="2157"/>
                    </a:lnTo>
                    <a:lnTo>
                      <a:pt x="514" y="2345"/>
                    </a:lnTo>
                    <a:lnTo>
                      <a:pt x="401" y="2533"/>
                    </a:lnTo>
                    <a:lnTo>
                      <a:pt x="301" y="2721"/>
                    </a:lnTo>
                    <a:lnTo>
                      <a:pt x="213" y="2921"/>
                    </a:lnTo>
                    <a:lnTo>
                      <a:pt x="151" y="3134"/>
                    </a:lnTo>
                    <a:lnTo>
                      <a:pt x="88" y="3335"/>
                    </a:lnTo>
                    <a:lnTo>
                      <a:pt x="38" y="3560"/>
                    </a:lnTo>
                    <a:lnTo>
                      <a:pt x="13" y="3773"/>
                    </a:lnTo>
                    <a:lnTo>
                      <a:pt x="0" y="3986"/>
                    </a:lnTo>
                    <a:lnTo>
                      <a:pt x="0" y="4212"/>
                    </a:lnTo>
                    <a:lnTo>
                      <a:pt x="13" y="4438"/>
                    </a:lnTo>
                    <a:lnTo>
                      <a:pt x="38" y="4663"/>
                    </a:lnTo>
                    <a:lnTo>
                      <a:pt x="10516" y="66854"/>
                    </a:lnTo>
                    <a:lnTo>
                      <a:pt x="14489" y="66854"/>
                    </a:lnTo>
                    <a:lnTo>
                      <a:pt x="3234"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a:extLst>
                  <a:ext uri="{FF2B5EF4-FFF2-40B4-BE49-F238E27FC236}">
                    <a16:creationId xmlns:a16="http://schemas.microsoft.com/office/drawing/2014/main" id="{9E3B0A09-F6F7-95DF-2868-AF119564FC8A}"/>
                  </a:ext>
                </a:extLst>
              </p:cNvPr>
              <p:cNvSpPr/>
              <p:nvPr/>
            </p:nvSpPr>
            <p:spPr>
              <a:xfrm>
                <a:off x="5121770" y="3820876"/>
                <a:ext cx="872779" cy="78604"/>
              </a:xfrm>
              <a:custGeom>
                <a:avLst/>
                <a:gdLst/>
                <a:ahLst/>
                <a:cxnLst/>
                <a:rect l="l" t="t" r="r" b="b"/>
                <a:pathLst>
                  <a:path w="38829" h="3497" extrusionOk="0">
                    <a:moveTo>
                      <a:pt x="3497" y="0"/>
                    </a:moveTo>
                    <a:lnTo>
                      <a:pt x="3309" y="13"/>
                    </a:lnTo>
                    <a:lnTo>
                      <a:pt x="3133" y="25"/>
                    </a:lnTo>
                    <a:lnTo>
                      <a:pt x="2958" y="50"/>
                    </a:lnTo>
                    <a:lnTo>
                      <a:pt x="2795" y="75"/>
                    </a:lnTo>
                    <a:lnTo>
                      <a:pt x="2620" y="113"/>
                    </a:lnTo>
                    <a:lnTo>
                      <a:pt x="2457" y="163"/>
                    </a:lnTo>
                    <a:lnTo>
                      <a:pt x="2294" y="213"/>
                    </a:lnTo>
                    <a:lnTo>
                      <a:pt x="2131" y="276"/>
                    </a:lnTo>
                    <a:lnTo>
                      <a:pt x="1980" y="351"/>
                    </a:lnTo>
                    <a:lnTo>
                      <a:pt x="1830" y="426"/>
                    </a:lnTo>
                    <a:lnTo>
                      <a:pt x="1680" y="514"/>
                    </a:lnTo>
                    <a:lnTo>
                      <a:pt x="1542" y="602"/>
                    </a:lnTo>
                    <a:lnTo>
                      <a:pt x="1404" y="702"/>
                    </a:lnTo>
                    <a:lnTo>
                      <a:pt x="1278" y="802"/>
                    </a:lnTo>
                    <a:lnTo>
                      <a:pt x="1153" y="915"/>
                    </a:lnTo>
                    <a:lnTo>
                      <a:pt x="1028" y="1028"/>
                    </a:lnTo>
                    <a:lnTo>
                      <a:pt x="915" y="1153"/>
                    </a:lnTo>
                    <a:lnTo>
                      <a:pt x="802" y="1279"/>
                    </a:lnTo>
                    <a:lnTo>
                      <a:pt x="702" y="1404"/>
                    </a:lnTo>
                    <a:lnTo>
                      <a:pt x="602" y="1542"/>
                    </a:lnTo>
                    <a:lnTo>
                      <a:pt x="514" y="1692"/>
                    </a:lnTo>
                    <a:lnTo>
                      <a:pt x="426" y="1830"/>
                    </a:lnTo>
                    <a:lnTo>
                      <a:pt x="351" y="1980"/>
                    </a:lnTo>
                    <a:lnTo>
                      <a:pt x="276" y="2143"/>
                    </a:lnTo>
                    <a:lnTo>
                      <a:pt x="213" y="2294"/>
                    </a:lnTo>
                    <a:lnTo>
                      <a:pt x="163" y="2457"/>
                    </a:lnTo>
                    <a:lnTo>
                      <a:pt x="113" y="2620"/>
                    </a:lnTo>
                    <a:lnTo>
                      <a:pt x="75" y="2795"/>
                    </a:lnTo>
                    <a:lnTo>
                      <a:pt x="38" y="2971"/>
                    </a:lnTo>
                    <a:lnTo>
                      <a:pt x="25" y="3133"/>
                    </a:lnTo>
                    <a:lnTo>
                      <a:pt x="13" y="3321"/>
                    </a:lnTo>
                    <a:lnTo>
                      <a:pt x="0" y="3497"/>
                    </a:lnTo>
                    <a:lnTo>
                      <a:pt x="38829" y="3497"/>
                    </a:lnTo>
                    <a:lnTo>
                      <a:pt x="38829" y="3321"/>
                    </a:lnTo>
                    <a:lnTo>
                      <a:pt x="38816" y="3133"/>
                    </a:lnTo>
                    <a:lnTo>
                      <a:pt x="38791" y="2971"/>
                    </a:lnTo>
                    <a:lnTo>
                      <a:pt x="38753" y="2795"/>
                    </a:lnTo>
                    <a:lnTo>
                      <a:pt x="38716" y="2620"/>
                    </a:lnTo>
                    <a:lnTo>
                      <a:pt x="38678" y="2457"/>
                    </a:lnTo>
                    <a:lnTo>
                      <a:pt x="38616" y="2294"/>
                    </a:lnTo>
                    <a:lnTo>
                      <a:pt x="38553" y="2143"/>
                    </a:lnTo>
                    <a:lnTo>
                      <a:pt x="38490" y="1980"/>
                    </a:lnTo>
                    <a:lnTo>
                      <a:pt x="38415" y="1830"/>
                    </a:lnTo>
                    <a:lnTo>
                      <a:pt x="38327" y="1692"/>
                    </a:lnTo>
                    <a:lnTo>
                      <a:pt x="38240" y="1542"/>
                    </a:lnTo>
                    <a:lnTo>
                      <a:pt x="38139" y="1404"/>
                    </a:lnTo>
                    <a:lnTo>
                      <a:pt x="38039" y="1279"/>
                    </a:lnTo>
                    <a:lnTo>
                      <a:pt x="37926" y="1153"/>
                    </a:lnTo>
                    <a:lnTo>
                      <a:pt x="37813" y="1028"/>
                    </a:lnTo>
                    <a:lnTo>
                      <a:pt x="37688" y="915"/>
                    </a:lnTo>
                    <a:lnTo>
                      <a:pt x="37563" y="802"/>
                    </a:lnTo>
                    <a:lnTo>
                      <a:pt x="37425" y="702"/>
                    </a:lnTo>
                    <a:lnTo>
                      <a:pt x="37287" y="602"/>
                    </a:lnTo>
                    <a:lnTo>
                      <a:pt x="37149" y="514"/>
                    </a:lnTo>
                    <a:lnTo>
                      <a:pt x="36999" y="426"/>
                    </a:lnTo>
                    <a:lnTo>
                      <a:pt x="36848" y="351"/>
                    </a:lnTo>
                    <a:lnTo>
                      <a:pt x="36698" y="276"/>
                    </a:lnTo>
                    <a:lnTo>
                      <a:pt x="36535" y="213"/>
                    </a:lnTo>
                    <a:lnTo>
                      <a:pt x="36372" y="163"/>
                    </a:lnTo>
                    <a:lnTo>
                      <a:pt x="36209" y="113"/>
                    </a:lnTo>
                    <a:lnTo>
                      <a:pt x="36046" y="75"/>
                    </a:lnTo>
                    <a:lnTo>
                      <a:pt x="35871" y="50"/>
                    </a:lnTo>
                    <a:lnTo>
                      <a:pt x="35695" y="25"/>
                    </a:lnTo>
                    <a:lnTo>
                      <a:pt x="35520" y="13"/>
                    </a:lnTo>
                    <a:lnTo>
                      <a:pt x="35344"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a:extLst>
                  <a:ext uri="{FF2B5EF4-FFF2-40B4-BE49-F238E27FC236}">
                    <a16:creationId xmlns:a16="http://schemas.microsoft.com/office/drawing/2014/main" id="{36C9BC30-F79E-BA3C-00AC-590C1C6A7FDD}"/>
                  </a:ext>
                </a:extLst>
              </p:cNvPr>
              <p:cNvSpPr/>
              <p:nvPr/>
            </p:nvSpPr>
            <p:spPr>
              <a:xfrm>
                <a:off x="5121770" y="3899457"/>
                <a:ext cx="558948" cy="147093"/>
              </a:xfrm>
              <a:custGeom>
                <a:avLst/>
                <a:gdLst/>
                <a:ahLst/>
                <a:cxnLst/>
                <a:rect l="l" t="t" r="r" b="b"/>
                <a:pathLst>
                  <a:path w="24867" h="6544" extrusionOk="0">
                    <a:moveTo>
                      <a:pt x="0" y="1"/>
                    </a:moveTo>
                    <a:lnTo>
                      <a:pt x="0" y="6543"/>
                    </a:lnTo>
                    <a:lnTo>
                      <a:pt x="24866" y="6543"/>
                    </a:lnTo>
                    <a:lnTo>
                      <a:pt x="24866"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a:extLst>
                  <a:ext uri="{FF2B5EF4-FFF2-40B4-BE49-F238E27FC236}">
                    <a16:creationId xmlns:a16="http://schemas.microsoft.com/office/drawing/2014/main" id="{59899583-89AB-6D4B-F05C-6653EF181660}"/>
                  </a:ext>
                </a:extLst>
              </p:cNvPr>
              <p:cNvSpPr/>
              <p:nvPr/>
            </p:nvSpPr>
            <p:spPr>
              <a:xfrm>
                <a:off x="5680695" y="3899457"/>
                <a:ext cx="872779" cy="147093"/>
              </a:xfrm>
              <a:custGeom>
                <a:avLst/>
                <a:gdLst/>
                <a:ahLst/>
                <a:cxnLst/>
                <a:rect l="l" t="t" r="r" b="b"/>
                <a:pathLst>
                  <a:path w="38829" h="6544" extrusionOk="0">
                    <a:moveTo>
                      <a:pt x="0" y="1"/>
                    </a:moveTo>
                    <a:lnTo>
                      <a:pt x="0" y="6543"/>
                    </a:lnTo>
                    <a:lnTo>
                      <a:pt x="38829" y="6543"/>
                    </a:lnTo>
                    <a:lnTo>
                      <a:pt x="38829"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6">
                <a:extLst>
                  <a:ext uri="{FF2B5EF4-FFF2-40B4-BE49-F238E27FC236}">
                    <a16:creationId xmlns:a16="http://schemas.microsoft.com/office/drawing/2014/main" id="{59CC5FF7-900E-874F-AA1A-7BBF592B6828}"/>
                  </a:ext>
                </a:extLst>
              </p:cNvPr>
              <p:cNvSpPr/>
              <p:nvPr/>
            </p:nvSpPr>
            <p:spPr>
              <a:xfrm>
                <a:off x="5680695" y="3820876"/>
                <a:ext cx="872779" cy="78604"/>
              </a:xfrm>
              <a:custGeom>
                <a:avLst/>
                <a:gdLst/>
                <a:ahLst/>
                <a:cxnLst/>
                <a:rect l="l" t="t" r="r" b="b"/>
                <a:pathLst>
                  <a:path w="38829" h="3497" extrusionOk="0">
                    <a:moveTo>
                      <a:pt x="3497" y="0"/>
                    </a:moveTo>
                    <a:lnTo>
                      <a:pt x="3309" y="13"/>
                    </a:lnTo>
                    <a:lnTo>
                      <a:pt x="3134" y="25"/>
                    </a:lnTo>
                    <a:lnTo>
                      <a:pt x="2958" y="50"/>
                    </a:lnTo>
                    <a:lnTo>
                      <a:pt x="2795" y="75"/>
                    </a:lnTo>
                    <a:lnTo>
                      <a:pt x="2620" y="113"/>
                    </a:lnTo>
                    <a:lnTo>
                      <a:pt x="2457" y="163"/>
                    </a:lnTo>
                    <a:lnTo>
                      <a:pt x="2294" y="213"/>
                    </a:lnTo>
                    <a:lnTo>
                      <a:pt x="2131" y="276"/>
                    </a:lnTo>
                    <a:lnTo>
                      <a:pt x="1981" y="351"/>
                    </a:lnTo>
                    <a:lnTo>
                      <a:pt x="1830" y="426"/>
                    </a:lnTo>
                    <a:lnTo>
                      <a:pt x="1680" y="514"/>
                    </a:lnTo>
                    <a:lnTo>
                      <a:pt x="1542" y="602"/>
                    </a:lnTo>
                    <a:lnTo>
                      <a:pt x="1404" y="702"/>
                    </a:lnTo>
                    <a:lnTo>
                      <a:pt x="1279" y="802"/>
                    </a:lnTo>
                    <a:lnTo>
                      <a:pt x="1153" y="915"/>
                    </a:lnTo>
                    <a:lnTo>
                      <a:pt x="1028" y="1028"/>
                    </a:lnTo>
                    <a:lnTo>
                      <a:pt x="915" y="1153"/>
                    </a:lnTo>
                    <a:lnTo>
                      <a:pt x="803" y="1279"/>
                    </a:lnTo>
                    <a:lnTo>
                      <a:pt x="702" y="1404"/>
                    </a:lnTo>
                    <a:lnTo>
                      <a:pt x="602" y="1542"/>
                    </a:lnTo>
                    <a:lnTo>
                      <a:pt x="514" y="1692"/>
                    </a:lnTo>
                    <a:lnTo>
                      <a:pt x="427" y="1830"/>
                    </a:lnTo>
                    <a:lnTo>
                      <a:pt x="351" y="1980"/>
                    </a:lnTo>
                    <a:lnTo>
                      <a:pt x="276" y="2143"/>
                    </a:lnTo>
                    <a:lnTo>
                      <a:pt x="213" y="2294"/>
                    </a:lnTo>
                    <a:lnTo>
                      <a:pt x="163" y="2457"/>
                    </a:lnTo>
                    <a:lnTo>
                      <a:pt x="113" y="2620"/>
                    </a:lnTo>
                    <a:lnTo>
                      <a:pt x="76" y="2795"/>
                    </a:lnTo>
                    <a:lnTo>
                      <a:pt x="51" y="2971"/>
                    </a:lnTo>
                    <a:lnTo>
                      <a:pt x="25" y="3133"/>
                    </a:lnTo>
                    <a:lnTo>
                      <a:pt x="13" y="3321"/>
                    </a:lnTo>
                    <a:lnTo>
                      <a:pt x="0" y="3497"/>
                    </a:lnTo>
                    <a:lnTo>
                      <a:pt x="38829" y="3497"/>
                    </a:lnTo>
                    <a:lnTo>
                      <a:pt x="38829" y="3321"/>
                    </a:lnTo>
                    <a:lnTo>
                      <a:pt x="38816" y="3133"/>
                    </a:lnTo>
                    <a:lnTo>
                      <a:pt x="38791" y="2971"/>
                    </a:lnTo>
                    <a:lnTo>
                      <a:pt x="38766" y="2795"/>
                    </a:lnTo>
                    <a:lnTo>
                      <a:pt x="38716" y="2620"/>
                    </a:lnTo>
                    <a:lnTo>
                      <a:pt x="38679" y="2457"/>
                    </a:lnTo>
                    <a:lnTo>
                      <a:pt x="38616" y="2294"/>
                    </a:lnTo>
                    <a:lnTo>
                      <a:pt x="38553" y="2143"/>
                    </a:lnTo>
                    <a:lnTo>
                      <a:pt x="38491" y="1980"/>
                    </a:lnTo>
                    <a:lnTo>
                      <a:pt x="38415" y="1830"/>
                    </a:lnTo>
                    <a:lnTo>
                      <a:pt x="38328" y="1692"/>
                    </a:lnTo>
                    <a:lnTo>
                      <a:pt x="38240" y="1542"/>
                    </a:lnTo>
                    <a:lnTo>
                      <a:pt x="38140" y="1404"/>
                    </a:lnTo>
                    <a:lnTo>
                      <a:pt x="38039" y="1279"/>
                    </a:lnTo>
                    <a:lnTo>
                      <a:pt x="37927" y="1153"/>
                    </a:lnTo>
                    <a:lnTo>
                      <a:pt x="37814" y="1028"/>
                    </a:lnTo>
                    <a:lnTo>
                      <a:pt x="37688" y="915"/>
                    </a:lnTo>
                    <a:lnTo>
                      <a:pt x="37563" y="802"/>
                    </a:lnTo>
                    <a:lnTo>
                      <a:pt x="37425" y="702"/>
                    </a:lnTo>
                    <a:lnTo>
                      <a:pt x="37287" y="602"/>
                    </a:lnTo>
                    <a:lnTo>
                      <a:pt x="37150" y="514"/>
                    </a:lnTo>
                    <a:lnTo>
                      <a:pt x="36999" y="426"/>
                    </a:lnTo>
                    <a:lnTo>
                      <a:pt x="36849" y="351"/>
                    </a:lnTo>
                    <a:lnTo>
                      <a:pt x="36698" y="276"/>
                    </a:lnTo>
                    <a:lnTo>
                      <a:pt x="36535" y="213"/>
                    </a:lnTo>
                    <a:lnTo>
                      <a:pt x="36385" y="163"/>
                    </a:lnTo>
                    <a:lnTo>
                      <a:pt x="36209" y="113"/>
                    </a:lnTo>
                    <a:lnTo>
                      <a:pt x="36047" y="75"/>
                    </a:lnTo>
                    <a:lnTo>
                      <a:pt x="35871" y="50"/>
                    </a:lnTo>
                    <a:lnTo>
                      <a:pt x="35696" y="25"/>
                    </a:lnTo>
                    <a:lnTo>
                      <a:pt x="35520" y="13"/>
                    </a:lnTo>
                    <a:lnTo>
                      <a:pt x="35345"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6">
                <a:extLst>
                  <a:ext uri="{FF2B5EF4-FFF2-40B4-BE49-F238E27FC236}">
                    <a16:creationId xmlns:a16="http://schemas.microsoft.com/office/drawing/2014/main" id="{D9B2F727-0C15-854B-3EEE-2AD54EAF3E26}"/>
                  </a:ext>
                </a:extLst>
              </p:cNvPr>
              <p:cNvSpPr/>
              <p:nvPr/>
            </p:nvSpPr>
            <p:spPr>
              <a:xfrm>
                <a:off x="5077242" y="3899457"/>
                <a:ext cx="89056" cy="826026"/>
              </a:xfrm>
              <a:custGeom>
                <a:avLst/>
                <a:gdLst/>
                <a:ahLst/>
                <a:cxnLst/>
                <a:rect l="l" t="t" r="r" b="b"/>
                <a:pathLst>
                  <a:path w="3962" h="36749" extrusionOk="0">
                    <a:moveTo>
                      <a:pt x="1" y="1"/>
                    </a:moveTo>
                    <a:lnTo>
                      <a:pt x="1" y="36749"/>
                    </a:lnTo>
                    <a:lnTo>
                      <a:pt x="3961" y="36749"/>
                    </a:lnTo>
                    <a:lnTo>
                      <a:pt x="3961"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6">
                <a:extLst>
                  <a:ext uri="{FF2B5EF4-FFF2-40B4-BE49-F238E27FC236}">
                    <a16:creationId xmlns:a16="http://schemas.microsoft.com/office/drawing/2014/main" id="{04AE46B6-F6AF-17B3-26C4-0288BFE7B5F8}"/>
                  </a:ext>
                </a:extLst>
              </p:cNvPr>
              <p:cNvSpPr/>
              <p:nvPr/>
            </p:nvSpPr>
            <p:spPr>
              <a:xfrm>
                <a:off x="5591662" y="3899457"/>
                <a:ext cx="89056" cy="826026"/>
              </a:xfrm>
              <a:custGeom>
                <a:avLst/>
                <a:gdLst/>
                <a:ahLst/>
                <a:cxnLst/>
                <a:rect l="l" t="t" r="r" b="b"/>
                <a:pathLst>
                  <a:path w="3962" h="36749" extrusionOk="0">
                    <a:moveTo>
                      <a:pt x="1" y="1"/>
                    </a:moveTo>
                    <a:lnTo>
                      <a:pt x="1" y="36749"/>
                    </a:lnTo>
                    <a:lnTo>
                      <a:pt x="3961" y="36749"/>
                    </a:lnTo>
                    <a:lnTo>
                      <a:pt x="3961"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6">
                <a:extLst>
                  <a:ext uri="{FF2B5EF4-FFF2-40B4-BE49-F238E27FC236}">
                    <a16:creationId xmlns:a16="http://schemas.microsoft.com/office/drawing/2014/main" id="{3248A7F9-CD5E-5431-2B4A-1C4C658B496C}"/>
                  </a:ext>
                </a:extLst>
              </p:cNvPr>
              <p:cNvSpPr/>
              <p:nvPr/>
            </p:nvSpPr>
            <p:spPr>
              <a:xfrm>
                <a:off x="6372890" y="3284203"/>
                <a:ext cx="324553" cy="1441280"/>
              </a:xfrm>
              <a:custGeom>
                <a:avLst/>
                <a:gdLst/>
                <a:ahLst/>
                <a:cxnLst/>
                <a:rect l="l" t="t" r="r" b="b"/>
                <a:pathLst>
                  <a:path w="14439" h="64121" extrusionOk="0">
                    <a:moveTo>
                      <a:pt x="1842" y="0"/>
                    </a:moveTo>
                    <a:lnTo>
                      <a:pt x="1629" y="13"/>
                    </a:lnTo>
                    <a:lnTo>
                      <a:pt x="1429" y="38"/>
                    </a:lnTo>
                    <a:lnTo>
                      <a:pt x="1228" y="100"/>
                    </a:lnTo>
                    <a:lnTo>
                      <a:pt x="1053" y="176"/>
                    </a:lnTo>
                    <a:lnTo>
                      <a:pt x="877" y="263"/>
                    </a:lnTo>
                    <a:lnTo>
                      <a:pt x="714" y="376"/>
                    </a:lnTo>
                    <a:lnTo>
                      <a:pt x="564" y="501"/>
                    </a:lnTo>
                    <a:lnTo>
                      <a:pt x="439" y="652"/>
                    </a:lnTo>
                    <a:lnTo>
                      <a:pt x="313" y="802"/>
                    </a:lnTo>
                    <a:lnTo>
                      <a:pt x="213" y="965"/>
                    </a:lnTo>
                    <a:lnTo>
                      <a:pt x="138" y="1141"/>
                    </a:lnTo>
                    <a:lnTo>
                      <a:pt x="75" y="1329"/>
                    </a:lnTo>
                    <a:lnTo>
                      <a:pt x="25" y="1529"/>
                    </a:lnTo>
                    <a:lnTo>
                      <a:pt x="0" y="1730"/>
                    </a:lnTo>
                    <a:lnTo>
                      <a:pt x="0" y="1930"/>
                    </a:lnTo>
                    <a:lnTo>
                      <a:pt x="25" y="2143"/>
                    </a:lnTo>
                    <a:lnTo>
                      <a:pt x="10465" y="64121"/>
                    </a:lnTo>
                    <a:lnTo>
                      <a:pt x="14439" y="64121"/>
                    </a:lnTo>
                    <a:lnTo>
                      <a:pt x="3635"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6">
                <a:extLst>
                  <a:ext uri="{FF2B5EF4-FFF2-40B4-BE49-F238E27FC236}">
                    <a16:creationId xmlns:a16="http://schemas.microsoft.com/office/drawing/2014/main" id="{E3447129-084E-E543-F4F5-BC3F5E9B928C}"/>
                  </a:ext>
                </a:extLst>
              </p:cNvPr>
              <p:cNvSpPr/>
              <p:nvPr/>
            </p:nvSpPr>
            <p:spPr>
              <a:xfrm>
                <a:off x="6371744" y="3152058"/>
                <a:ext cx="417542" cy="300906"/>
              </a:xfrm>
              <a:custGeom>
                <a:avLst/>
                <a:gdLst/>
                <a:ahLst/>
                <a:cxnLst/>
                <a:rect l="l" t="t" r="r" b="b"/>
                <a:pathLst>
                  <a:path w="18576" h="13387" extrusionOk="0">
                    <a:moveTo>
                      <a:pt x="11569" y="1"/>
                    </a:moveTo>
                    <a:lnTo>
                      <a:pt x="11055" y="13"/>
                    </a:lnTo>
                    <a:lnTo>
                      <a:pt x="10554" y="51"/>
                    </a:lnTo>
                    <a:lnTo>
                      <a:pt x="10040" y="101"/>
                    </a:lnTo>
                    <a:lnTo>
                      <a:pt x="9539" y="176"/>
                    </a:lnTo>
                    <a:lnTo>
                      <a:pt x="9038" y="264"/>
                    </a:lnTo>
                    <a:lnTo>
                      <a:pt x="8536" y="377"/>
                    </a:lnTo>
                    <a:lnTo>
                      <a:pt x="8047" y="515"/>
                    </a:lnTo>
                    <a:lnTo>
                      <a:pt x="7559" y="665"/>
                    </a:lnTo>
                    <a:lnTo>
                      <a:pt x="7082" y="841"/>
                    </a:lnTo>
                    <a:lnTo>
                      <a:pt x="6619" y="1029"/>
                    </a:lnTo>
                    <a:lnTo>
                      <a:pt x="6155" y="1242"/>
                    </a:lnTo>
                    <a:lnTo>
                      <a:pt x="5704" y="1467"/>
                    </a:lnTo>
                    <a:lnTo>
                      <a:pt x="5252" y="1718"/>
                    </a:lnTo>
                    <a:lnTo>
                      <a:pt x="4814" y="1994"/>
                    </a:lnTo>
                    <a:lnTo>
                      <a:pt x="4400" y="2282"/>
                    </a:lnTo>
                    <a:lnTo>
                      <a:pt x="3974" y="2583"/>
                    </a:lnTo>
                    <a:lnTo>
                      <a:pt x="1279" y="4651"/>
                    </a:lnTo>
                    <a:lnTo>
                      <a:pt x="1104" y="4789"/>
                    </a:lnTo>
                    <a:lnTo>
                      <a:pt x="941" y="4952"/>
                    </a:lnTo>
                    <a:lnTo>
                      <a:pt x="791" y="5115"/>
                    </a:lnTo>
                    <a:lnTo>
                      <a:pt x="653" y="5290"/>
                    </a:lnTo>
                    <a:lnTo>
                      <a:pt x="527" y="5465"/>
                    </a:lnTo>
                    <a:lnTo>
                      <a:pt x="415" y="5653"/>
                    </a:lnTo>
                    <a:lnTo>
                      <a:pt x="314" y="5854"/>
                    </a:lnTo>
                    <a:lnTo>
                      <a:pt x="227" y="6055"/>
                    </a:lnTo>
                    <a:lnTo>
                      <a:pt x="151" y="6255"/>
                    </a:lnTo>
                    <a:lnTo>
                      <a:pt x="89" y="6468"/>
                    </a:lnTo>
                    <a:lnTo>
                      <a:pt x="51" y="6681"/>
                    </a:lnTo>
                    <a:lnTo>
                      <a:pt x="13" y="6907"/>
                    </a:lnTo>
                    <a:lnTo>
                      <a:pt x="1" y="7120"/>
                    </a:lnTo>
                    <a:lnTo>
                      <a:pt x="1" y="7345"/>
                    </a:lnTo>
                    <a:lnTo>
                      <a:pt x="13" y="7571"/>
                    </a:lnTo>
                    <a:lnTo>
                      <a:pt x="39" y="7797"/>
                    </a:lnTo>
                    <a:lnTo>
                      <a:pt x="991" y="13387"/>
                    </a:lnTo>
                    <a:lnTo>
                      <a:pt x="6343" y="10191"/>
                    </a:lnTo>
                    <a:lnTo>
                      <a:pt x="6581" y="10228"/>
                    </a:lnTo>
                    <a:lnTo>
                      <a:pt x="7258" y="10316"/>
                    </a:lnTo>
                    <a:lnTo>
                      <a:pt x="8298" y="10429"/>
                    </a:lnTo>
                    <a:lnTo>
                      <a:pt x="8925" y="10491"/>
                    </a:lnTo>
                    <a:lnTo>
                      <a:pt x="9614" y="10542"/>
                    </a:lnTo>
                    <a:lnTo>
                      <a:pt x="10354" y="10592"/>
                    </a:lnTo>
                    <a:lnTo>
                      <a:pt x="11131" y="10629"/>
                    </a:lnTo>
                    <a:lnTo>
                      <a:pt x="11945" y="10642"/>
                    </a:lnTo>
                    <a:lnTo>
                      <a:pt x="12772" y="10642"/>
                    </a:lnTo>
                    <a:lnTo>
                      <a:pt x="13625" y="10629"/>
                    </a:lnTo>
                    <a:lnTo>
                      <a:pt x="14477" y="10579"/>
                    </a:lnTo>
                    <a:lnTo>
                      <a:pt x="14903" y="10554"/>
                    </a:lnTo>
                    <a:lnTo>
                      <a:pt x="15317" y="10504"/>
                    </a:lnTo>
                    <a:lnTo>
                      <a:pt x="15743" y="10466"/>
                    </a:lnTo>
                    <a:lnTo>
                      <a:pt x="16144" y="10404"/>
                    </a:lnTo>
                    <a:lnTo>
                      <a:pt x="16269" y="10379"/>
                    </a:lnTo>
                    <a:lnTo>
                      <a:pt x="16395" y="10354"/>
                    </a:lnTo>
                    <a:lnTo>
                      <a:pt x="16507" y="10303"/>
                    </a:lnTo>
                    <a:lnTo>
                      <a:pt x="16620" y="10253"/>
                    </a:lnTo>
                    <a:lnTo>
                      <a:pt x="16733" y="10191"/>
                    </a:lnTo>
                    <a:lnTo>
                      <a:pt x="16833" y="10128"/>
                    </a:lnTo>
                    <a:lnTo>
                      <a:pt x="16921" y="10053"/>
                    </a:lnTo>
                    <a:lnTo>
                      <a:pt x="17009" y="9965"/>
                    </a:lnTo>
                    <a:lnTo>
                      <a:pt x="17097" y="9877"/>
                    </a:lnTo>
                    <a:lnTo>
                      <a:pt x="17172" y="9777"/>
                    </a:lnTo>
                    <a:lnTo>
                      <a:pt x="17234" y="9677"/>
                    </a:lnTo>
                    <a:lnTo>
                      <a:pt x="17297" y="9576"/>
                    </a:lnTo>
                    <a:lnTo>
                      <a:pt x="17347" y="9464"/>
                    </a:lnTo>
                    <a:lnTo>
                      <a:pt x="17385" y="9338"/>
                    </a:lnTo>
                    <a:lnTo>
                      <a:pt x="17422" y="9226"/>
                    </a:lnTo>
                    <a:lnTo>
                      <a:pt x="17435" y="9100"/>
                    </a:lnTo>
                    <a:lnTo>
                      <a:pt x="18563" y="1480"/>
                    </a:lnTo>
                    <a:lnTo>
                      <a:pt x="18575" y="1342"/>
                    </a:lnTo>
                    <a:lnTo>
                      <a:pt x="18563" y="1204"/>
                    </a:lnTo>
                    <a:lnTo>
                      <a:pt x="18550" y="1054"/>
                    </a:lnTo>
                    <a:lnTo>
                      <a:pt x="18513" y="928"/>
                    </a:lnTo>
                    <a:lnTo>
                      <a:pt x="18475" y="791"/>
                    </a:lnTo>
                    <a:lnTo>
                      <a:pt x="18413" y="678"/>
                    </a:lnTo>
                    <a:lnTo>
                      <a:pt x="18337" y="565"/>
                    </a:lnTo>
                    <a:lnTo>
                      <a:pt x="18262" y="452"/>
                    </a:lnTo>
                    <a:lnTo>
                      <a:pt x="18162" y="352"/>
                    </a:lnTo>
                    <a:lnTo>
                      <a:pt x="18062" y="264"/>
                    </a:lnTo>
                    <a:lnTo>
                      <a:pt x="17949" y="189"/>
                    </a:lnTo>
                    <a:lnTo>
                      <a:pt x="17823" y="126"/>
                    </a:lnTo>
                    <a:lnTo>
                      <a:pt x="17698" y="76"/>
                    </a:lnTo>
                    <a:lnTo>
                      <a:pt x="17560" y="39"/>
                    </a:lnTo>
                    <a:lnTo>
                      <a:pt x="17422" y="13"/>
                    </a:lnTo>
                    <a:lnTo>
                      <a:pt x="17272"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6">
                <a:extLst>
                  <a:ext uri="{FF2B5EF4-FFF2-40B4-BE49-F238E27FC236}">
                    <a16:creationId xmlns:a16="http://schemas.microsoft.com/office/drawing/2014/main" id="{1AC2B3BA-189A-7CD6-A7FF-B3EACDFDC134}"/>
                  </a:ext>
                </a:extLst>
              </p:cNvPr>
              <p:cNvSpPr/>
              <p:nvPr/>
            </p:nvSpPr>
            <p:spPr>
              <a:xfrm>
                <a:off x="4539445" y="3468990"/>
                <a:ext cx="1796559" cy="1069727"/>
              </a:xfrm>
              <a:custGeom>
                <a:avLst/>
                <a:gdLst/>
                <a:ahLst/>
                <a:cxnLst/>
                <a:rect l="l" t="t" r="r" b="b"/>
                <a:pathLst>
                  <a:path w="79927" h="47591" extrusionOk="0">
                    <a:moveTo>
                      <a:pt x="51738" y="1"/>
                    </a:moveTo>
                    <a:lnTo>
                      <a:pt x="50698" y="176"/>
                    </a:lnTo>
                    <a:lnTo>
                      <a:pt x="47916" y="640"/>
                    </a:lnTo>
                    <a:lnTo>
                      <a:pt x="43930" y="1330"/>
                    </a:lnTo>
                    <a:lnTo>
                      <a:pt x="41649" y="1731"/>
                    </a:lnTo>
                    <a:lnTo>
                      <a:pt x="39255" y="2157"/>
                    </a:lnTo>
                    <a:lnTo>
                      <a:pt x="36824" y="2608"/>
                    </a:lnTo>
                    <a:lnTo>
                      <a:pt x="34430" y="3059"/>
                    </a:lnTo>
                    <a:lnTo>
                      <a:pt x="32111" y="3523"/>
                    </a:lnTo>
                    <a:lnTo>
                      <a:pt x="29955" y="3962"/>
                    </a:lnTo>
                    <a:lnTo>
                      <a:pt x="28965" y="4187"/>
                    </a:lnTo>
                    <a:lnTo>
                      <a:pt x="28038" y="4400"/>
                    </a:lnTo>
                    <a:lnTo>
                      <a:pt x="27173" y="4601"/>
                    </a:lnTo>
                    <a:lnTo>
                      <a:pt x="26396" y="4801"/>
                    </a:lnTo>
                    <a:lnTo>
                      <a:pt x="25706" y="4989"/>
                    </a:lnTo>
                    <a:lnTo>
                      <a:pt x="25105" y="5165"/>
                    </a:lnTo>
                    <a:lnTo>
                      <a:pt x="24616" y="5328"/>
                    </a:lnTo>
                    <a:lnTo>
                      <a:pt x="24416" y="5403"/>
                    </a:lnTo>
                    <a:lnTo>
                      <a:pt x="24240" y="5478"/>
                    </a:lnTo>
                    <a:lnTo>
                      <a:pt x="24115" y="5553"/>
                    </a:lnTo>
                    <a:lnTo>
                      <a:pt x="23964" y="5691"/>
                    </a:lnTo>
                    <a:lnTo>
                      <a:pt x="23789" y="5867"/>
                    </a:lnTo>
                    <a:lnTo>
                      <a:pt x="23588" y="6092"/>
                    </a:lnTo>
                    <a:lnTo>
                      <a:pt x="23350" y="6355"/>
                    </a:lnTo>
                    <a:lnTo>
                      <a:pt x="23100" y="6669"/>
                    </a:lnTo>
                    <a:lnTo>
                      <a:pt x="22523" y="7433"/>
                    </a:lnTo>
                    <a:lnTo>
                      <a:pt x="21871" y="8336"/>
                    </a:lnTo>
                    <a:lnTo>
                      <a:pt x="21132" y="9401"/>
                    </a:lnTo>
                    <a:lnTo>
                      <a:pt x="20330" y="10579"/>
                    </a:lnTo>
                    <a:lnTo>
                      <a:pt x="19465" y="11883"/>
                    </a:lnTo>
                    <a:lnTo>
                      <a:pt x="18537" y="13286"/>
                    </a:lnTo>
                    <a:lnTo>
                      <a:pt x="17572" y="14790"/>
                    </a:lnTo>
                    <a:lnTo>
                      <a:pt x="16570" y="16357"/>
                    </a:lnTo>
                    <a:lnTo>
                      <a:pt x="15542" y="17999"/>
                    </a:lnTo>
                    <a:lnTo>
                      <a:pt x="13411" y="21408"/>
                    </a:lnTo>
                    <a:lnTo>
                      <a:pt x="11243" y="24905"/>
                    </a:lnTo>
                    <a:lnTo>
                      <a:pt x="9100" y="28402"/>
                    </a:lnTo>
                    <a:lnTo>
                      <a:pt x="7057" y="31773"/>
                    </a:lnTo>
                    <a:lnTo>
                      <a:pt x="5152" y="34906"/>
                    </a:lnTo>
                    <a:lnTo>
                      <a:pt x="3460" y="37726"/>
                    </a:lnTo>
                    <a:lnTo>
                      <a:pt x="953" y="41925"/>
                    </a:lnTo>
                    <a:lnTo>
                      <a:pt x="0" y="43517"/>
                    </a:lnTo>
                    <a:lnTo>
                      <a:pt x="6405" y="47590"/>
                    </a:lnTo>
                    <a:lnTo>
                      <a:pt x="29868" y="15605"/>
                    </a:lnTo>
                    <a:lnTo>
                      <a:pt x="55699" y="16019"/>
                    </a:lnTo>
                    <a:lnTo>
                      <a:pt x="55937" y="15931"/>
                    </a:lnTo>
                    <a:lnTo>
                      <a:pt x="56626" y="15693"/>
                    </a:lnTo>
                    <a:lnTo>
                      <a:pt x="57692" y="15304"/>
                    </a:lnTo>
                    <a:lnTo>
                      <a:pt x="59083" y="14765"/>
                    </a:lnTo>
                    <a:lnTo>
                      <a:pt x="59873" y="14452"/>
                    </a:lnTo>
                    <a:lnTo>
                      <a:pt x="60737" y="14101"/>
                    </a:lnTo>
                    <a:lnTo>
                      <a:pt x="61640" y="13712"/>
                    </a:lnTo>
                    <a:lnTo>
                      <a:pt x="62592" y="13299"/>
                    </a:lnTo>
                    <a:lnTo>
                      <a:pt x="63595" y="12860"/>
                    </a:lnTo>
                    <a:lnTo>
                      <a:pt x="64610" y="12384"/>
                    </a:lnTo>
                    <a:lnTo>
                      <a:pt x="65663" y="11883"/>
                    </a:lnTo>
                    <a:lnTo>
                      <a:pt x="66716" y="11356"/>
                    </a:lnTo>
                    <a:lnTo>
                      <a:pt x="67794" y="10805"/>
                    </a:lnTo>
                    <a:lnTo>
                      <a:pt x="68859" y="10216"/>
                    </a:lnTo>
                    <a:lnTo>
                      <a:pt x="69924" y="9614"/>
                    </a:lnTo>
                    <a:lnTo>
                      <a:pt x="70977" y="8987"/>
                    </a:lnTo>
                    <a:lnTo>
                      <a:pt x="71491" y="8662"/>
                    </a:lnTo>
                    <a:lnTo>
                      <a:pt x="72005" y="8336"/>
                    </a:lnTo>
                    <a:lnTo>
                      <a:pt x="72519" y="8010"/>
                    </a:lnTo>
                    <a:lnTo>
                      <a:pt x="73008" y="7671"/>
                    </a:lnTo>
                    <a:lnTo>
                      <a:pt x="73497" y="7320"/>
                    </a:lnTo>
                    <a:lnTo>
                      <a:pt x="73985" y="6982"/>
                    </a:lnTo>
                    <a:lnTo>
                      <a:pt x="74449" y="6631"/>
                    </a:lnTo>
                    <a:lnTo>
                      <a:pt x="74913" y="6268"/>
                    </a:lnTo>
                    <a:lnTo>
                      <a:pt x="75351" y="5904"/>
                    </a:lnTo>
                    <a:lnTo>
                      <a:pt x="75790" y="5541"/>
                    </a:lnTo>
                    <a:lnTo>
                      <a:pt x="76204" y="5165"/>
                    </a:lnTo>
                    <a:lnTo>
                      <a:pt x="76605" y="4789"/>
                    </a:lnTo>
                    <a:lnTo>
                      <a:pt x="76993" y="4413"/>
                    </a:lnTo>
                    <a:lnTo>
                      <a:pt x="77357" y="4024"/>
                    </a:lnTo>
                    <a:lnTo>
                      <a:pt x="77708" y="3648"/>
                    </a:lnTo>
                    <a:lnTo>
                      <a:pt x="78046" y="3247"/>
                    </a:lnTo>
                    <a:lnTo>
                      <a:pt x="78359" y="2859"/>
                    </a:lnTo>
                    <a:lnTo>
                      <a:pt x="78648" y="2458"/>
                    </a:lnTo>
                    <a:lnTo>
                      <a:pt x="78923" y="2056"/>
                    </a:lnTo>
                    <a:lnTo>
                      <a:pt x="79174" y="1655"/>
                    </a:lnTo>
                    <a:lnTo>
                      <a:pt x="79400" y="1242"/>
                    </a:lnTo>
                    <a:lnTo>
                      <a:pt x="79600" y="828"/>
                    </a:lnTo>
                    <a:lnTo>
                      <a:pt x="79776" y="415"/>
                    </a:lnTo>
                    <a:lnTo>
                      <a:pt x="7992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6">
                <a:extLst>
                  <a:ext uri="{FF2B5EF4-FFF2-40B4-BE49-F238E27FC236}">
                    <a16:creationId xmlns:a16="http://schemas.microsoft.com/office/drawing/2014/main" id="{EC564C5D-B974-01F5-0A2C-DAF36057BE62}"/>
                  </a:ext>
                </a:extLst>
              </p:cNvPr>
              <p:cNvSpPr/>
              <p:nvPr/>
            </p:nvSpPr>
            <p:spPr>
              <a:xfrm>
                <a:off x="4501975" y="4419519"/>
                <a:ext cx="211311" cy="208771"/>
              </a:xfrm>
              <a:custGeom>
                <a:avLst/>
                <a:gdLst/>
                <a:ahLst/>
                <a:cxnLst/>
                <a:rect l="l" t="t" r="r" b="b"/>
                <a:pathLst>
                  <a:path w="9401" h="9288" extrusionOk="0">
                    <a:moveTo>
                      <a:pt x="4187" y="1"/>
                    </a:moveTo>
                    <a:lnTo>
                      <a:pt x="4086" y="189"/>
                    </a:lnTo>
                    <a:lnTo>
                      <a:pt x="3786" y="702"/>
                    </a:lnTo>
                    <a:lnTo>
                      <a:pt x="3334" y="1442"/>
                    </a:lnTo>
                    <a:lnTo>
                      <a:pt x="3071" y="1868"/>
                    </a:lnTo>
                    <a:lnTo>
                      <a:pt x="2770" y="2307"/>
                    </a:lnTo>
                    <a:lnTo>
                      <a:pt x="2457" y="2758"/>
                    </a:lnTo>
                    <a:lnTo>
                      <a:pt x="2119" y="3209"/>
                    </a:lnTo>
                    <a:lnTo>
                      <a:pt x="1768" y="3648"/>
                    </a:lnTo>
                    <a:lnTo>
                      <a:pt x="1417" y="4061"/>
                    </a:lnTo>
                    <a:lnTo>
                      <a:pt x="1241" y="4262"/>
                    </a:lnTo>
                    <a:lnTo>
                      <a:pt x="1053" y="4437"/>
                    </a:lnTo>
                    <a:lnTo>
                      <a:pt x="878" y="4613"/>
                    </a:lnTo>
                    <a:lnTo>
                      <a:pt x="702" y="4763"/>
                    </a:lnTo>
                    <a:lnTo>
                      <a:pt x="527" y="4901"/>
                    </a:lnTo>
                    <a:lnTo>
                      <a:pt x="339" y="5026"/>
                    </a:lnTo>
                    <a:lnTo>
                      <a:pt x="176" y="5127"/>
                    </a:lnTo>
                    <a:lnTo>
                      <a:pt x="0" y="5214"/>
                    </a:lnTo>
                    <a:lnTo>
                      <a:pt x="13" y="5377"/>
                    </a:lnTo>
                    <a:lnTo>
                      <a:pt x="38" y="5553"/>
                    </a:lnTo>
                    <a:lnTo>
                      <a:pt x="63" y="5778"/>
                    </a:lnTo>
                    <a:lnTo>
                      <a:pt x="113" y="6054"/>
                    </a:lnTo>
                    <a:lnTo>
                      <a:pt x="188" y="6367"/>
                    </a:lnTo>
                    <a:lnTo>
                      <a:pt x="289" y="6693"/>
                    </a:lnTo>
                    <a:lnTo>
                      <a:pt x="427" y="7044"/>
                    </a:lnTo>
                    <a:lnTo>
                      <a:pt x="502" y="7220"/>
                    </a:lnTo>
                    <a:lnTo>
                      <a:pt x="577" y="7395"/>
                    </a:lnTo>
                    <a:lnTo>
                      <a:pt x="677" y="7571"/>
                    </a:lnTo>
                    <a:lnTo>
                      <a:pt x="778" y="7746"/>
                    </a:lnTo>
                    <a:lnTo>
                      <a:pt x="890" y="7922"/>
                    </a:lnTo>
                    <a:lnTo>
                      <a:pt x="1016" y="8085"/>
                    </a:lnTo>
                    <a:lnTo>
                      <a:pt x="1154" y="8235"/>
                    </a:lnTo>
                    <a:lnTo>
                      <a:pt x="1291" y="8398"/>
                    </a:lnTo>
                    <a:lnTo>
                      <a:pt x="1454" y="8536"/>
                    </a:lnTo>
                    <a:lnTo>
                      <a:pt x="1617" y="8661"/>
                    </a:lnTo>
                    <a:lnTo>
                      <a:pt x="1805" y="8786"/>
                    </a:lnTo>
                    <a:lnTo>
                      <a:pt x="1993" y="8899"/>
                    </a:lnTo>
                    <a:lnTo>
                      <a:pt x="2206" y="8999"/>
                    </a:lnTo>
                    <a:lnTo>
                      <a:pt x="2419" y="9075"/>
                    </a:lnTo>
                    <a:lnTo>
                      <a:pt x="2658" y="9137"/>
                    </a:lnTo>
                    <a:lnTo>
                      <a:pt x="2908" y="9187"/>
                    </a:lnTo>
                    <a:lnTo>
                      <a:pt x="3410" y="9250"/>
                    </a:lnTo>
                    <a:lnTo>
                      <a:pt x="3873" y="9275"/>
                    </a:lnTo>
                    <a:lnTo>
                      <a:pt x="4287" y="9288"/>
                    </a:lnTo>
                    <a:lnTo>
                      <a:pt x="4663" y="9263"/>
                    </a:lnTo>
                    <a:lnTo>
                      <a:pt x="5001" y="9225"/>
                    </a:lnTo>
                    <a:lnTo>
                      <a:pt x="5315" y="9162"/>
                    </a:lnTo>
                    <a:lnTo>
                      <a:pt x="5578" y="9100"/>
                    </a:lnTo>
                    <a:lnTo>
                      <a:pt x="5816" y="9025"/>
                    </a:lnTo>
                    <a:lnTo>
                      <a:pt x="6017" y="8937"/>
                    </a:lnTo>
                    <a:lnTo>
                      <a:pt x="6192" y="8849"/>
                    </a:lnTo>
                    <a:lnTo>
                      <a:pt x="6342" y="8774"/>
                    </a:lnTo>
                    <a:lnTo>
                      <a:pt x="6455" y="8699"/>
                    </a:lnTo>
                    <a:lnTo>
                      <a:pt x="6606" y="8586"/>
                    </a:lnTo>
                    <a:lnTo>
                      <a:pt x="6643" y="8536"/>
                    </a:lnTo>
                    <a:lnTo>
                      <a:pt x="9401" y="2307"/>
                    </a:lnTo>
                    <a:lnTo>
                      <a:pt x="4187"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a:extLst>
                  <a:ext uri="{FF2B5EF4-FFF2-40B4-BE49-F238E27FC236}">
                    <a16:creationId xmlns:a16="http://schemas.microsoft.com/office/drawing/2014/main" id="{5E7AC7A3-1A54-B38A-FACE-B9514FED99DF}"/>
                  </a:ext>
                </a:extLst>
              </p:cNvPr>
              <p:cNvSpPr/>
              <p:nvPr/>
            </p:nvSpPr>
            <p:spPr>
              <a:xfrm>
                <a:off x="4232358" y="4461777"/>
                <a:ext cx="422060" cy="263706"/>
              </a:xfrm>
              <a:custGeom>
                <a:avLst/>
                <a:gdLst/>
                <a:ahLst/>
                <a:cxnLst/>
                <a:rect l="l" t="t" r="r" b="b"/>
                <a:pathLst>
                  <a:path w="18777" h="11732" extrusionOk="0">
                    <a:moveTo>
                      <a:pt x="2119" y="1"/>
                    </a:moveTo>
                    <a:lnTo>
                      <a:pt x="2069" y="13"/>
                    </a:lnTo>
                    <a:lnTo>
                      <a:pt x="1944" y="38"/>
                    </a:lnTo>
                    <a:lnTo>
                      <a:pt x="1793" y="101"/>
                    </a:lnTo>
                    <a:lnTo>
                      <a:pt x="1643" y="176"/>
                    </a:lnTo>
                    <a:lnTo>
                      <a:pt x="1467" y="264"/>
                    </a:lnTo>
                    <a:lnTo>
                      <a:pt x="1292" y="364"/>
                    </a:lnTo>
                    <a:lnTo>
                      <a:pt x="1116" y="477"/>
                    </a:lnTo>
                    <a:lnTo>
                      <a:pt x="941" y="602"/>
                    </a:lnTo>
                    <a:lnTo>
                      <a:pt x="765" y="727"/>
                    </a:lnTo>
                    <a:lnTo>
                      <a:pt x="603" y="853"/>
                    </a:lnTo>
                    <a:lnTo>
                      <a:pt x="452" y="991"/>
                    </a:lnTo>
                    <a:lnTo>
                      <a:pt x="314" y="1129"/>
                    </a:lnTo>
                    <a:lnTo>
                      <a:pt x="201" y="1254"/>
                    </a:lnTo>
                    <a:lnTo>
                      <a:pt x="114" y="1379"/>
                    </a:lnTo>
                    <a:lnTo>
                      <a:pt x="39" y="1505"/>
                    </a:lnTo>
                    <a:lnTo>
                      <a:pt x="13" y="1617"/>
                    </a:lnTo>
                    <a:lnTo>
                      <a:pt x="1" y="1667"/>
                    </a:lnTo>
                    <a:lnTo>
                      <a:pt x="1" y="1718"/>
                    </a:lnTo>
                    <a:lnTo>
                      <a:pt x="39" y="1830"/>
                    </a:lnTo>
                    <a:lnTo>
                      <a:pt x="89" y="1993"/>
                    </a:lnTo>
                    <a:lnTo>
                      <a:pt x="164" y="2181"/>
                    </a:lnTo>
                    <a:lnTo>
                      <a:pt x="264" y="2407"/>
                    </a:lnTo>
                    <a:lnTo>
                      <a:pt x="377" y="2645"/>
                    </a:lnTo>
                    <a:lnTo>
                      <a:pt x="515" y="2921"/>
                    </a:lnTo>
                    <a:lnTo>
                      <a:pt x="665" y="3184"/>
                    </a:lnTo>
                    <a:lnTo>
                      <a:pt x="841" y="3472"/>
                    </a:lnTo>
                    <a:lnTo>
                      <a:pt x="1016" y="3761"/>
                    </a:lnTo>
                    <a:lnTo>
                      <a:pt x="1217" y="4036"/>
                    </a:lnTo>
                    <a:lnTo>
                      <a:pt x="1417" y="4299"/>
                    </a:lnTo>
                    <a:lnTo>
                      <a:pt x="1630" y="4550"/>
                    </a:lnTo>
                    <a:lnTo>
                      <a:pt x="1856" y="4776"/>
                    </a:lnTo>
                    <a:lnTo>
                      <a:pt x="2081" y="4976"/>
                    </a:lnTo>
                    <a:lnTo>
                      <a:pt x="2194" y="5064"/>
                    </a:lnTo>
                    <a:lnTo>
                      <a:pt x="2307" y="5139"/>
                    </a:lnTo>
                    <a:lnTo>
                      <a:pt x="2420" y="5202"/>
                    </a:lnTo>
                    <a:lnTo>
                      <a:pt x="2545" y="5265"/>
                    </a:lnTo>
                    <a:lnTo>
                      <a:pt x="17209" y="11732"/>
                    </a:lnTo>
                    <a:lnTo>
                      <a:pt x="17410" y="11581"/>
                    </a:lnTo>
                    <a:lnTo>
                      <a:pt x="17598" y="11406"/>
                    </a:lnTo>
                    <a:lnTo>
                      <a:pt x="17761" y="11230"/>
                    </a:lnTo>
                    <a:lnTo>
                      <a:pt x="17911" y="11042"/>
                    </a:lnTo>
                    <a:lnTo>
                      <a:pt x="18049" y="10842"/>
                    </a:lnTo>
                    <a:lnTo>
                      <a:pt x="18162" y="10654"/>
                    </a:lnTo>
                    <a:lnTo>
                      <a:pt x="18275" y="10441"/>
                    </a:lnTo>
                    <a:lnTo>
                      <a:pt x="18375" y="10240"/>
                    </a:lnTo>
                    <a:lnTo>
                      <a:pt x="18450" y="10027"/>
                    </a:lnTo>
                    <a:lnTo>
                      <a:pt x="18525" y="9827"/>
                    </a:lnTo>
                    <a:lnTo>
                      <a:pt x="18588" y="9614"/>
                    </a:lnTo>
                    <a:lnTo>
                      <a:pt x="18638" y="9401"/>
                    </a:lnTo>
                    <a:lnTo>
                      <a:pt x="18688" y="9187"/>
                    </a:lnTo>
                    <a:lnTo>
                      <a:pt x="18713" y="8974"/>
                    </a:lnTo>
                    <a:lnTo>
                      <a:pt x="18764" y="8573"/>
                    </a:lnTo>
                    <a:lnTo>
                      <a:pt x="18776" y="8185"/>
                    </a:lnTo>
                    <a:lnTo>
                      <a:pt x="18776" y="7821"/>
                    </a:lnTo>
                    <a:lnTo>
                      <a:pt x="18764" y="7495"/>
                    </a:lnTo>
                    <a:lnTo>
                      <a:pt x="18726" y="7220"/>
                    </a:lnTo>
                    <a:lnTo>
                      <a:pt x="18701" y="6982"/>
                    </a:lnTo>
                    <a:lnTo>
                      <a:pt x="18676" y="6806"/>
                    </a:lnTo>
                    <a:lnTo>
                      <a:pt x="18638" y="6656"/>
                    </a:lnTo>
                    <a:lnTo>
                      <a:pt x="18488" y="6718"/>
                    </a:lnTo>
                    <a:lnTo>
                      <a:pt x="18312" y="6781"/>
                    </a:lnTo>
                    <a:lnTo>
                      <a:pt x="18137" y="6831"/>
                    </a:lnTo>
                    <a:lnTo>
                      <a:pt x="17961" y="6869"/>
                    </a:lnTo>
                    <a:lnTo>
                      <a:pt x="17773" y="6906"/>
                    </a:lnTo>
                    <a:lnTo>
                      <a:pt x="17573" y="6931"/>
                    </a:lnTo>
                    <a:lnTo>
                      <a:pt x="17172" y="6957"/>
                    </a:lnTo>
                    <a:lnTo>
                      <a:pt x="16758" y="6969"/>
                    </a:lnTo>
                    <a:lnTo>
                      <a:pt x="16345" y="6957"/>
                    </a:lnTo>
                    <a:lnTo>
                      <a:pt x="15931" y="6919"/>
                    </a:lnTo>
                    <a:lnTo>
                      <a:pt x="15542" y="6881"/>
                    </a:lnTo>
                    <a:lnTo>
                      <a:pt x="15154" y="6831"/>
                    </a:lnTo>
                    <a:lnTo>
                      <a:pt x="14803" y="6769"/>
                    </a:lnTo>
                    <a:lnTo>
                      <a:pt x="14214" y="6656"/>
                    </a:lnTo>
                    <a:lnTo>
                      <a:pt x="13813" y="6568"/>
                    </a:lnTo>
                    <a:lnTo>
                      <a:pt x="13662" y="6530"/>
                    </a:lnTo>
                    <a:lnTo>
                      <a:pt x="13825" y="6455"/>
                    </a:lnTo>
                    <a:lnTo>
                      <a:pt x="14001" y="6355"/>
                    </a:lnTo>
                    <a:lnTo>
                      <a:pt x="14164" y="6255"/>
                    </a:lnTo>
                    <a:lnTo>
                      <a:pt x="14339" y="6142"/>
                    </a:lnTo>
                    <a:lnTo>
                      <a:pt x="14678" y="5879"/>
                    </a:lnTo>
                    <a:lnTo>
                      <a:pt x="14991" y="5615"/>
                    </a:lnTo>
                    <a:lnTo>
                      <a:pt x="15267" y="5365"/>
                    </a:lnTo>
                    <a:lnTo>
                      <a:pt x="15467" y="5139"/>
                    </a:lnTo>
                    <a:lnTo>
                      <a:pt x="15555" y="5039"/>
                    </a:lnTo>
                    <a:lnTo>
                      <a:pt x="15605" y="4964"/>
                    </a:lnTo>
                    <a:lnTo>
                      <a:pt x="15630" y="4889"/>
                    </a:lnTo>
                    <a:lnTo>
                      <a:pt x="15643" y="4851"/>
                    </a:lnTo>
                    <a:lnTo>
                      <a:pt x="15605" y="4776"/>
                    </a:lnTo>
                    <a:lnTo>
                      <a:pt x="15517" y="4650"/>
                    </a:lnTo>
                    <a:lnTo>
                      <a:pt x="15254" y="4262"/>
                    </a:lnTo>
                    <a:lnTo>
                      <a:pt x="15066" y="4024"/>
                    </a:lnTo>
                    <a:lnTo>
                      <a:pt x="14853" y="3748"/>
                    </a:lnTo>
                    <a:lnTo>
                      <a:pt x="14627" y="3472"/>
                    </a:lnTo>
                    <a:lnTo>
                      <a:pt x="14389" y="3197"/>
                    </a:lnTo>
                    <a:lnTo>
                      <a:pt x="14139" y="2933"/>
                    </a:lnTo>
                    <a:lnTo>
                      <a:pt x="13875" y="2683"/>
                    </a:lnTo>
                    <a:lnTo>
                      <a:pt x="13625" y="2470"/>
                    </a:lnTo>
                    <a:lnTo>
                      <a:pt x="13499" y="2369"/>
                    </a:lnTo>
                    <a:lnTo>
                      <a:pt x="13374" y="2282"/>
                    </a:lnTo>
                    <a:lnTo>
                      <a:pt x="13261" y="2219"/>
                    </a:lnTo>
                    <a:lnTo>
                      <a:pt x="13136" y="2156"/>
                    </a:lnTo>
                    <a:lnTo>
                      <a:pt x="13036" y="2106"/>
                    </a:lnTo>
                    <a:lnTo>
                      <a:pt x="12923" y="2081"/>
                    </a:lnTo>
                    <a:lnTo>
                      <a:pt x="12823" y="2069"/>
                    </a:lnTo>
                    <a:lnTo>
                      <a:pt x="12722" y="2081"/>
                    </a:lnTo>
                    <a:lnTo>
                      <a:pt x="12635" y="2106"/>
                    </a:lnTo>
                    <a:lnTo>
                      <a:pt x="12547" y="2156"/>
                    </a:lnTo>
                    <a:lnTo>
                      <a:pt x="12459" y="2206"/>
                    </a:lnTo>
                    <a:lnTo>
                      <a:pt x="12334" y="2257"/>
                    </a:lnTo>
                    <a:lnTo>
                      <a:pt x="12171" y="2294"/>
                    </a:lnTo>
                    <a:lnTo>
                      <a:pt x="11995" y="2332"/>
                    </a:lnTo>
                    <a:lnTo>
                      <a:pt x="11782" y="2357"/>
                    </a:lnTo>
                    <a:lnTo>
                      <a:pt x="11544" y="2382"/>
                    </a:lnTo>
                    <a:lnTo>
                      <a:pt x="11030" y="2407"/>
                    </a:lnTo>
                    <a:lnTo>
                      <a:pt x="10429" y="2419"/>
                    </a:lnTo>
                    <a:lnTo>
                      <a:pt x="9790" y="2394"/>
                    </a:lnTo>
                    <a:lnTo>
                      <a:pt x="9113" y="2369"/>
                    </a:lnTo>
                    <a:lnTo>
                      <a:pt x="8423" y="2332"/>
                    </a:lnTo>
                    <a:lnTo>
                      <a:pt x="7734" y="2269"/>
                    </a:lnTo>
                    <a:lnTo>
                      <a:pt x="7057" y="2206"/>
                    </a:lnTo>
                    <a:lnTo>
                      <a:pt x="6431" y="2131"/>
                    </a:lnTo>
                    <a:lnTo>
                      <a:pt x="5842" y="2043"/>
                    </a:lnTo>
                    <a:lnTo>
                      <a:pt x="5328" y="1968"/>
                    </a:lnTo>
                    <a:lnTo>
                      <a:pt x="4889" y="1881"/>
                    </a:lnTo>
                    <a:lnTo>
                      <a:pt x="4563" y="1793"/>
                    </a:lnTo>
                    <a:lnTo>
                      <a:pt x="4450" y="1755"/>
                    </a:lnTo>
                    <a:lnTo>
                      <a:pt x="4363" y="1705"/>
                    </a:lnTo>
                    <a:lnTo>
                      <a:pt x="4162" y="1592"/>
                    </a:lnTo>
                    <a:lnTo>
                      <a:pt x="3974" y="1454"/>
                    </a:lnTo>
                    <a:lnTo>
                      <a:pt x="3799" y="1317"/>
                    </a:lnTo>
                    <a:lnTo>
                      <a:pt x="3623" y="1166"/>
                    </a:lnTo>
                    <a:lnTo>
                      <a:pt x="3322" y="865"/>
                    </a:lnTo>
                    <a:lnTo>
                      <a:pt x="3034" y="577"/>
                    </a:lnTo>
                    <a:lnTo>
                      <a:pt x="2771" y="326"/>
                    </a:lnTo>
                    <a:lnTo>
                      <a:pt x="2658" y="214"/>
                    </a:lnTo>
                    <a:lnTo>
                      <a:pt x="2533" y="126"/>
                    </a:lnTo>
                    <a:lnTo>
                      <a:pt x="2420" y="63"/>
                    </a:lnTo>
                    <a:lnTo>
                      <a:pt x="2295" y="13"/>
                    </a:lnTo>
                    <a:lnTo>
                      <a:pt x="218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a:extLst>
                  <a:ext uri="{FF2B5EF4-FFF2-40B4-BE49-F238E27FC236}">
                    <a16:creationId xmlns:a16="http://schemas.microsoft.com/office/drawing/2014/main" id="{7EA7AAE3-15A4-E054-E253-4205BC80937E}"/>
                  </a:ext>
                </a:extLst>
              </p:cNvPr>
              <p:cNvSpPr/>
              <p:nvPr/>
            </p:nvSpPr>
            <p:spPr>
              <a:xfrm>
                <a:off x="5715063" y="4447121"/>
                <a:ext cx="167075" cy="210749"/>
              </a:xfrm>
              <a:custGeom>
                <a:avLst/>
                <a:gdLst/>
                <a:ahLst/>
                <a:cxnLst/>
                <a:rect l="l" t="t" r="r" b="b"/>
                <a:pathLst>
                  <a:path w="7433" h="9376" extrusionOk="0">
                    <a:moveTo>
                      <a:pt x="627" y="1"/>
                    </a:moveTo>
                    <a:lnTo>
                      <a:pt x="665" y="226"/>
                    </a:lnTo>
                    <a:lnTo>
                      <a:pt x="715" y="853"/>
                    </a:lnTo>
                    <a:lnTo>
                      <a:pt x="752" y="1279"/>
                    </a:lnTo>
                    <a:lnTo>
                      <a:pt x="778" y="1768"/>
                    </a:lnTo>
                    <a:lnTo>
                      <a:pt x="803" y="2294"/>
                    </a:lnTo>
                    <a:lnTo>
                      <a:pt x="815" y="2858"/>
                    </a:lnTo>
                    <a:lnTo>
                      <a:pt x="815" y="3435"/>
                    </a:lnTo>
                    <a:lnTo>
                      <a:pt x="790" y="4011"/>
                    </a:lnTo>
                    <a:lnTo>
                      <a:pt x="740" y="4588"/>
                    </a:lnTo>
                    <a:lnTo>
                      <a:pt x="702" y="4864"/>
                    </a:lnTo>
                    <a:lnTo>
                      <a:pt x="665" y="5127"/>
                    </a:lnTo>
                    <a:lnTo>
                      <a:pt x="615" y="5390"/>
                    </a:lnTo>
                    <a:lnTo>
                      <a:pt x="552" y="5641"/>
                    </a:lnTo>
                    <a:lnTo>
                      <a:pt x="489" y="5879"/>
                    </a:lnTo>
                    <a:lnTo>
                      <a:pt x="414" y="6092"/>
                    </a:lnTo>
                    <a:lnTo>
                      <a:pt x="326" y="6305"/>
                    </a:lnTo>
                    <a:lnTo>
                      <a:pt x="226" y="6493"/>
                    </a:lnTo>
                    <a:lnTo>
                      <a:pt x="126" y="6669"/>
                    </a:lnTo>
                    <a:lnTo>
                      <a:pt x="0" y="6806"/>
                    </a:lnTo>
                    <a:lnTo>
                      <a:pt x="76" y="6944"/>
                    </a:lnTo>
                    <a:lnTo>
                      <a:pt x="163" y="7107"/>
                    </a:lnTo>
                    <a:lnTo>
                      <a:pt x="289" y="7295"/>
                    </a:lnTo>
                    <a:lnTo>
                      <a:pt x="452" y="7533"/>
                    </a:lnTo>
                    <a:lnTo>
                      <a:pt x="640" y="7784"/>
                    </a:lnTo>
                    <a:lnTo>
                      <a:pt x="865" y="8047"/>
                    </a:lnTo>
                    <a:lnTo>
                      <a:pt x="1128" y="8310"/>
                    </a:lnTo>
                    <a:lnTo>
                      <a:pt x="1266" y="8448"/>
                    </a:lnTo>
                    <a:lnTo>
                      <a:pt x="1417" y="8574"/>
                    </a:lnTo>
                    <a:lnTo>
                      <a:pt x="1567" y="8699"/>
                    </a:lnTo>
                    <a:lnTo>
                      <a:pt x="1743" y="8812"/>
                    </a:lnTo>
                    <a:lnTo>
                      <a:pt x="1906" y="8925"/>
                    </a:lnTo>
                    <a:lnTo>
                      <a:pt x="2094" y="9025"/>
                    </a:lnTo>
                    <a:lnTo>
                      <a:pt x="2269" y="9113"/>
                    </a:lnTo>
                    <a:lnTo>
                      <a:pt x="2470" y="9188"/>
                    </a:lnTo>
                    <a:lnTo>
                      <a:pt x="2670" y="9263"/>
                    </a:lnTo>
                    <a:lnTo>
                      <a:pt x="2883" y="9313"/>
                    </a:lnTo>
                    <a:lnTo>
                      <a:pt x="3096" y="9351"/>
                    </a:lnTo>
                    <a:lnTo>
                      <a:pt x="3309" y="9376"/>
                    </a:lnTo>
                    <a:lnTo>
                      <a:pt x="3547" y="9376"/>
                    </a:lnTo>
                    <a:lnTo>
                      <a:pt x="3786" y="9363"/>
                    </a:lnTo>
                    <a:lnTo>
                      <a:pt x="4024" y="9326"/>
                    </a:lnTo>
                    <a:lnTo>
                      <a:pt x="4274" y="9263"/>
                    </a:lnTo>
                    <a:lnTo>
                      <a:pt x="4751" y="9125"/>
                    </a:lnTo>
                    <a:lnTo>
                      <a:pt x="5177" y="8962"/>
                    </a:lnTo>
                    <a:lnTo>
                      <a:pt x="5565" y="8799"/>
                    </a:lnTo>
                    <a:lnTo>
                      <a:pt x="5904" y="8624"/>
                    </a:lnTo>
                    <a:lnTo>
                      <a:pt x="6205" y="8448"/>
                    </a:lnTo>
                    <a:lnTo>
                      <a:pt x="6455" y="8285"/>
                    </a:lnTo>
                    <a:lnTo>
                      <a:pt x="6681" y="8110"/>
                    </a:lnTo>
                    <a:lnTo>
                      <a:pt x="6856" y="7934"/>
                    </a:lnTo>
                    <a:lnTo>
                      <a:pt x="7019" y="7784"/>
                    </a:lnTo>
                    <a:lnTo>
                      <a:pt x="7145" y="7634"/>
                    </a:lnTo>
                    <a:lnTo>
                      <a:pt x="7232" y="7508"/>
                    </a:lnTo>
                    <a:lnTo>
                      <a:pt x="7307" y="7395"/>
                    </a:lnTo>
                    <a:lnTo>
                      <a:pt x="7408" y="7220"/>
                    </a:lnTo>
                    <a:lnTo>
                      <a:pt x="7433" y="7170"/>
                    </a:lnTo>
                    <a:lnTo>
                      <a:pt x="6330"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6">
                <a:extLst>
                  <a:ext uri="{FF2B5EF4-FFF2-40B4-BE49-F238E27FC236}">
                    <a16:creationId xmlns:a16="http://schemas.microsoft.com/office/drawing/2014/main" id="{97BFFE7F-833F-56F7-367D-85FEE1385413}"/>
                  </a:ext>
                </a:extLst>
              </p:cNvPr>
              <p:cNvSpPr/>
              <p:nvPr/>
            </p:nvSpPr>
            <p:spPr>
              <a:xfrm>
                <a:off x="5452774" y="4565443"/>
                <a:ext cx="456136" cy="160332"/>
              </a:xfrm>
              <a:custGeom>
                <a:avLst/>
                <a:gdLst/>
                <a:ahLst/>
                <a:cxnLst/>
                <a:rect l="l" t="t" r="r" b="b"/>
                <a:pathLst>
                  <a:path w="20293" h="7133" extrusionOk="0">
                    <a:moveTo>
                      <a:pt x="12246" y="1"/>
                    </a:moveTo>
                    <a:lnTo>
                      <a:pt x="12121" y="13"/>
                    </a:lnTo>
                    <a:lnTo>
                      <a:pt x="12020" y="26"/>
                    </a:lnTo>
                    <a:lnTo>
                      <a:pt x="11920" y="51"/>
                    </a:lnTo>
                    <a:lnTo>
                      <a:pt x="11832" y="101"/>
                    </a:lnTo>
                    <a:lnTo>
                      <a:pt x="11757" y="164"/>
                    </a:lnTo>
                    <a:lnTo>
                      <a:pt x="11707" y="239"/>
                    </a:lnTo>
                    <a:lnTo>
                      <a:pt x="11644" y="327"/>
                    </a:lnTo>
                    <a:lnTo>
                      <a:pt x="11544" y="427"/>
                    </a:lnTo>
                    <a:lnTo>
                      <a:pt x="11419" y="527"/>
                    </a:lnTo>
                    <a:lnTo>
                      <a:pt x="11268" y="627"/>
                    </a:lnTo>
                    <a:lnTo>
                      <a:pt x="11080" y="740"/>
                    </a:lnTo>
                    <a:lnTo>
                      <a:pt x="10880" y="853"/>
                    </a:lnTo>
                    <a:lnTo>
                      <a:pt x="10416" y="1091"/>
                    </a:lnTo>
                    <a:lnTo>
                      <a:pt x="9877" y="1329"/>
                    </a:lnTo>
                    <a:lnTo>
                      <a:pt x="9276" y="1580"/>
                    </a:lnTo>
                    <a:lnTo>
                      <a:pt x="8649" y="1818"/>
                    </a:lnTo>
                    <a:lnTo>
                      <a:pt x="7997" y="2056"/>
                    </a:lnTo>
                    <a:lnTo>
                      <a:pt x="7345" y="2294"/>
                    </a:lnTo>
                    <a:lnTo>
                      <a:pt x="6706" y="2495"/>
                    </a:lnTo>
                    <a:lnTo>
                      <a:pt x="6092" y="2683"/>
                    </a:lnTo>
                    <a:lnTo>
                      <a:pt x="5516" y="2846"/>
                    </a:lnTo>
                    <a:lnTo>
                      <a:pt x="5014" y="2984"/>
                    </a:lnTo>
                    <a:lnTo>
                      <a:pt x="4588" y="3071"/>
                    </a:lnTo>
                    <a:lnTo>
                      <a:pt x="4250" y="3134"/>
                    </a:lnTo>
                    <a:lnTo>
                      <a:pt x="4124" y="3147"/>
                    </a:lnTo>
                    <a:lnTo>
                      <a:pt x="4024" y="3134"/>
                    </a:lnTo>
                    <a:lnTo>
                      <a:pt x="3798" y="3109"/>
                    </a:lnTo>
                    <a:lnTo>
                      <a:pt x="3573" y="3059"/>
                    </a:lnTo>
                    <a:lnTo>
                      <a:pt x="3347" y="3009"/>
                    </a:lnTo>
                    <a:lnTo>
                      <a:pt x="3134" y="2934"/>
                    </a:lnTo>
                    <a:lnTo>
                      <a:pt x="2733" y="2783"/>
                    </a:lnTo>
                    <a:lnTo>
                      <a:pt x="2357" y="2633"/>
                    </a:lnTo>
                    <a:lnTo>
                      <a:pt x="2019" y="2507"/>
                    </a:lnTo>
                    <a:lnTo>
                      <a:pt x="1868" y="2457"/>
                    </a:lnTo>
                    <a:lnTo>
                      <a:pt x="1718" y="2432"/>
                    </a:lnTo>
                    <a:lnTo>
                      <a:pt x="1580" y="2420"/>
                    </a:lnTo>
                    <a:lnTo>
                      <a:pt x="1455" y="2420"/>
                    </a:lnTo>
                    <a:lnTo>
                      <a:pt x="1342" y="2457"/>
                    </a:lnTo>
                    <a:lnTo>
                      <a:pt x="1292" y="2470"/>
                    </a:lnTo>
                    <a:lnTo>
                      <a:pt x="1242" y="2507"/>
                    </a:lnTo>
                    <a:lnTo>
                      <a:pt x="1141" y="2595"/>
                    </a:lnTo>
                    <a:lnTo>
                      <a:pt x="1029" y="2708"/>
                    </a:lnTo>
                    <a:lnTo>
                      <a:pt x="916" y="2833"/>
                    </a:lnTo>
                    <a:lnTo>
                      <a:pt x="803" y="2984"/>
                    </a:lnTo>
                    <a:lnTo>
                      <a:pt x="678" y="3147"/>
                    </a:lnTo>
                    <a:lnTo>
                      <a:pt x="565" y="3322"/>
                    </a:lnTo>
                    <a:lnTo>
                      <a:pt x="452" y="3498"/>
                    </a:lnTo>
                    <a:lnTo>
                      <a:pt x="352" y="3686"/>
                    </a:lnTo>
                    <a:lnTo>
                      <a:pt x="251" y="3874"/>
                    </a:lnTo>
                    <a:lnTo>
                      <a:pt x="164" y="4062"/>
                    </a:lnTo>
                    <a:lnTo>
                      <a:pt x="101" y="4237"/>
                    </a:lnTo>
                    <a:lnTo>
                      <a:pt x="51" y="4400"/>
                    </a:lnTo>
                    <a:lnTo>
                      <a:pt x="13" y="4550"/>
                    </a:lnTo>
                    <a:lnTo>
                      <a:pt x="1" y="4688"/>
                    </a:lnTo>
                    <a:lnTo>
                      <a:pt x="13" y="4814"/>
                    </a:lnTo>
                    <a:lnTo>
                      <a:pt x="26" y="4864"/>
                    </a:lnTo>
                    <a:lnTo>
                      <a:pt x="51" y="4901"/>
                    </a:lnTo>
                    <a:lnTo>
                      <a:pt x="126" y="5002"/>
                    </a:lnTo>
                    <a:lnTo>
                      <a:pt x="239" y="5114"/>
                    </a:lnTo>
                    <a:lnTo>
                      <a:pt x="389" y="5265"/>
                    </a:lnTo>
                    <a:lnTo>
                      <a:pt x="565" y="5428"/>
                    </a:lnTo>
                    <a:lnTo>
                      <a:pt x="778" y="5603"/>
                    </a:lnTo>
                    <a:lnTo>
                      <a:pt x="1003" y="5791"/>
                    </a:lnTo>
                    <a:lnTo>
                      <a:pt x="1254" y="5979"/>
                    </a:lnTo>
                    <a:lnTo>
                      <a:pt x="1517" y="6167"/>
                    </a:lnTo>
                    <a:lnTo>
                      <a:pt x="1806" y="6355"/>
                    </a:lnTo>
                    <a:lnTo>
                      <a:pt x="2094" y="6531"/>
                    </a:lnTo>
                    <a:lnTo>
                      <a:pt x="2382" y="6694"/>
                    </a:lnTo>
                    <a:lnTo>
                      <a:pt x="2683" y="6831"/>
                    </a:lnTo>
                    <a:lnTo>
                      <a:pt x="2971" y="6957"/>
                    </a:lnTo>
                    <a:lnTo>
                      <a:pt x="3260" y="7045"/>
                    </a:lnTo>
                    <a:lnTo>
                      <a:pt x="3397" y="7082"/>
                    </a:lnTo>
                    <a:lnTo>
                      <a:pt x="3535" y="7107"/>
                    </a:lnTo>
                    <a:lnTo>
                      <a:pt x="3673" y="7120"/>
                    </a:lnTo>
                    <a:lnTo>
                      <a:pt x="3798" y="7120"/>
                    </a:lnTo>
                    <a:lnTo>
                      <a:pt x="19829" y="7132"/>
                    </a:lnTo>
                    <a:lnTo>
                      <a:pt x="19954" y="6894"/>
                    </a:lnTo>
                    <a:lnTo>
                      <a:pt x="20054" y="6669"/>
                    </a:lnTo>
                    <a:lnTo>
                      <a:pt x="20130" y="6443"/>
                    </a:lnTo>
                    <a:lnTo>
                      <a:pt x="20192" y="6205"/>
                    </a:lnTo>
                    <a:lnTo>
                      <a:pt x="20242" y="5979"/>
                    </a:lnTo>
                    <a:lnTo>
                      <a:pt x="20267" y="5741"/>
                    </a:lnTo>
                    <a:lnTo>
                      <a:pt x="20292" y="5515"/>
                    </a:lnTo>
                    <a:lnTo>
                      <a:pt x="20292" y="5290"/>
                    </a:lnTo>
                    <a:lnTo>
                      <a:pt x="20292" y="5064"/>
                    </a:lnTo>
                    <a:lnTo>
                      <a:pt x="20267" y="4839"/>
                    </a:lnTo>
                    <a:lnTo>
                      <a:pt x="20242" y="4626"/>
                    </a:lnTo>
                    <a:lnTo>
                      <a:pt x="20205" y="4413"/>
                    </a:lnTo>
                    <a:lnTo>
                      <a:pt x="20155" y="4199"/>
                    </a:lnTo>
                    <a:lnTo>
                      <a:pt x="20104" y="3999"/>
                    </a:lnTo>
                    <a:lnTo>
                      <a:pt x="19979" y="3610"/>
                    </a:lnTo>
                    <a:lnTo>
                      <a:pt x="19841" y="3247"/>
                    </a:lnTo>
                    <a:lnTo>
                      <a:pt x="19691" y="2921"/>
                    </a:lnTo>
                    <a:lnTo>
                      <a:pt x="19540" y="2620"/>
                    </a:lnTo>
                    <a:lnTo>
                      <a:pt x="19403" y="2382"/>
                    </a:lnTo>
                    <a:lnTo>
                      <a:pt x="19277" y="2169"/>
                    </a:lnTo>
                    <a:lnTo>
                      <a:pt x="19177" y="2031"/>
                    </a:lnTo>
                    <a:lnTo>
                      <a:pt x="19102" y="1906"/>
                    </a:lnTo>
                    <a:lnTo>
                      <a:pt x="18976" y="2019"/>
                    </a:lnTo>
                    <a:lnTo>
                      <a:pt x="18851" y="2144"/>
                    </a:lnTo>
                    <a:lnTo>
                      <a:pt x="18701" y="2257"/>
                    </a:lnTo>
                    <a:lnTo>
                      <a:pt x="18550" y="2370"/>
                    </a:lnTo>
                    <a:lnTo>
                      <a:pt x="18400" y="2482"/>
                    </a:lnTo>
                    <a:lnTo>
                      <a:pt x="18224" y="2583"/>
                    </a:lnTo>
                    <a:lnTo>
                      <a:pt x="17874" y="2771"/>
                    </a:lnTo>
                    <a:lnTo>
                      <a:pt x="17498" y="2946"/>
                    </a:lnTo>
                    <a:lnTo>
                      <a:pt x="17109" y="3097"/>
                    </a:lnTo>
                    <a:lnTo>
                      <a:pt x="16720" y="3234"/>
                    </a:lnTo>
                    <a:lnTo>
                      <a:pt x="16344" y="3360"/>
                    </a:lnTo>
                    <a:lnTo>
                      <a:pt x="15981" y="3460"/>
                    </a:lnTo>
                    <a:lnTo>
                      <a:pt x="15630" y="3548"/>
                    </a:lnTo>
                    <a:lnTo>
                      <a:pt x="15041" y="3686"/>
                    </a:lnTo>
                    <a:lnTo>
                      <a:pt x="14640" y="3773"/>
                    </a:lnTo>
                    <a:lnTo>
                      <a:pt x="14489" y="3798"/>
                    </a:lnTo>
                    <a:lnTo>
                      <a:pt x="14602" y="3661"/>
                    </a:lnTo>
                    <a:lnTo>
                      <a:pt x="14728" y="3510"/>
                    </a:lnTo>
                    <a:lnTo>
                      <a:pt x="14840" y="3335"/>
                    </a:lnTo>
                    <a:lnTo>
                      <a:pt x="14953" y="3159"/>
                    </a:lnTo>
                    <a:lnTo>
                      <a:pt x="15154" y="2796"/>
                    </a:lnTo>
                    <a:lnTo>
                      <a:pt x="15329" y="2420"/>
                    </a:lnTo>
                    <a:lnTo>
                      <a:pt x="15480" y="2081"/>
                    </a:lnTo>
                    <a:lnTo>
                      <a:pt x="15580" y="1793"/>
                    </a:lnTo>
                    <a:lnTo>
                      <a:pt x="15617" y="1668"/>
                    </a:lnTo>
                    <a:lnTo>
                      <a:pt x="15630" y="1567"/>
                    </a:lnTo>
                    <a:lnTo>
                      <a:pt x="15630" y="1505"/>
                    </a:lnTo>
                    <a:lnTo>
                      <a:pt x="15617" y="1455"/>
                    </a:lnTo>
                    <a:lnTo>
                      <a:pt x="15555" y="1417"/>
                    </a:lnTo>
                    <a:lnTo>
                      <a:pt x="15429" y="1329"/>
                    </a:lnTo>
                    <a:lnTo>
                      <a:pt x="15028" y="1079"/>
                    </a:lnTo>
                    <a:lnTo>
                      <a:pt x="14753" y="928"/>
                    </a:lnTo>
                    <a:lnTo>
                      <a:pt x="14464" y="765"/>
                    </a:lnTo>
                    <a:lnTo>
                      <a:pt x="14139" y="615"/>
                    </a:lnTo>
                    <a:lnTo>
                      <a:pt x="13800" y="452"/>
                    </a:lnTo>
                    <a:lnTo>
                      <a:pt x="13462" y="314"/>
                    </a:lnTo>
                    <a:lnTo>
                      <a:pt x="13136" y="189"/>
                    </a:lnTo>
                    <a:lnTo>
                      <a:pt x="12810" y="89"/>
                    </a:lnTo>
                    <a:lnTo>
                      <a:pt x="12660" y="51"/>
                    </a:lnTo>
                    <a:lnTo>
                      <a:pt x="12509" y="26"/>
                    </a:lnTo>
                    <a:lnTo>
                      <a:pt x="12371" y="13"/>
                    </a:lnTo>
                    <a:lnTo>
                      <a:pt x="122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6">
                <a:extLst>
                  <a:ext uri="{FF2B5EF4-FFF2-40B4-BE49-F238E27FC236}">
                    <a16:creationId xmlns:a16="http://schemas.microsoft.com/office/drawing/2014/main" id="{8733A14B-9D8B-ECBB-73FC-8C4A8C3CC55E}"/>
                  </a:ext>
                </a:extLst>
              </p:cNvPr>
              <p:cNvSpPr/>
              <p:nvPr/>
            </p:nvSpPr>
            <p:spPr>
              <a:xfrm>
                <a:off x="5302062" y="2641032"/>
                <a:ext cx="446538" cy="555014"/>
              </a:xfrm>
              <a:custGeom>
                <a:avLst/>
                <a:gdLst/>
                <a:ahLst/>
                <a:cxnLst/>
                <a:rect l="l" t="t" r="r" b="b"/>
                <a:pathLst>
                  <a:path w="19866" h="24692" extrusionOk="0">
                    <a:moveTo>
                      <a:pt x="3196" y="0"/>
                    </a:moveTo>
                    <a:lnTo>
                      <a:pt x="0" y="1530"/>
                    </a:lnTo>
                    <a:lnTo>
                      <a:pt x="401" y="2532"/>
                    </a:lnTo>
                    <a:lnTo>
                      <a:pt x="878" y="3685"/>
                    </a:lnTo>
                    <a:lnTo>
                      <a:pt x="1492" y="5189"/>
                    </a:lnTo>
                    <a:lnTo>
                      <a:pt x="2244" y="6956"/>
                    </a:lnTo>
                    <a:lnTo>
                      <a:pt x="3096" y="8937"/>
                    </a:lnTo>
                    <a:lnTo>
                      <a:pt x="4024" y="11042"/>
                    </a:lnTo>
                    <a:lnTo>
                      <a:pt x="4512" y="12120"/>
                    </a:lnTo>
                    <a:lnTo>
                      <a:pt x="5014" y="13223"/>
                    </a:lnTo>
                    <a:lnTo>
                      <a:pt x="5528" y="14314"/>
                    </a:lnTo>
                    <a:lnTo>
                      <a:pt x="6042" y="15391"/>
                    </a:lnTo>
                    <a:lnTo>
                      <a:pt x="6555" y="16457"/>
                    </a:lnTo>
                    <a:lnTo>
                      <a:pt x="7082" y="17484"/>
                    </a:lnTo>
                    <a:lnTo>
                      <a:pt x="7596" y="18487"/>
                    </a:lnTo>
                    <a:lnTo>
                      <a:pt x="8110" y="19440"/>
                    </a:lnTo>
                    <a:lnTo>
                      <a:pt x="8623" y="20355"/>
                    </a:lnTo>
                    <a:lnTo>
                      <a:pt x="9112" y="21194"/>
                    </a:lnTo>
                    <a:lnTo>
                      <a:pt x="9601" y="21959"/>
                    </a:lnTo>
                    <a:lnTo>
                      <a:pt x="9839" y="22322"/>
                    </a:lnTo>
                    <a:lnTo>
                      <a:pt x="10065" y="22661"/>
                    </a:lnTo>
                    <a:lnTo>
                      <a:pt x="10290" y="22974"/>
                    </a:lnTo>
                    <a:lnTo>
                      <a:pt x="10516" y="23262"/>
                    </a:lnTo>
                    <a:lnTo>
                      <a:pt x="10729" y="23538"/>
                    </a:lnTo>
                    <a:lnTo>
                      <a:pt x="10930" y="23776"/>
                    </a:lnTo>
                    <a:lnTo>
                      <a:pt x="11143" y="23989"/>
                    </a:lnTo>
                    <a:lnTo>
                      <a:pt x="11331" y="24177"/>
                    </a:lnTo>
                    <a:lnTo>
                      <a:pt x="11531" y="24340"/>
                    </a:lnTo>
                    <a:lnTo>
                      <a:pt x="11707" y="24478"/>
                    </a:lnTo>
                    <a:lnTo>
                      <a:pt x="11882" y="24578"/>
                    </a:lnTo>
                    <a:lnTo>
                      <a:pt x="12045" y="24641"/>
                    </a:lnTo>
                    <a:lnTo>
                      <a:pt x="12133" y="24666"/>
                    </a:lnTo>
                    <a:lnTo>
                      <a:pt x="12208" y="24679"/>
                    </a:lnTo>
                    <a:lnTo>
                      <a:pt x="12283" y="24691"/>
                    </a:lnTo>
                    <a:lnTo>
                      <a:pt x="12358" y="24691"/>
                    </a:lnTo>
                    <a:lnTo>
                      <a:pt x="12584" y="24654"/>
                    </a:lnTo>
                    <a:lnTo>
                      <a:pt x="12797" y="24616"/>
                    </a:lnTo>
                    <a:lnTo>
                      <a:pt x="13010" y="24553"/>
                    </a:lnTo>
                    <a:lnTo>
                      <a:pt x="13223" y="24491"/>
                    </a:lnTo>
                    <a:lnTo>
                      <a:pt x="13436" y="24403"/>
                    </a:lnTo>
                    <a:lnTo>
                      <a:pt x="13637" y="24303"/>
                    </a:lnTo>
                    <a:lnTo>
                      <a:pt x="13837" y="24202"/>
                    </a:lnTo>
                    <a:lnTo>
                      <a:pt x="14038" y="24077"/>
                    </a:lnTo>
                    <a:lnTo>
                      <a:pt x="14238" y="23952"/>
                    </a:lnTo>
                    <a:lnTo>
                      <a:pt x="14426" y="23801"/>
                    </a:lnTo>
                    <a:lnTo>
                      <a:pt x="14614" y="23651"/>
                    </a:lnTo>
                    <a:lnTo>
                      <a:pt x="14802" y="23488"/>
                    </a:lnTo>
                    <a:lnTo>
                      <a:pt x="14990" y="23325"/>
                    </a:lnTo>
                    <a:lnTo>
                      <a:pt x="15166" y="23137"/>
                    </a:lnTo>
                    <a:lnTo>
                      <a:pt x="15354" y="22949"/>
                    </a:lnTo>
                    <a:lnTo>
                      <a:pt x="15529" y="22761"/>
                    </a:lnTo>
                    <a:lnTo>
                      <a:pt x="15868" y="22347"/>
                    </a:lnTo>
                    <a:lnTo>
                      <a:pt x="16194" y="21909"/>
                    </a:lnTo>
                    <a:lnTo>
                      <a:pt x="16507" y="21445"/>
                    </a:lnTo>
                    <a:lnTo>
                      <a:pt x="16808" y="20969"/>
                    </a:lnTo>
                    <a:lnTo>
                      <a:pt x="17096" y="20480"/>
                    </a:lnTo>
                    <a:lnTo>
                      <a:pt x="17372" y="19979"/>
                    </a:lnTo>
                    <a:lnTo>
                      <a:pt x="17635" y="19477"/>
                    </a:lnTo>
                    <a:lnTo>
                      <a:pt x="17886" y="18963"/>
                    </a:lnTo>
                    <a:lnTo>
                      <a:pt x="18124" y="18450"/>
                    </a:lnTo>
                    <a:lnTo>
                      <a:pt x="18337" y="17948"/>
                    </a:lnTo>
                    <a:lnTo>
                      <a:pt x="18550" y="17459"/>
                    </a:lnTo>
                    <a:lnTo>
                      <a:pt x="18738" y="16971"/>
                    </a:lnTo>
                    <a:lnTo>
                      <a:pt x="19076" y="16068"/>
                    </a:lnTo>
                    <a:lnTo>
                      <a:pt x="19365" y="15254"/>
                    </a:lnTo>
                    <a:lnTo>
                      <a:pt x="19578" y="14564"/>
                    </a:lnTo>
                    <a:lnTo>
                      <a:pt x="19741" y="14038"/>
                    </a:lnTo>
                    <a:lnTo>
                      <a:pt x="19866" y="13587"/>
                    </a:lnTo>
                    <a:lnTo>
                      <a:pt x="11920" y="13587"/>
                    </a:lnTo>
                    <a:lnTo>
                      <a:pt x="3196"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6">
                <a:extLst>
                  <a:ext uri="{FF2B5EF4-FFF2-40B4-BE49-F238E27FC236}">
                    <a16:creationId xmlns:a16="http://schemas.microsoft.com/office/drawing/2014/main" id="{8F416D19-9B00-2221-0CC0-564DDAB594A1}"/>
                  </a:ext>
                </a:extLst>
              </p:cNvPr>
              <p:cNvSpPr/>
              <p:nvPr/>
            </p:nvSpPr>
            <p:spPr>
              <a:xfrm>
                <a:off x="5182886" y="2500727"/>
                <a:ext cx="194700" cy="174695"/>
              </a:xfrm>
              <a:custGeom>
                <a:avLst/>
                <a:gdLst/>
                <a:ahLst/>
                <a:cxnLst/>
                <a:rect l="l" t="t" r="r" b="b"/>
                <a:pathLst>
                  <a:path w="8662" h="7772" extrusionOk="0">
                    <a:moveTo>
                      <a:pt x="1818" y="1"/>
                    </a:moveTo>
                    <a:lnTo>
                      <a:pt x="1781" y="13"/>
                    </a:lnTo>
                    <a:lnTo>
                      <a:pt x="1755" y="38"/>
                    </a:lnTo>
                    <a:lnTo>
                      <a:pt x="1743" y="64"/>
                    </a:lnTo>
                    <a:lnTo>
                      <a:pt x="1743" y="114"/>
                    </a:lnTo>
                    <a:lnTo>
                      <a:pt x="1743" y="164"/>
                    </a:lnTo>
                    <a:lnTo>
                      <a:pt x="1768" y="277"/>
                    </a:lnTo>
                    <a:lnTo>
                      <a:pt x="1831" y="414"/>
                    </a:lnTo>
                    <a:lnTo>
                      <a:pt x="1918" y="577"/>
                    </a:lnTo>
                    <a:lnTo>
                      <a:pt x="2031" y="753"/>
                    </a:lnTo>
                    <a:lnTo>
                      <a:pt x="2269" y="1116"/>
                    </a:lnTo>
                    <a:lnTo>
                      <a:pt x="2533" y="1467"/>
                    </a:lnTo>
                    <a:lnTo>
                      <a:pt x="2783" y="1781"/>
                    </a:lnTo>
                    <a:lnTo>
                      <a:pt x="3021" y="2069"/>
                    </a:lnTo>
                    <a:lnTo>
                      <a:pt x="2658" y="1718"/>
                    </a:lnTo>
                    <a:lnTo>
                      <a:pt x="2282" y="1380"/>
                    </a:lnTo>
                    <a:lnTo>
                      <a:pt x="1856" y="978"/>
                    </a:lnTo>
                    <a:lnTo>
                      <a:pt x="1405" y="602"/>
                    </a:lnTo>
                    <a:lnTo>
                      <a:pt x="1191" y="427"/>
                    </a:lnTo>
                    <a:lnTo>
                      <a:pt x="991" y="289"/>
                    </a:lnTo>
                    <a:lnTo>
                      <a:pt x="815" y="176"/>
                    </a:lnTo>
                    <a:lnTo>
                      <a:pt x="678" y="89"/>
                    </a:lnTo>
                    <a:lnTo>
                      <a:pt x="615" y="76"/>
                    </a:lnTo>
                    <a:lnTo>
                      <a:pt x="565" y="64"/>
                    </a:lnTo>
                    <a:lnTo>
                      <a:pt x="527" y="64"/>
                    </a:lnTo>
                    <a:lnTo>
                      <a:pt x="490" y="76"/>
                    </a:lnTo>
                    <a:lnTo>
                      <a:pt x="465" y="126"/>
                    </a:lnTo>
                    <a:lnTo>
                      <a:pt x="439" y="176"/>
                    </a:lnTo>
                    <a:lnTo>
                      <a:pt x="439" y="239"/>
                    </a:lnTo>
                    <a:lnTo>
                      <a:pt x="439" y="302"/>
                    </a:lnTo>
                    <a:lnTo>
                      <a:pt x="452" y="377"/>
                    </a:lnTo>
                    <a:lnTo>
                      <a:pt x="490" y="452"/>
                    </a:lnTo>
                    <a:lnTo>
                      <a:pt x="565" y="615"/>
                    </a:lnTo>
                    <a:lnTo>
                      <a:pt x="690" y="790"/>
                    </a:lnTo>
                    <a:lnTo>
                      <a:pt x="828" y="978"/>
                    </a:lnTo>
                    <a:lnTo>
                      <a:pt x="991" y="1166"/>
                    </a:lnTo>
                    <a:lnTo>
                      <a:pt x="1166" y="1354"/>
                    </a:lnTo>
                    <a:lnTo>
                      <a:pt x="1517" y="1705"/>
                    </a:lnTo>
                    <a:lnTo>
                      <a:pt x="1843" y="2006"/>
                    </a:lnTo>
                    <a:lnTo>
                      <a:pt x="2169" y="2294"/>
                    </a:lnTo>
                    <a:lnTo>
                      <a:pt x="1868" y="2094"/>
                    </a:lnTo>
                    <a:lnTo>
                      <a:pt x="1555" y="1893"/>
                    </a:lnTo>
                    <a:lnTo>
                      <a:pt x="1191" y="1668"/>
                    </a:lnTo>
                    <a:lnTo>
                      <a:pt x="815" y="1455"/>
                    </a:lnTo>
                    <a:lnTo>
                      <a:pt x="477" y="1279"/>
                    </a:lnTo>
                    <a:lnTo>
                      <a:pt x="339" y="1217"/>
                    </a:lnTo>
                    <a:lnTo>
                      <a:pt x="214" y="1179"/>
                    </a:lnTo>
                    <a:lnTo>
                      <a:pt x="126" y="1166"/>
                    </a:lnTo>
                    <a:lnTo>
                      <a:pt x="101" y="1179"/>
                    </a:lnTo>
                    <a:lnTo>
                      <a:pt x="76" y="1192"/>
                    </a:lnTo>
                    <a:lnTo>
                      <a:pt x="38" y="1242"/>
                    </a:lnTo>
                    <a:lnTo>
                      <a:pt x="13" y="1304"/>
                    </a:lnTo>
                    <a:lnTo>
                      <a:pt x="1" y="1367"/>
                    </a:lnTo>
                    <a:lnTo>
                      <a:pt x="13" y="1442"/>
                    </a:lnTo>
                    <a:lnTo>
                      <a:pt x="26" y="1530"/>
                    </a:lnTo>
                    <a:lnTo>
                      <a:pt x="51" y="1618"/>
                    </a:lnTo>
                    <a:lnTo>
                      <a:pt x="139" y="1806"/>
                    </a:lnTo>
                    <a:lnTo>
                      <a:pt x="251" y="2019"/>
                    </a:lnTo>
                    <a:lnTo>
                      <a:pt x="402" y="2244"/>
                    </a:lnTo>
                    <a:lnTo>
                      <a:pt x="565" y="2470"/>
                    </a:lnTo>
                    <a:lnTo>
                      <a:pt x="740" y="2696"/>
                    </a:lnTo>
                    <a:lnTo>
                      <a:pt x="1104" y="3109"/>
                    </a:lnTo>
                    <a:lnTo>
                      <a:pt x="1430" y="3473"/>
                    </a:lnTo>
                    <a:lnTo>
                      <a:pt x="1755" y="3811"/>
                    </a:lnTo>
                    <a:lnTo>
                      <a:pt x="1517" y="3636"/>
                    </a:lnTo>
                    <a:lnTo>
                      <a:pt x="1267" y="3460"/>
                    </a:lnTo>
                    <a:lnTo>
                      <a:pt x="966" y="3260"/>
                    </a:lnTo>
                    <a:lnTo>
                      <a:pt x="665" y="3072"/>
                    </a:lnTo>
                    <a:lnTo>
                      <a:pt x="515" y="2996"/>
                    </a:lnTo>
                    <a:lnTo>
                      <a:pt x="377" y="2921"/>
                    </a:lnTo>
                    <a:lnTo>
                      <a:pt x="251" y="2871"/>
                    </a:lnTo>
                    <a:lnTo>
                      <a:pt x="151" y="2846"/>
                    </a:lnTo>
                    <a:lnTo>
                      <a:pt x="76" y="2833"/>
                    </a:lnTo>
                    <a:lnTo>
                      <a:pt x="38" y="2846"/>
                    </a:lnTo>
                    <a:lnTo>
                      <a:pt x="13" y="2858"/>
                    </a:lnTo>
                    <a:lnTo>
                      <a:pt x="1" y="2884"/>
                    </a:lnTo>
                    <a:lnTo>
                      <a:pt x="1" y="2921"/>
                    </a:lnTo>
                    <a:lnTo>
                      <a:pt x="13" y="3021"/>
                    </a:lnTo>
                    <a:lnTo>
                      <a:pt x="76" y="3159"/>
                    </a:lnTo>
                    <a:lnTo>
                      <a:pt x="164" y="3322"/>
                    </a:lnTo>
                    <a:lnTo>
                      <a:pt x="277" y="3523"/>
                    </a:lnTo>
                    <a:lnTo>
                      <a:pt x="414" y="3723"/>
                    </a:lnTo>
                    <a:lnTo>
                      <a:pt x="740" y="4174"/>
                    </a:lnTo>
                    <a:lnTo>
                      <a:pt x="1079" y="4626"/>
                    </a:lnTo>
                    <a:lnTo>
                      <a:pt x="1405" y="5039"/>
                    </a:lnTo>
                    <a:lnTo>
                      <a:pt x="1668" y="5353"/>
                    </a:lnTo>
                    <a:lnTo>
                      <a:pt x="1843" y="5541"/>
                    </a:lnTo>
                    <a:lnTo>
                      <a:pt x="2056" y="5691"/>
                    </a:lnTo>
                    <a:lnTo>
                      <a:pt x="2482" y="5979"/>
                    </a:lnTo>
                    <a:lnTo>
                      <a:pt x="3661" y="6731"/>
                    </a:lnTo>
                    <a:lnTo>
                      <a:pt x="5302" y="7772"/>
                    </a:lnTo>
                    <a:lnTo>
                      <a:pt x="8498" y="6242"/>
                    </a:lnTo>
                    <a:lnTo>
                      <a:pt x="8536" y="6029"/>
                    </a:lnTo>
                    <a:lnTo>
                      <a:pt x="8586" y="5804"/>
                    </a:lnTo>
                    <a:lnTo>
                      <a:pt x="8624" y="5528"/>
                    </a:lnTo>
                    <a:lnTo>
                      <a:pt x="8649" y="5240"/>
                    </a:lnTo>
                    <a:lnTo>
                      <a:pt x="8661" y="4977"/>
                    </a:lnTo>
                    <a:lnTo>
                      <a:pt x="8661" y="4851"/>
                    </a:lnTo>
                    <a:lnTo>
                      <a:pt x="8649" y="4751"/>
                    </a:lnTo>
                    <a:lnTo>
                      <a:pt x="8624" y="4663"/>
                    </a:lnTo>
                    <a:lnTo>
                      <a:pt x="8599" y="4588"/>
                    </a:lnTo>
                    <a:lnTo>
                      <a:pt x="8398" y="4312"/>
                    </a:lnTo>
                    <a:lnTo>
                      <a:pt x="8060" y="3874"/>
                    </a:lnTo>
                    <a:lnTo>
                      <a:pt x="7646" y="3347"/>
                    </a:lnTo>
                    <a:lnTo>
                      <a:pt x="7182" y="2783"/>
                    </a:lnTo>
                    <a:lnTo>
                      <a:pt x="6719" y="2244"/>
                    </a:lnTo>
                    <a:lnTo>
                      <a:pt x="6493" y="2006"/>
                    </a:lnTo>
                    <a:lnTo>
                      <a:pt x="6293" y="1806"/>
                    </a:lnTo>
                    <a:lnTo>
                      <a:pt x="6117" y="1630"/>
                    </a:lnTo>
                    <a:lnTo>
                      <a:pt x="5967" y="1505"/>
                    </a:lnTo>
                    <a:lnTo>
                      <a:pt x="5841" y="1430"/>
                    </a:lnTo>
                    <a:lnTo>
                      <a:pt x="5791" y="1417"/>
                    </a:lnTo>
                    <a:lnTo>
                      <a:pt x="5766" y="1417"/>
                    </a:lnTo>
                    <a:lnTo>
                      <a:pt x="5703" y="1442"/>
                    </a:lnTo>
                    <a:lnTo>
                      <a:pt x="5653" y="1480"/>
                    </a:lnTo>
                    <a:lnTo>
                      <a:pt x="5616" y="1517"/>
                    </a:lnTo>
                    <a:lnTo>
                      <a:pt x="5578" y="1580"/>
                    </a:lnTo>
                    <a:lnTo>
                      <a:pt x="5566" y="1630"/>
                    </a:lnTo>
                    <a:lnTo>
                      <a:pt x="5553" y="1705"/>
                    </a:lnTo>
                    <a:lnTo>
                      <a:pt x="5553" y="1781"/>
                    </a:lnTo>
                    <a:lnTo>
                      <a:pt x="5553" y="1856"/>
                    </a:lnTo>
                    <a:lnTo>
                      <a:pt x="5591" y="2019"/>
                    </a:lnTo>
                    <a:lnTo>
                      <a:pt x="5641" y="2207"/>
                    </a:lnTo>
                    <a:lnTo>
                      <a:pt x="5716" y="2395"/>
                    </a:lnTo>
                    <a:lnTo>
                      <a:pt x="5804" y="2583"/>
                    </a:lnTo>
                    <a:lnTo>
                      <a:pt x="6004" y="2959"/>
                    </a:lnTo>
                    <a:lnTo>
                      <a:pt x="6192" y="3285"/>
                    </a:lnTo>
                    <a:lnTo>
                      <a:pt x="6393" y="3585"/>
                    </a:lnTo>
                    <a:lnTo>
                      <a:pt x="5779" y="3460"/>
                    </a:lnTo>
                    <a:lnTo>
                      <a:pt x="5315" y="3372"/>
                    </a:lnTo>
                    <a:lnTo>
                      <a:pt x="5014" y="3297"/>
                    </a:lnTo>
                    <a:lnTo>
                      <a:pt x="4951" y="3272"/>
                    </a:lnTo>
                    <a:lnTo>
                      <a:pt x="4889" y="3222"/>
                    </a:lnTo>
                    <a:lnTo>
                      <a:pt x="4726" y="3097"/>
                    </a:lnTo>
                    <a:lnTo>
                      <a:pt x="4538" y="2909"/>
                    </a:lnTo>
                    <a:lnTo>
                      <a:pt x="4325" y="2683"/>
                    </a:lnTo>
                    <a:lnTo>
                      <a:pt x="3836" y="2119"/>
                    </a:lnTo>
                    <a:lnTo>
                      <a:pt x="3322" y="1505"/>
                    </a:lnTo>
                    <a:lnTo>
                      <a:pt x="2808" y="916"/>
                    </a:lnTo>
                    <a:lnTo>
                      <a:pt x="2570" y="640"/>
                    </a:lnTo>
                    <a:lnTo>
                      <a:pt x="2357" y="414"/>
                    </a:lnTo>
                    <a:lnTo>
                      <a:pt x="2157" y="226"/>
                    </a:lnTo>
                    <a:lnTo>
                      <a:pt x="1994" y="89"/>
                    </a:lnTo>
                    <a:lnTo>
                      <a:pt x="1931" y="38"/>
                    </a:lnTo>
                    <a:lnTo>
                      <a:pt x="1868" y="13"/>
                    </a:lnTo>
                    <a:lnTo>
                      <a:pt x="1818"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a:extLst>
                  <a:ext uri="{FF2B5EF4-FFF2-40B4-BE49-F238E27FC236}">
                    <a16:creationId xmlns:a16="http://schemas.microsoft.com/office/drawing/2014/main" id="{35F6F3ED-1DA2-CF90-4D31-BD864845E84E}"/>
                  </a:ext>
                </a:extLst>
              </p:cNvPr>
              <p:cNvSpPr/>
              <p:nvPr/>
            </p:nvSpPr>
            <p:spPr>
              <a:xfrm>
                <a:off x="5761255" y="2012246"/>
                <a:ext cx="344018" cy="406820"/>
              </a:xfrm>
              <a:custGeom>
                <a:avLst/>
                <a:gdLst/>
                <a:ahLst/>
                <a:cxnLst/>
                <a:rect l="l" t="t" r="r" b="b"/>
                <a:pathLst>
                  <a:path w="15305" h="18099" extrusionOk="0">
                    <a:moveTo>
                      <a:pt x="4137" y="0"/>
                    </a:moveTo>
                    <a:lnTo>
                      <a:pt x="4074" y="13"/>
                    </a:lnTo>
                    <a:lnTo>
                      <a:pt x="4012" y="38"/>
                    </a:lnTo>
                    <a:lnTo>
                      <a:pt x="3936" y="75"/>
                    </a:lnTo>
                    <a:lnTo>
                      <a:pt x="3774" y="188"/>
                    </a:lnTo>
                    <a:lnTo>
                      <a:pt x="3611" y="326"/>
                    </a:lnTo>
                    <a:lnTo>
                      <a:pt x="3435" y="489"/>
                    </a:lnTo>
                    <a:lnTo>
                      <a:pt x="3260" y="677"/>
                    </a:lnTo>
                    <a:lnTo>
                      <a:pt x="3072" y="865"/>
                    </a:lnTo>
                    <a:lnTo>
                      <a:pt x="2896" y="1078"/>
                    </a:lnTo>
                    <a:lnTo>
                      <a:pt x="2570" y="1479"/>
                    </a:lnTo>
                    <a:lnTo>
                      <a:pt x="2295" y="1842"/>
                    </a:lnTo>
                    <a:lnTo>
                      <a:pt x="2044" y="2181"/>
                    </a:lnTo>
                    <a:lnTo>
                      <a:pt x="2019" y="2068"/>
                    </a:lnTo>
                    <a:lnTo>
                      <a:pt x="1981" y="1943"/>
                    </a:lnTo>
                    <a:lnTo>
                      <a:pt x="1919" y="1817"/>
                    </a:lnTo>
                    <a:lnTo>
                      <a:pt x="1881" y="1755"/>
                    </a:lnTo>
                    <a:lnTo>
                      <a:pt x="1831" y="1692"/>
                    </a:lnTo>
                    <a:lnTo>
                      <a:pt x="1768" y="1642"/>
                    </a:lnTo>
                    <a:lnTo>
                      <a:pt x="1705" y="1604"/>
                    </a:lnTo>
                    <a:lnTo>
                      <a:pt x="1630" y="1579"/>
                    </a:lnTo>
                    <a:lnTo>
                      <a:pt x="1543" y="1567"/>
                    </a:lnTo>
                    <a:lnTo>
                      <a:pt x="1442" y="1579"/>
                    </a:lnTo>
                    <a:lnTo>
                      <a:pt x="1342" y="1604"/>
                    </a:lnTo>
                    <a:lnTo>
                      <a:pt x="1279" y="1629"/>
                    </a:lnTo>
                    <a:lnTo>
                      <a:pt x="1217" y="1679"/>
                    </a:lnTo>
                    <a:lnTo>
                      <a:pt x="1154" y="1730"/>
                    </a:lnTo>
                    <a:lnTo>
                      <a:pt x="1104" y="1792"/>
                    </a:lnTo>
                    <a:lnTo>
                      <a:pt x="979" y="1955"/>
                    </a:lnTo>
                    <a:lnTo>
                      <a:pt x="866" y="2156"/>
                    </a:lnTo>
                    <a:lnTo>
                      <a:pt x="740" y="2394"/>
                    </a:lnTo>
                    <a:lnTo>
                      <a:pt x="628" y="2657"/>
                    </a:lnTo>
                    <a:lnTo>
                      <a:pt x="515" y="2945"/>
                    </a:lnTo>
                    <a:lnTo>
                      <a:pt x="415" y="3246"/>
                    </a:lnTo>
                    <a:lnTo>
                      <a:pt x="327" y="3559"/>
                    </a:lnTo>
                    <a:lnTo>
                      <a:pt x="239" y="3885"/>
                    </a:lnTo>
                    <a:lnTo>
                      <a:pt x="164" y="4224"/>
                    </a:lnTo>
                    <a:lnTo>
                      <a:pt x="101" y="4550"/>
                    </a:lnTo>
                    <a:lnTo>
                      <a:pt x="51" y="4863"/>
                    </a:lnTo>
                    <a:lnTo>
                      <a:pt x="13" y="5164"/>
                    </a:lnTo>
                    <a:lnTo>
                      <a:pt x="1" y="5452"/>
                    </a:lnTo>
                    <a:lnTo>
                      <a:pt x="1" y="5715"/>
                    </a:lnTo>
                    <a:lnTo>
                      <a:pt x="13" y="5841"/>
                    </a:lnTo>
                    <a:lnTo>
                      <a:pt x="39" y="5966"/>
                    </a:lnTo>
                    <a:lnTo>
                      <a:pt x="89" y="6091"/>
                    </a:lnTo>
                    <a:lnTo>
                      <a:pt x="139" y="6217"/>
                    </a:lnTo>
                    <a:lnTo>
                      <a:pt x="201" y="6342"/>
                    </a:lnTo>
                    <a:lnTo>
                      <a:pt x="277" y="6467"/>
                    </a:lnTo>
                    <a:lnTo>
                      <a:pt x="364" y="6580"/>
                    </a:lnTo>
                    <a:lnTo>
                      <a:pt x="465" y="6705"/>
                    </a:lnTo>
                    <a:lnTo>
                      <a:pt x="678" y="6931"/>
                    </a:lnTo>
                    <a:lnTo>
                      <a:pt x="903" y="7157"/>
                    </a:lnTo>
                    <a:lnTo>
                      <a:pt x="1154" y="7370"/>
                    </a:lnTo>
                    <a:lnTo>
                      <a:pt x="1417" y="7558"/>
                    </a:lnTo>
                    <a:lnTo>
                      <a:pt x="1680" y="7746"/>
                    </a:lnTo>
                    <a:lnTo>
                      <a:pt x="1919" y="7909"/>
                    </a:lnTo>
                    <a:lnTo>
                      <a:pt x="2357" y="8172"/>
                    </a:lnTo>
                    <a:lnTo>
                      <a:pt x="2671" y="8335"/>
                    </a:lnTo>
                    <a:lnTo>
                      <a:pt x="2796" y="8397"/>
                    </a:lnTo>
                    <a:lnTo>
                      <a:pt x="2721" y="8598"/>
                    </a:lnTo>
                    <a:lnTo>
                      <a:pt x="2658" y="8823"/>
                    </a:lnTo>
                    <a:lnTo>
                      <a:pt x="2608" y="9062"/>
                    </a:lnTo>
                    <a:lnTo>
                      <a:pt x="2583" y="9325"/>
                    </a:lnTo>
                    <a:lnTo>
                      <a:pt x="2558" y="9588"/>
                    </a:lnTo>
                    <a:lnTo>
                      <a:pt x="2533" y="9864"/>
                    </a:lnTo>
                    <a:lnTo>
                      <a:pt x="2520" y="10390"/>
                    </a:lnTo>
                    <a:lnTo>
                      <a:pt x="2533" y="10879"/>
                    </a:lnTo>
                    <a:lnTo>
                      <a:pt x="2545" y="11267"/>
                    </a:lnTo>
                    <a:lnTo>
                      <a:pt x="2583" y="11631"/>
                    </a:lnTo>
                    <a:lnTo>
                      <a:pt x="2834" y="11894"/>
                    </a:lnTo>
                    <a:lnTo>
                      <a:pt x="3548" y="12571"/>
                    </a:lnTo>
                    <a:lnTo>
                      <a:pt x="4037" y="13035"/>
                    </a:lnTo>
                    <a:lnTo>
                      <a:pt x="4601" y="13549"/>
                    </a:lnTo>
                    <a:lnTo>
                      <a:pt x="5227" y="14100"/>
                    </a:lnTo>
                    <a:lnTo>
                      <a:pt x="5892" y="14664"/>
                    </a:lnTo>
                    <a:lnTo>
                      <a:pt x="6606" y="15253"/>
                    </a:lnTo>
                    <a:lnTo>
                      <a:pt x="7333" y="15817"/>
                    </a:lnTo>
                    <a:lnTo>
                      <a:pt x="7696" y="16093"/>
                    </a:lnTo>
                    <a:lnTo>
                      <a:pt x="8072" y="16356"/>
                    </a:lnTo>
                    <a:lnTo>
                      <a:pt x="8436" y="16619"/>
                    </a:lnTo>
                    <a:lnTo>
                      <a:pt x="8812" y="16857"/>
                    </a:lnTo>
                    <a:lnTo>
                      <a:pt x="9175" y="17083"/>
                    </a:lnTo>
                    <a:lnTo>
                      <a:pt x="9526" y="17296"/>
                    </a:lnTo>
                    <a:lnTo>
                      <a:pt x="9877" y="17484"/>
                    </a:lnTo>
                    <a:lnTo>
                      <a:pt x="10216" y="17647"/>
                    </a:lnTo>
                    <a:lnTo>
                      <a:pt x="10542" y="17797"/>
                    </a:lnTo>
                    <a:lnTo>
                      <a:pt x="10867" y="17910"/>
                    </a:lnTo>
                    <a:lnTo>
                      <a:pt x="11168" y="18010"/>
                    </a:lnTo>
                    <a:lnTo>
                      <a:pt x="11457" y="18073"/>
                    </a:lnTo>
                    <a:lnTo>
                      <a:pt x="11720" y="18098"/>
                    </a:lnTo>
                    <a:lnTo>
                      <a:pt x="11983" y="18098"/>
                    </a:lnTo>
                    <a:lnTo>
                      <a:pt x="12221" y="18073"/>
                    </a:lnTo>
                    <a:lnTo>
                      <a:pt x="12447" y="18010"/>
                    </a:lnTo>
                    <a:lnTo>
                      <a:pt x="12660" y="17935"/>
                    </a:lnTo>
                    <a:lnTo>
                      <a:pt x="12860" y="17822"/>
                    </a:lnTo>
                    <a:lnTo>
                      <a:pt x="13048" y="17697"/>
                    </a:lnTo>
                    <a:lnTo>
                      <a:pt x="13211" y="17547"/>
                    </a:lnTo>
                    <a:lnTo>
                      <a:pt x="13374" y="17384"/>
                    </a:lnTo>
                    <a:lnTo>
                      <a:pt x="13525" y="17196"/>
                    </a:lnTo>
                    <a:lnTo>
                      <a:pt x="13662" y="17008"/>
                    </a:lnTo>
                    <a:lnTo>
                      <a:pt x="13788" y="16795"/>
                    </a:lnTo>
                    <a:lnTo>
                      <a:pt x="13901" y="16569"/>
                    </a:lnTo>
                    <a:lnTo>
                      <a:pt x="14013" y="16331"/>
                    </a:lnTo>
                    <a:lnTo>
                      <a:pt x="14114" y="16080"/>
                    </a:lnTo>
                    <a:lnTo>
                      <a:pt x="14189" y="15830"/>
                    </a:lnTo>
                    <a:lnTo>
                      <a:pt x="14277" y="15579"/>
                    </a:lnTo>
                    <a:lnTo>
                      <a:pt x="14339" y="15316"/>
                    </a:lnTo>
                    <a:lnTo>
                      <a:pt x="14465" y="14789"/>
                    </a:lnTo>
                    <a:lnTo>
                      <a:pt x="14565" y="14263"/>
                    </a:lnTo>
                    <a:lnTo>
                      <a:pt x="14627" y="13749"/>
                    </a:lnTo>
                    <a:lnTo>
                      <a:pt x="14678" y="13273"/>
                    </a:lnTo>
                    <a:lnTo>
                      <a:pt x="14728" y="12847"/>
                    </a:lnTo>
                    <a:lnTo>
                      <a:pt x="14765" y="12157"/>
                    </a:lnTo>
                    <a:lnTo>
                      <a:pt x="14891" y="11205"/>
                    </a:lnTo>
                    <a:lnTo>
                      <a:pt x="15016" y="10227"/>
                    </a:lnTo>
                    <a:lnTo>
                      <a:pt x="15129" y="9087"/>
                    </a:lnTo>
                    <a:lnTo>
                      <a:pt x="15242" y="7934"/>
                    </a:lnTo>
                    <a:lnTo>
                      <a:pt x="15279" y="7382"/>
                    </a:lnTo>
                    <a:lnTo>
                      <a:pt x="15304" y="6881"/>
                    </a:lnTo>
                    <a:lnTo>
                      <a:pt x="15304" y="6442"/>
                    </a:lnTo>
                    <a:lnTo>
                      <a:pt x="15292" y="6079"/>
                    </a:lnTo>
                    <a:lnTo>
                      <a:pt x="15279" y="5928"/>
                    </a:lnTo>
                    <a:lnTo>
                      <a:pt x="15254" y="5803"/>
                    </a:lnTo>
                    <a:lnTo>
                      <a:pt x="15229" y="5715"/>
                    </a:lnTo>
                    <a:lnTo>
                      <a:pt x="15191" y="5653"/>
                    </a:lnTo>
                    <a:lnTo>
                      <a:pt x="15116" y="5565"/>
                    </a:lnTo>
                    <a:lnTo>
                      <a:pt x="15016" y="5502"/>
                    </a:lnTo>
                    <a:lnTo>
                      <a:pt x="14903" y="5452"/>
                    </a:lnTo>
                    <a:lnTo>
                      <a:pt x="14790" y="5414"/>
                    </a:lnTo>
                    <a:lnTo>
                      <a:pt x="14665" y="5377"/>
                    </a:lnTo>
                    <a:lnTo>
                      <a:pt x="14540" y="5364"/>
                    </a:lnTo>
                    <a:lnTo>
                      <a:pt x="14414" y="5352"/>
                    </a:lnTo>
                    <a:lnTo>
                      <a:pt x="14277" y="5352"/>
                    </a:lnTo>
                    <a:lnTo>
                      <a:pt x="14038" y="5364"/>
                    </a:lnTo>
                    <a:lnTo>
                      <a:pt x="13850" y="5389"/>
                    </a:lnTo>
                    <a:lnTo>
                      <a:pt x="13662" y="5414"/>
                    </a:lnTo>
                    <a:lnTo>
                      <a:pt x="13525" y="5114"/>
                    </a:lnTo>
                    <a:lnTo>
                      <a:pt x="13374" y="4775"/>
                    </a:lnTo>
                    <a:lnTo>
                      <a:pt x="13174" y="4374"/>
                    </a:lnTo>
                    <a:lnTo>
                      <a:pt x="12923" y="3935"/>
                    </a:lnTo>
                    <a:lnTo>
                      <a:pt x="12798" y="3710"/>
                    </a:lnTo>
                    <a:lnTo>
                      <a:pt x="12660" y="3497"/>
                    </a:lnTo>
                    <a:lnTo>
                      <a:pt x="12509" y="3296"/>
                    </a:lnTo>
                    <a:lnTo>
                      <a:pt x="12359" y="3096"/>
                    </a:lnTo>
                    <a:lnTo>
                      <a:pt x="12209" y="2933"/>
                    </a:lnTo>
                    <a:lnTo>
                      <a:pt x="12058" y="2782"/>
                    </a:lnTo>
                    <a:lnTo>
                      <a:pt x="11970" y="2720"/>
                    </a:lnTo>
                    <a:lnTo>
                      <a:pt x="11858" y="2657"/>
                    </a:lnTo>
                    <a:lnTo>
                      <a:pt x="11720" y="2594"/>
                    </a:lnTo>
                    <a:lnTo>
                      <a:pt x="11569" y="2544"/>
                    </a:lnTo>
                    <a:lnTo>
                      <a:pt x="11406" y="2494"/>
                    </a:lnTo>
                    <a:lnTo>
                      <a:pt x="11218" y="2457"/>
                    </a:lnTo>
                    <a:lnTo>
                      <a:pt x="10792" y="2381"/>
                    </a:lnTo>
                    <a:lnTo>
                      <a:pt x="10329" y="2319"/>
                    </a:lnTo>
                    <a:lnTo>
                      <a:pt x="9815" y="2269"/>
                    </a:lnTo>
                    <a:lnTo>
                      <a:pt x="9288" y="2218"/>
                    </a:lnTo>
                    <a:lnTo>
                      <a:pt x="8749" y="2181"/>
                    </a:lnTo>
                    <a:lnTo>
                      <a:pt x="7684" y="2131"/>
                    </a:lnTo>
                    <a:lnTo>
                      <a:pt x="6719" y="2081"/>
                    </a:lnTo>
                    <a:lnTo>
                      <a:pt x="6305" y="2055"/>
                    </a:lnTo>
                    <a:lnTo>
                      <a:pt x="5954" y="2030"/>
                    </a:lnTo>
                    <a:lnTo>
                      <a:pt x="5679" y="1993"/>
                    </a:lnTo>
                    <a:lnTo>
                      <a:pt x="5478" y="1943"/>
                    </a:lnTo>
                    <a:lnTo>
                      <a:pt x="5415" y="1918"/>
                    </a:lnTo>
                    <a:lnTo>
                      <a:pt x="5353" y="1880"/>
                    </a:lnTo>
                    <a:lnTo>
                      <a:pt x="5290" y="1842"/>
                    </a:lnTo>
                    <a:lnTo>
                      <a:pt x="5240" y="1792"/>
                    </a:lnTo>
                    <a:lnTo>
                      <a:pt x="5140" y="1679"/>
                    </a:lnTo>
                    <a:lnTo>
                      <a:pt x="5052" y="1542"/>
                    </a:lnTo>
                    <a:lnTo>
                      <a:pt x="4964" y="1391"/>
                    </a:lnTo>
                    <a:lnTo>
                      <a:pt x="4902" y="1228"/>
                    </a:lnTo>
                    <a:lnTo>
                      <a:pt x="4776" y="890"/>
                    </a:lnTo>
                    <a:lnTo>
                      <a:pt x="4663" y="564"/>
                    </a:lnTo>
                    <a:lnTo>
                      <a:pt x="4601" y="414"/>
                    </a:lnTo>
                    <a:lnTo>
                      <a:pt x="4538" y="276"/>
                    </a:lnTo>
                    <a:lnTo>
                      <a:pt x="4475" y="163"/>
                    </a:lnTo>
                    <a:lnTo>
                      <a:pt x="4388" y="75"/>
                    </a:lnTo>
                    <a:lnTo>
                      <a:pt x="4350" y="50"/>
                    </a:lnTo>
                    <a:lnTo>
                      <a:pt x="4300" y="25"/>
                    </a:lnTo>
                    <a:lnTo>
                      <a:pt x="4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6">
                <a:extLst>
                  <a:ext uri="{FF2B5EF4-FFF2-40B4-BE49-F238E27FC236}">
                    <a16:creationId xmlns:a16="http://schemas.microsoft.com/office/drawing/2014/main" id="{DADE5FA9-27DC-C395-B85C-FB560CBAA399}"/>
                  </a:ext>
                </a:extLst>
              </p:cNvPr>
              <p:cNvSpPr/>
              <p:nvPr/>
            </p:nvSpPr>
            <p:spPr>
              <a:xfrm>
                <a:off x="5569971" y="2545255"/>
                <a:ext cx="221471" cy="401178"/>
              </a:xfrm>
              <a:custGeom>
                <a:avLst/>
                <a:gdLst/>
                <a:ahLst/>
                <a:cxnLst/>
                <a:rect l="l" t="t" r="r" b="b"/>
                <a:pathLst>
                  <a:path w="9853" h="17848" extrusionOk="0">
                    <a:moveTo>
                      <a:pt x="9852" y="0"/>
                    </a:moveTo>
                    <a:lnTo>
                      <a:pt x="9100" y="389"/>
                    </a:lnTo>
                    <a:lnTo>
                      <a:pt x="8285" y="802"/>
                    </a:lnTo>
                    <a:lnTo>
                      <a:pt x="7308" y="1341"/>
                    </a:lnTo>
                    <a:lnTo>
                      <a:pt x="6794" y="1629"/>
                    </a:lnTo>
                    <a:lnTo>
                      <a:pt x="6267" y="1943"/>
                    </a:lnTo>
                    <a:lnTo>
                      <a:pt x="5754" y="2256"/>
                    </a:lnTo>
                    <a:lnTo>
                      <a:pt x="5252" y="2569"/>
                    </a:lnTo>
                    <a:lnTo>
                      <a:pt x="4776" y="2895"/>
                    </a:lnTo>
                    <a:lnTo>
                      <a:pt x="4350" y="3209"/>
                    </a:lnTo>
                    <a:lnTo>
                      <a:pt x="3961" y="3509"/>
                    </a:lnTo>
                    <a:lnTo>
                      <a:pt x="3798" y="3660"/>
                    </a:lnTo>
                    <a:lnTo>
                      <a:pt x="3648" y="3798"/>
                    </a:lnTo>
                    <a:lnTo>
                      <a:pt x="3573" y="3885"/>
                    </a:lnTo>
                    <a:lnTo>
                      <a:pt x="3485" y="3986"/>
                    </a:lnTo>
                    <a:lnTo>
                      <a:pt x="3410" y="4099"/>
                    </a:lnTo>
                    <a:lnTo>
                      <a:pt x="3322" y="4236"/>
                    </a:lnTo>
                    <a:lnTo>
                      <a:pt x="3172" y="4537"/>
                    </a:lnTo>
                    <a:lnTo>
                      <a:pt x="3009" y="4888"/>
                    </a:lnTo>
                    <a:lnTo>
                      <a:pt x="2846" y="5289"/>
                    </a:lnTo>
                    <a:lnTo>
                      <a:pt x="2683" y="5728"/>
                    </a:lnTo>
                    <a:lnTo>
                      <a:pt x="2520" y="6204"/>
                    </a:lnTo>
                    <a:lnTo>
                      <a:pt x="2357" y="6705"/>
                    </a:lnTo>
                    <a:lnTo>
                      <a:pt x="2207" y="7244"/>
                    </a:lnTo>
                    <a:lnTo>
                      <a:pt x="2044" y="7808"/>
                    </a:lnTo>
                    <a:lnTo>
                      <a:pt x="1743" y="8987"/>
                    </a:lnTo>
                    <a:lnTo>
                      <a:pt x="1455" y="10215"/>
                    </a:lnTo>
                    <a:lnTo>
                      <a:pt x="1191" y="11456"/>
                    </a:lnTo>
                    <a:lnTo>
                      <a:pt x="941" y="12684"/>
                    </a:lnTo>
                    <a:lnTo>
                      <a:pt x="703" y="13849"/>
                    </a:lnTo>
                    <a:lnTo>
                      <a:pt x="502" y="14927"/>
                    </a:lnTo>
                    <a:lnTo>
                      <a:pt x="327" y="15892"/>
                    </a:lnTo>
                    <a:lnTo>
                      <a:pt x="88" y="17309"/>
                    </a:lnTo>
                    <a:lnTo>
                      <a:pt x="1" y="17848"/>
                    </a:lnTo>
                    <a:lnTo>
                      <a:pt x="7496" y="17848"/>
                    </a:lnTo>
                    <a:lnTo>
                      <a:pt x="98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6">
                <a:extLst>
                  <a:ext uri="{FF2B5EF4-FFF2-40B4-BE49-F238E27FC236}">
                    <a16:creationId xmlns:a16="http://schemas.microsoft.com/office/drawing/2014/main" id="{5AE3B40B-EF1F-1FD7-B7C3-EAE8E92C8C67}"/>
                  </a:ext>
                </a:extLst>
              </p:cNvPr>
              <p:cNvSpPr/>
              <p:nvPr/>
            </p:nvSpPr>
            <p:spPr>
              <a:xfrm>
                <a:off x="5702386" y="2481576"/>
                <a:ext cx="633618" cy="995326"/>
              </a:xfrm>
              <a:custGeom>
                <a:avLst/>
                <a:gdLst/>
                <a:ahLst/>
                <a:cxnLst/>
                <a:rect l="l" t="t" r="r" b="b"/>
                <a:pathLst>
                  <a:path w="28189" h="44281" extrusionOk="0">
                    <a:moveTo>
                      <a:pt x="9200" y="1"/>
                    </a:moveTo>
                    <a:lnTo>
                      <a:pt x="8849" y="176"/>
                    </a:lnTo>
                    <a:lnTo>
                      <a:pt x="7922" y="627"/>
                    </a:lnTo>
                    <a:lnTo>
                      <a:pt x="7307" y="953"/>
                    </a:lnTo>
                    <a:lnTo>
                      <a:pt x="6606" y="1317"/>
                    </a:lnTo>
                    <a:lnTo>
                      <a:pt x="5866" y="1718"/>
                    </a:lnTo>
                    <a:lnTo>
                      <a:pt x="5102" y="2144"/>
                    </a:lnTo>
                    <a:lnTo>
                      <a:pt x="4337" y="2608"/>
                    </a:lnTo>
                    <a:lnTo>
                      <a:pt x="3585" y="3071"/>
                    </a:lnTo>
                    <a:lnTo>
                      <a:pt x="3234" y="3309"/>
                    </a:lnTo>
                    <a:lnTo>
                      <a:pt x="2883" y="3548"/>
                    </a:lnTo>
                    <a:lnTo>
                      <a:pt x="2557" y="3786"/>
                    </a:lnTo>
                    <a:lnTo>
                      <a:pt x="2256" y="4011"/>
                    </a:lnTo>
                    <a:lnTo>
                      <a:pt x="1968" y="4249"/>
                    </a:lnTo>
                    <a:lnTo>
                      <a:pt x="1718" y="4475"/>
                    </a:lnTo>
                    <a:lnTo>
                      <a:pt x="1492" y="4688"/>
                    </a:lnTo>
                    <a:lnTo>
                      <a:pt x="1291" y="4914"/>
                    </a:lnTo>
                    <a:lnTo>
                      <a:pt x="1128" y="5114"/>
                    </a:lnTo>
                    <a:lnTo>
                      <a:pt x="1003" y="5315"/>
                    </a:lnTo>
                    <a:lnTo>
                      <a:pt x="966" y="5415"/>
                    </a:lnTo>
                    <a:lnTo>
                      <a:pt x="928" y="5503"/>
                    </a:lnTo>
                    <a:lnTo>
                      <a:pt x="903" y="5603"/>
                    </a:lnTo>
                    <a:lnTo>
                      <a:pt x="890" y="5691"/>
                    </a:lnTo>
                    <a:lnTo>
                      <a:pt x="853" y="6418"/>
                    </a:lnTo>
                    <a:lnTo>
                      <a:pt x="803" y="7859"/>
                    </a:lnTo>
                    <a:lnTo>
                      <a:pt x="690" y="12446"/>
                    </a:lnTo>
                    <a:lnTo>
                      <a:pt x="539" y="18600"/>
                    </a:lnTo>
                    <a:lnTo>
                      <a:pt x="389" y="25506"/>
                    </a:lnTo>
                    <a:lnTo>
                      <a:pt x="126" y="38215"/>
                    </a:lnTo>
                    <a:lnTo>
                      <a:pt x="0" y="43930"/>
                    </a:lnTo>
                    <a:lnTo>
                      <a:pt x="28126" y="43930"/>
                    </a:lnTo>
                    <a:lnTo>
                      <a:pt x="28088" y="43579"/>
                    </a:lnTo>
                    <a:lnTo>
                      <a:pt x="27938" y="42000"/>
                    </a:lnTo>
                    <a:lnTo>
                      <a:pt x="27737" y="39669"/>
                    </a:lnTo>
                    <a:lnTo>
                      <a:pt x="27173" y="33314"/>
                    </a:lnTo>
                    <a:lnTo>
                      <a:pt x="26509" y="25606"/>
                    </a:lnTo>
                    <a:lnTo>
                      <a:pt x="26145" y="21596"/>
                    </a:lnTo>
                    <a:lnTo>
                      <a:pt x="25794" y="17648"/>
                    </a:lnTo>
                    <a:lnTo>
                      <a:pt x="25431" y="13900"/>
                    </a:lnTo>
                    <a:lnTo>
                      <a:pt x="25105" y="10504"/>
                    </a:lnTo>
                    <a:lnTo>
                      <a:pt x="24792" y="7596"/>
                    </a:lnTo>
                    <a:lnTo>
                      <a:pt x="24654" y="6355"/>
                    </a:lnTo>
                    <a:lnTo>
                      <a:pt x="24516" y="5302"/>
                    </a:lnTo>
                    <a:lnTo>
                      <a:pt x="24403" y="4425"/>
                    </a:lnTo>
                    <a:lnTo>
                      <a:pt x="24290" y="3761"/>
                    </a:lnTo>
                    <a:lnTo>
                      <a:pt x="24240" y="3510"/>
                    </a:lnTo>
                    <a:lnTo>
                      <a:pt x="24203" y="3309"/>
                    </a:lnTo>
                    <a:lnTo>
                      <a:pt x="24152" y="3184"/>
                    </a:lnTo>
                    <a:lnTo>
                      <a:pt x="24115" y="3109"/>
                    </a:lnTo>
                    <a:lnTo>
                      <a:pt x="24015" y="3009"/>
                    </a:lnTo>
                    <a:lnTo>
                      <a:pt x="23864" y="2908"/>
                    </a:lnTo>
                    <a:lnTo>
                      <a:pt x="23676" y="2796"/>
                    </a:lnTo>
                    <a:lnTo>
                      <a:pt x="23463" y="2683"/>
                    </a:lnTo>
                    <a:lnTo>
                      <a:pt x="23225" y="2570"/>
                    </a:lnTo>
                    <a:lnTo>
                      <a:pt x="22949" y="2445"/>
                    </a:lnTo>
                    <a:lnTo>
                      <a:pt x="22348" y="2206"/>
                    </a:lnTo>
                    <a:lnTo>
                      <a:pt x="21658" y="1956"/>
                    </a:lnTo>
                    <a:lnTo>
                      <a:pt x="20919" y="1705"/>
                    </a:lnTo>
                    <a:lnTo>
                      <a:pt x="20154" y="1454"/>
                    </a:lnTo>
                    <a:lnTo>
                      <a:pt x="19365" y="1216"/>
                    </a:lnTo>
                    <a:lnTo>
                      <a:pt x="17861" y="790"/>
                    </a:lnTo>
                    <a:lnTo>
                      <a:pt x="16570" y="427"/>
                    </a:lnTo>
                    <a:lnTo>
                      <a:pt x="15329" y="113"/>
                    </a:lnTo>
                    <a:lnTo>
                      <a:pt x="9200" y="1"/>
                    </a:lnTo>
                    <a:close/>
                    <a:moveTo>
                      <a:pt x="28126" y="43930"/>
                    </a:moveTo>
                    <a:lnTo>
                      <a:pt x="28138" y="44043"/>
                    </a:lnTo>
                    <a:lnTo>
                      <a:pt x="28176" y="44268"/>
                    </a:lnTo>
                    <a:lnTo>
                      <a:pt x="28188" y="44281"/>
                    </a:lnTo>
                    <a:lnTo>
                      <a:pt x="28188" y="44231"/>
                    </a:lnTo>
                    <a:lnTo>
                      <a:pt x="28188" y="4393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6">
                <a:extLst>
                  <a:ext uri="{FF2B5EF4-FFF2-40B4-BE49-F238E27FC236}">
                    <a16:creationId xmlns:a16="http://schemas.microsoft.com/office/drawing/2014/main" id="{93500C8A-1284-57B3-8F3F-79CA4A8396C5}"/>
                  </a:ext>
                </a:extLst>
              </p:cNvPr>
              <p:cNvSpPr/>
              <p:nvPr/>
            </p:nvSpPr>
            <p:spPr>
              <a:xfrm>
                <a:off x="5805783" y="2994018"/>
                <a:ext cx="318079" cy="302322"/>
              </a:xfrm>
              <a:custGeom>
                <a:avLst/>
                <a:gdLst/>
                <a:ahLst/>
                <a:cxnLst/>
                <a:rect l="l" t="t" r="r" b="b"/>
                <a:pathLst>
                  <a:path w="14151" h="13450" extrusionOk="0">
                    <a:moveTo>
                      <a:pt x="13962" y="1"/>
                    </a:moveTo>
                    <a:lnTo>
                      <a:pt x="0" y="13248"/>
                    </a:lnTo>
                    <a:lnTo>
                      <a:pt x="201" y="13449"/>
                    </a:lnTo>
                    <a:lnTo>
                      <a:pt x="14150" y="214"/>
                    </a:lnTo>
                    <a:lnTo>
                      <a:pt x="1396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6">
                <a:extLst>
                  <a:ext uri="{FF2B5EF4-FFF2-40B4-BE49-F238E27FC236}">
                    <a16:creationId xmlns:a16="http://schemas.microsoft.com/office/drawing/2014/main" id="{AA5C571F-A658-F6B3-60A1-0447636DC6EB}"/>
                  </a:ext>
                </a:extLst>
              </p:cNvPr>
              <p:cNvSpPr/>
              <p:nvPr/>
            </p:nvSpPr>
            <p:spPr>
              <a:xfrm>
                <a:off x="6041572" y="3143336"/>
                <a:ext cx="82852" cy="114680"/>
              </a:xfrm>
              <a:custGeom>
                <a:avLst/>
                <a:gdLst/>
                <a:ahLst/>
                <a:cxnLst/>
                <a:rect l="l" t="t" r="r" b="b"/>
                <a:pathLst>
                  <a:path w="3686" h="5102" extrusionOk="0">
                    <a:moveTo>
                      <a:pt x="3447" y="0"/>
                    </a:moveTo>
                    <a:lnTo>
                      <a:pt x="1" y="4939"/>
                    </a:lnTo>
                    <a:lnTo>
                      <a:pt x="226" y="5101"/>
                    </a:lnTo>
                    <a:lnTo>
                      <a:pt x="3686" y="163"/>
                    </a:lnTo>
                    <a:lnTo>
                      <a:pt x="344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a:extLst>
                  <a:ext uri="{FF2B5EF4-FFF2-40B4-BE49-F238E27FC236}">
                    <a16:creationId xmlns:a16="http://schemas.microsoft.com/office/drawing/2014/main" id="{B0A2805A-EA67-EF03-C3FF-10D491E92965}"/>
                  </a:ext>
                </a:extLst>
              </p:cNvPr>
              <p:cNvSpPr/>
              <p:nvPr/>
            </p:nvSpPr>
            <p:spPr>
              <a:xfrm>
                <a:off x="5865213" y="2464404"/>
                <a:ext cx="107645" cy="125379"/>
              </a:xfrm>
              <a:custGeom>
                <a:avLst/>
                <a:gdLst/>
                <a:ahLst/>
                <a:cxnLst/>
                <a:rect l="l" t="t" r="r" b="b"/>
                <a:pathLst>
                  <a:path w="4789" h="5578" extrusionOk="0">
                    <a:moveTo>
                      <a:pt x="1956" y="0"/>
                    </a:moveTo>
                    <a:lnTo>
                      <a:pt x="1154" y="564"/>
                    </a:lnTo>
                    <a:lnTo>
                      <a:pt x="527" y="1003"/>
                    </a:lnTo>
                    <a:lnTo>
                      <a:pt x="89" y="1304"/>
                    </a:lnTo>
                    <a:lnTo>
                      <a:pt x="63" y="1341"/>
                    </a:lnTo>
                    <a:lnTo>
                      <a:pt x="38" y="1391"/>
                    </a:lnTo>
                    <a:lnTo>
                      <a:pt x="13" y="1466"/>
                    </a:lnTo>
                    <a:lnTo>
                      <a:pt x="1" y="1554"/>
                    </a:lnTo>
                    <a:lnTo>
                      <a:pt x="1" y="1780"/>
                    </a:lnTo>
                    <a:lnTo>
                      <a:pt x="1" y="2068"/>
                    </a:lnTo>
                    <a:lnTo>
                      <a:pt x="26" y="2394"/>
                    </a:lnTo>
                    <a:lnTo>
                      <a:pt x="63" y="2757"/>
                    </a:lnTo>
                    <a:lnTo>
                      <a:pt x="151" y="3522"/>
                    </a:lnTo>
                    <a:lnTo>
                      <a:pt x="264" y="4286"/>
                    </a:lnTo>
                    <a:lnTo>
                      <a:pt x="377" y="4951"/>
                    </a:lnTo>
                    <a:lnTo>
                      <a:pt x="477" y="5577"/>
                    </a:lnTo>
                    <a:lnTo>
                      <a:pt x="1480" y="4926"/>
                    </a:lnTo>
                    <a:lnTo>
                      <a:pt x="2169" y="4500"/>
                    </a:lnTo>
                    <a:lnTo>
                      <a:pt x="2395" y="4362"/>
                    </a:lnTo>
                    <a:lnTo>
                      <a:pt x="2457" y="4337"/>
                    </a:lnTo>
                    <a:lnTo>
                      <a:pt x="2482" y="4337"/>
                    </a:lnTo>
                    <a:lnTo>
                      <a:pt x="2507" y="4362"/>
                    </a:lnTo>
                    <a:lnTo>
                      <a:pt x="2583" y="4399"/>
                    </a:lnTo>
                    <a:lnTo>
                      <a:pt x="2846" y="4500"/>
                    </a:lnTo>
                    <a:lnTo>
                      <a:pt x="3635" y="4775"/>
                    </a:lnTo>
                    <a:lnTo>
                      <a:pt x="4789" y="5151"/>
                    </a:lnTo>
                    <a:lnTo>
                      <a:pt x="4789" y="176"/>
                    </a:lnTo>
                    <a:lnTo>
                      <a:pt x="195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a:extLst>
                  <a:ext uri="{FF2B5EF4-FFF2-40B4-BE49-F238E27FC236}">
                    <a16:creationId xmlns:a16="http://schemas.microsoft.com/office/drawing/2014/main" id="{A98DB47E-68D5-2BBB-65F0-303D40FC658A}"/>
                  </a:ext>
                </a:extLst>
              </p:cNvPr>
              <p:cNvSpPr/>
              <p:nvPr/>
            </p:nvSpPr>
            <p:spPr>
              <a:xfrm>
                <a:off x="5972835" y="2456784"/>
                <a:ext cx="114410" cy="141721"/>
              </a:xfrm>
              <a:custGeom>
                <a:avLst/>
                <a:gdLst/>
                <a:ahLst/>
                <a:cxnLst/>
                <a:rect l="l" t="t" r="r" b="b"/>
                <a:pathLst>
                  <a:path w="5090" h="6305" extrusionOk="0">
                    <a:moveTo>
                      <a:pt x="3334" y="1"/>
                    </a:moveTo>
                    <a:lnTo>
                      <a:pt x="1" y="63"/>
                    </a:lnTo>
                    <a:lnTo>
                      <a:pt x="1" y="5490"/>
                    </a:lnTo>
                    <a:lnTo>
                      <a:pt x="2570" y="4976"/>
                    </a:lnTo>
                    <a:lnTo>
                      <a:pt x="4061" y="6305"/>
                    </a:lnTo>
                    <a:lnTo>
                      <a:pt x="4249" y="5565"/>
                    </a:lnTo>
                    <a:lnTo>
                      <a:pt x="4437" y="4801"/>
                    </a:lnTo>
                    <a:lnTo>
                      <a:pt x="4650" y="3899"/>
                    </a:lnTo>
                    <a:lnTo>
                      <a:pt x="4851" y="2984"/>
                    </a:lnTo>
                    <a:lnTo>
                      <a:pt x="4939" y="2545"/>
                    </a:lnTo>
                    <a:lnTo>
                      <a:pt x="5014" y="2144"/>
                    </a:lnTo>
                    <a:lnTo>
                      <a:pt x="5064" y="1780"/>
                    </a:lnTo>
                    <a:lnTo>
                      <a:pt x="5089" y="1480"/>
                    </a:lnTo>
                    <a:lnTo>
                      <a:pt x="5089" y="1354"/>
                    </a:lnTo>
                    <a:lnTo>
                      <a:pt x="5089" y="1254"/>
                    </a:lnTo>
                    <a:lnTo>
                      <a:pt x="5077" y="1166"/>
                    </a:lnTo>
                    <a:lnTo>
                      <a:pt x="5052" y="1104"/>
                    </a:lnTo>
                    <a:lnTo>
                      <a:pt x="5001" y="1016"/>
                    </a:lnTo>
                    <a:lnTo>
                      <a:pt x="4914" y="928"/>
                    </a:lnTo>
                    <a:lnTo>
                      <a:pt x="4813" y="840"/>
                    </a:lnTo>
                    <a:lnTo>
                      <a:pt x="4688" y="740"/>
                    </a:lnTo>
                    <a:lnTo>
                      <a:pt x="4412" y="565"/>
                    </a:lnTo>
                    <a:lnTo>
                      <a:pt x="4112" y="389"/>
                    </a:lnTo>
                    <a:lnTo>
                      <a:pt x="3811" y="226"/>
                    </a:lnTo>
                    <a:lnTo>
                      <a:pt x="3573" y="101"/>
                    </a:lnTo>
                    <a:lnTo>
                      <a:pt x="33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a:extLst>
                  <a:ext uri="{FF2B5EF4-FFF2-40B4-BE49-F238E27FC236}">
                    <a16:creationId xmlns:a16="http://schemas.microsoft.com/office/drawing/2014/main" id="{B955E77E-9012-C275-76AA-22C731273017}"/>
                  </a:ext>
                </a:extLst>
              </p:cNvPr>
              <p:cNvSpPr/>
              <p:nvPr/>
            </p:nvSpPr>
            <p:spPr>
              <a:xfrm>
                <a:off x="5957348" y="2570610"/>
                <a:ext cx="26771" cy="92989"/>
              </a:xfrm>
              <a:custGeom>
                <a:avLst/>
                <a:gdLst/>
                <a:ahLst/>
                <a:cxnLst/>
                <a:rect l="l" t="t" r="r" b="b"/>
                <a:pathLst>
                  <a:path w="1191" h="4137" extrusionOk="0">
                    <a:moveTo>
                      <a:pt x="0" y="0"/>
                    </a:moveTo>
                    <a:lnTo>
                      <a:pt x="0" y="4136"/>
                    </a:lnTo>
                    <a:lnTo>
                      <a:pt x="1191" y="4136"/>
                    </a:lnTo>
                    <a:lnTo>
                      <a:pt x="11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a:extLst>
                  <a:ext uri="{FF2B5EF4-FFF2-40B4-BE49-F238E27FC236}">
                    <a16:creationId xmlns:a16="http://schemas.microsoft.com/office/drawing/2014/main" id="{E34ED11B-1252-77CF-E48A-7011767DF3C0}"/>
                  </a:ext>
                </a:extLst>
              </p:cNvPr>
              <p:cNvSpPr/>
              <p:nvPr/>
            </p:nvSpPr>
            <p:spPr>
              <a:xfrm>
                <a:off x="6215682" y="2544401"/>
                <a:ext cx="202859" cy="423161"/>
              </a:xfrm>
              <a:custGeom>
                <a:avLst/>
                <a:gdLst/>
                <a:ahLst/>
                <a:cxnLst/>
                <a:rect l="l" t="t" r="r" b="b"/>
                <a:pathLst>
                  <a:path w="9025" h="18826" extrusionOk="0">
                    <a:moveTo>
                      <a:pt x="690" y="1"/>
                    </a:moveTo>
                    <a:lnTo>
                      <a:pt x="589" y="26"/>
                    </a:lnTo>
                    <a:lnTo>
                      <a:pt x="502" y="76"/>
                    </a:lnTo>
                    <a:lnTo>
                      <a:pt x="427" y="151"/>
                    </a:lnTo>
                    <a:lnTo>
                      <a:pt x="351" y="264"/>
                    </a:lnTo>
                    <a:lnTo>
                      <a:pt x="289" y="389"/>
                    </a:lnTo>
                    <a:lnTo>
                      <a:pt x="239" y="539"/>
                    </a:lnTo>
                    <a:lnTo>
                      <a:pt x="176" y="727"/>
                    </a:lnTo>
                    <a:lnTo>
                      <a:pt x="138" y="928"/>
                    </a:lnTo>
                    <a:lnTo>
                      <a:pt x="101" y="1141"/>
                    </a:lnTo>
                    <a:lnTo>
                      <a:pt x="63" y="1379"/>
                    </a:lnTo>
                    <a:lnTo>
                      <a:pt x="25" y="1918"/>
                    </a:lnTo>
                    <a:lnTo>
                      <a:pt x="0" y="2532"/>
                    </a:lnTo>
                    <a:lnTo>
                      <a:pt x="0" y="3209"/>
                    </a:lnTo>
                    <a:lnTo>
                      <a:pt x="13" y="3936"/>
                    </a:lnTo>
                    <a:lnTo>
                      <a:pt x="38" y="4713"/>
                    </a:lnTo>
                    <a:lnTo>
                      <a:pt x="88" y="5528"/>
                    </a:lnTo>
                    <a:lnTo>
                      <a:pt x="151" y="6367"/>
                    </a:lnTo>
                    <a:lnTo>
                      <a:pt x="226" y="7245"/>
                    </a:lnTo>
                    <a:lnTo>
                      <a:pt x="314" y="8135"/>
                    </a:lnTo>
                    <a:lnTo>
                      <a:pt x="414" y="9037"/>
                    </a:lnTo>
                    <a:lnTo>
                      <a:pt x="615" y="10842"/>
                    </a:lnTo>
                    <a:lnTo>
                      <a:pt x="840" y="12609"/>
                    </a:lnTo>
                    <a:lnTo>
                      <a:pt x="1066" y="14251"/>
                    </a:lnTo>
                    <a:lnTo>
                      <a:pt x="1291" y="15742"/>
                    </a:lnTo>
                    <a:lnTo>
                      <a:pt x="1630" y="17973"/>
                    </a:lnTo>
                    <a:lnTo>
                      <a:pt x="1768" y="18826"/>
                    </a:lnTo>
                    <a:lnTo>
                      <a:pt x="9024" y="18826"/>
                    </a:lnTo>
                    <a:lnTo>
                      <a:pt x="8924" y="16720"/>
                    </a:lnTo>
                    <a:lnTo>
                      <a:pt x="8799" y="14527"/>
                    </a:lnTo>
                    <a:lnTo>
                      <a:pt x="8648" y="11982"/>
                    </a:lnTo>
                    <a:lnTo>
                      <a:pt x="8473" y="9363"/>
                    </a:lnTo>
                    <a:lnTo>
                      <a:pt x="8385" y="8135"/>
                    </a:lnTo>
                    <a:lnTo>
                      <a:pt x="8285" y="6994"/>
                    </a:lnTo>
                    <a:lnTo>
                      <a:pt x="8197" y="5991"/>
                    </a:lnTo>
                    <a:lnTo>
                      <a:pt x="8097" y="5152"/>
                    </a:lnTo>
                    <a:lnTo>
                      <a:pt x="8059" y="4813"/>
                    </a:lnTo>
                    <a:lnTo>
                      <a:pt x="8009" y="4525"/>
                    </a:lnTo>
                    <a:lnTo>
                      <a:pt x="7959" y="4312"/>
                    </a:lnTo>
                    <a:lnTo>
                      <a:pt x="7922" y="4149"/>
                    </a:lnTo>
                    <a:lnTo>
                      <a:pt x="7859" y="4024"/>
                    </a:lnTo>
                    <a:lnTo>
                      <a:pt x="7784" y="3898"/>
                    </a:lnTo>
                    <a:lnTo>
                      <a:pt x="7696" y="3773"/>
                    </a:lnTo>
                    <a:lnTo>
                      <a:pt x="7583" y="3648"/>
                    </a:lnTo>
                    <a:lnTo>
                      <a:pt x="7458" y="3510"/>
                    </a:lnTo>
                    <a:lnTo>
                      <a:pt x="7307" y="3372"/>
                    </a:lnTo>
                    <a:lnTo>
                      <a:pt x="7144" y="3247"/>
                    </a:lnTo>
                    <a:lnTo>
                      <a:pt x="6982" y="3109"/>
                    </a:lnTo>
                    <a:lnTo>
                      <a:pt x="6593" y="2833"/>
                    </a:lnTo>
                    <a:lnTo>
                      <a:pt x="6154" y="2557"/>
                    </a:lnTo>
                    <a:lnTo>
                      <a:pt x="5678" y="2282"/>
                    </a:lnTo>
                    <a:lnTo>
                      <a:pt x="5177" y="2006"/>
                    </a:lnTo>
                    <a:lnTo>
                      <a:pt x="4650" y="1730"/>
                    </a:lnTo>
                    <a:lnTo>
                      <a:pt x="4099" y="1467"/>
                    </a:lnTo>
                    <a:lnTo>
                      <a:pt x="3547" y="1204"/>
                    </a:lnTo>
                    <a:lnTo>
                      <a:pt x="2996" y="941"/>
                    </a:lnTo>
                    <a:lnTo>
                      <a:pt x="1905" y="464"/>
                    </a:lnTo>
                    <a:lnTo>
                      <a:pt x="903" y="38"/>
                    </a:lnTo>
                    <a:lnTo>
                      <a:pt x="7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a:extLst>
                  <a:ext uri="{FF2B5EF4-FFF2-40B4-BE49-F238E27FC236}">
                    <a16:creationId xmlns:a16="http://schemas.microsoft.com/office/drawing/2014/main" id="{ABEFDE6C-F93F-6660-F9ED-17B1D0B5CFE5}"/>
                  </a:ext>
                </a:extLst>
              </p:cNvPr>
              <p:cNvSpPr/>
              <p:nvPr/>
            </p:nvSpPr>
            <p:spPr>
              <a:xfrm>
                <a:off x="5909179" y="2359883"/>
                <a:ext cx="139743" cy="220594"/>
              </a:xfrm>
              <a:custGeom>
                <a:avLst/>
                <a:gdLst/>
                <a:ahLst/>
                <a:cxnLst/>
                <a:rect l="l" t="t" r="r" b="b"/>
                <a:pathLst>
                  <a:path w="6217" h="9814" extrusionOk="0">
                    <a:moveTo>
                      <a:pt x="6217" y="0"/>
                    </a:moveTo>
                    <a:lnTo>
                      <a:pt x="0" y="639"/>
                    </a:lnTo>
                    <a:lnTo>
                      <a:pt x="0" y="6217"/>
                    </a:lnTo>
                    <a:lnTo>
                      <a:pt x="0" y="6380"/>
                    </a:lnTo>
                    <a:lnTo>
                      <a:pt x="13" y="6543"/>
                    </a:lnTo>
                    <a:lnTo>
                      <a:pt x="38" y="6706"/>
                    </a:lnTo>
                    <a:lnTo>
                      <a:pt x="75" y="6868"/>
                    </a:lnTo>
                    <a:lnTo>
                      <a:pt x="113" y="7031"/>
                    </a:lnTo>
                    <a:lnTo>
                      <a:pt x="163" y="7194"/>
                    </a:lnTo>
                    <a:lnTo>
                      <a:pt x="288" y="7520"/>
                    </a:lnTo>
                    <a:lnTo>
                      <a:pt x="439" y="7834"/>
                    </a:lnTo>
                    <a:lnTo>
                      <a:pt x="614" y="8134"/>
                    </a:lnTo>
                    <a:lnTo>
                      <a:pt x="802" y="8435"/>
                    </a:lnTo>
                    <a:lnTo>
                      <a:pt x="1015" y="8698"/>
                    </a:lnTo>
                    <a:lnTo>
                      <a:pt x="1241" y="8949"/>
                    </a:lnTo>
                    <a:lnTo>
                      <a:pt x="1466" y="9187"/>
                    </a:lnTo>
                    <a:lnTo>
                      <a:pt x="1705" y="9375"/>
                    </a:lnTo>
                    <a:lnTo>
                      <a:pt x="1943" y="9538"/>
                    </a:lnTo>
                    <a:lnTo>
                      <a:pt x="2055" y="9613"/>
                    </a:lnTo>
                    <a:lnTo>
                      <a:pt x="2168" y="9676"/>
                    </a:lnTo>
                    <a:lnTo>
                      <a:pt x="2294" y="9726"/>
                    </a:lnTo>
                    <a:lnTo>
                      <a:pt x="2406" y="9764"/>
                    </a:lnTo>
                    <a:lnTo>
                      <a:pt x="2519" y="9789"/>
                    </a:lnTo>
                    <a:lnTo>
                      <a:pt x="2619" y="9814"/>
                    </a:lnTo>
                    <a:lnTo>
                      <a:pt x="2732" y="9814"/>
                    </a:lnTo>
                    <a:lnTo>
                      <a:pt x="2833" y="9801"/>
                    </a:lnTo>
                    <a:lnTo>
                      <a:pt x="2945" y="9801"/>
                    </a:lnTo>
                    <a:lnTo>
                      <a:pt x="3071" y="9789"/>
                    </a:lnTo>
                    <a:lnTo>
                      <a:pt x="3196" y="9764"/>
                    </a:lnTo>
                    <a:lnTo>
                      <a:pt x="3321" y="9726"/>
                    </a:lnTo>
                    <a:lnTo>
                      <a:pt x="3459" y="9676"/>
                    </a:lnTo>
                    <a:lnTo>
                      <a:pt x="3597" y="9626"/>
                    </a:lnTo>
                    <a:lnTo>
                      <a:pt x="3860" y="9500"/>
                    </a:lnTo>
                    <a:lnTo>
                      <a:pt x="4136" y="9338"/>
                    </a:lnTo>
                    <a:lnTo>
                      <a:pt x="4412" y="9137"/>
                    </a:lnTo>
                    <a:lnTo>
                      <a:pt x="4675" y="8924"/>
                    </a:lnTo>
                    <a:lnTo>
                      <a:pt x="4926" y="8686"/>
                    </a:lnTo>
                    <a:lnTo>
                      <a:pt x="5164" y="8423"/>
                    </a:lnTo>
                    <a:lnTo>
                      <a:pt x="5389" y="8159"/>
                    </a:lnTo>
                    <a:lnTo>
                      <a:pt x="5590" y="7871"/>
                    </a:lnTo>
                    <a:lnTo>
                      <a:pt x="5765" y="7570"/>
                    </a:lnTo>
                    <a:lnTo>
                      <a:pt x="5841" y="7420"/>
                    </a:lnTo>
                    <a:lnTo>
                      <a:pt x="5916" y="7257"/>
                    </a:lnTo>
                    <a:lnTo>
                      <a:pt x="5978" y="7107"/>
                    </a:lnTo>
                    <a:lnTo>
                      <a:pt x="6029" y="6944"/>
                    </a:lnTo>
                    <a:lnTo>
                      <a:pt x="6066" y="6793"/>
                    </a:lnTo>
                    <a:lnTo>
                      <a:pt x="6104" y="6630"/>
                    </a:lnTo>
                    <a:lnTo>
                      <a:pt x="6129" y="6480"/>
                    </a:lnTo>
                    <a:lnTo>
                      <a:pt x="6129" y="6330"/>
                    </a:lnTo>
                    <a:lnTo>
                      <a:pt x="6217"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6">
                <a:extLst>
                  <a:ext uri="{FF2B5EF4-FFF2-40B4-BE49-F238E27FC236}">
                    <a16:creationId xmlns:a16="http://schemas.microsoft.com/office/drawing/2014/main" id="{96E593CB-FB91-1A44-C3B9-7370F0A2B173}"/>
                  </a:ext>
                </a:extLst>
              </p:cNvPr>
              <p:cNvSpPr/>
              <p:nvPr/>
            </p:nvSpPr>
            <p:spPr>
              <a:xfrm>
                <a:off x="5909179" y="2374246"/>
                <a:ext cx="128751" cy="129043"/>
              </a:xfrm>
              <a:custGeom>
                <a:avLst/>
                <a:gdLst/>
                <a:ahLst/>
                <a:cxnLst/>
                <a:rect l="l" t="t" r="r" b="b"/>
                <a:pathLst>
                  <a:path w="5728" h="5741" extrusionOk="0">
                    <a:moveTo>
                      <a:pt x="0" y="0"/>
                    </a:moveTo>
                    <a:lnTo>
                      <a:pt x="0" y="5578"/>
                    </a:lnTo>
                    <a:lnTo>
                      <a:pt x="213" y="5640"/>
                    </a:lnTo>
                    <a:lnTo>
                      <a:pt x="464" y="5678"/>
                    </a:lnTo>
                    <a:lnTo>
                      <a:pt x="802" y="5716"/>
                    </a:lnTo>
                    <a:lnTo>
                      <a:pt x="990" y="5728"/>
                    </a:lnTo>
                    <a:lnTo>
                      <a:pt x="1191" y="5741"/>
                    </a:lnTo>
                    <a:lnTo>
                      <a:pt x="1404" y="5741"/>
                    </a:lnTo>
                    <a:lnTo>
                      <a:pt x="1629" y="5728"/>
                    </a:lnTo>
                    <a:lnTo>
                      <a:pt x="1867" y="5703"/>
                    </a:lnTo>
                    <a:lnTo>
                      <a:pt x="2118" y="5665"/>
                    </a:lnTo>
                    <a:lnTo>
                      <a:pt x="2369" y="5615"/>
                    </a:lnTo>
                    <a:lnTo>
                      <a:pt x="2619" y="5553"/>
                    </a:lnTo>
                    <a:lnTo>
                      <a:pt x="2870" y="5465"/>
                    </a:lnTo>
                    <a:lnTo>
                      <a:pt x="3121" y="5352"/>
                    </a:lnTo>
                    <a:lnTo>
                      <a:pt x="3371" y="5227"/>
                    </a:lnTo>
                    <a:lnTo>
                      <a:pt x="3622" y="5076"/>
                    </a:lnTo>
                    <a:lnTo>
                      <a:pt x="3873" y="4901"/>
                    </a:lnTo>
                    <a:lnTo>
                      <a:pt x="4111" y="4700"/>
                    </a:lnTo>
                    <a:lnTo>
                      <a:pt x="4337" y="4462"/>
                    </a:lnTo>
                    <a:lnTo>
                      <a:pt x="4550" y="4199"/>
                    </a:lnTo>
                    <a:lnTo>
                      <a:pt x="4763" y="3911"/>
                    </a:lnTo>
                    <a:lnTo>
                      <a:pt x="4863" y="3748"/>
                    </a:lnTo>
                    <a:lnTo>
                      <a:pt x="4951" y="3585"/>
                    </a:lnTo>
                    <a:lnTo>
                      <a:pt x="5051" y="3409"/>
                    </a:lnTo>
                    <a:lnTo>
                      <a:pt x="5139" y="3221"/>
                    </a:lnTo>
                    <a:lnTo>
                      <a:pt x="5214" y="3021"/>
                    </a:lnTo>
                    <a:lnTo>
                      <a:pt x="5302" y="2820"/>
                    </a:lnTo>
                    <a:lnTo>
                      <a:pt x="5364" y="2607"/>
                    </a:lnTo>
                    <a:lnTo>
                      <a:pt x="5440" y="2382"/>
                    </a:lnTo>
                    <a:lnTo>
                      <a:pt x="5502" y="2144"/>
                    </a:lnTo>
                    <a:lnTo>
                      <a:pt x="5565" y="1905"/>
                    </a:lnTo>
                    <a:lnTo>
                      <a:pt x="5615" y="1642"/>
                    </a:lnTo>
                    <a:lnTo>
                      <a:pt x="5653" y="1379"/>
                    </a:lnTo>
                    <a:lnTo>
                      <a:pt x="5703" y="1103"/>
                    </a:lnTo>
                    <a:lnTo>
                      <a:pt x="5728" y="815"/>
                    </a:lnTo>
                    <a:lnTo>
                      <a:pt x="0" y="0"/>
                    </a:lnTo>
                    <a:close/>
                  </a:path>
                </a:pathLst>
              </a:custGeom>
              <a:solidFill>
                <a:srgbClr val="070019">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a:extLst>
                  <a:ext uri="{FF2B5EF4-FFF2-40B4-BE49-F238E27FC236}">
                    <a16:creationId xmlns:a16="http://schemas.microsoft.com/office/drawing/2014/main" id="{214F2672-BD8D-C9E8-DFEF-1D2D39BA5845}"/>
                  </a:ext>
                </a:extLst>
              </p:cNvPr>
              <p:cNvSpPr/>
              <p:nvPr/>
            </p:nvSpPr>
            <p:spPr>
              <a:xfrm>
                <a:off x="5809154" y="2260420"/>
                <a:ext cx="58059" cy="63701"/>
              </a:xfrm>
              <a:custGeom>
                <a:avLst/>
                <a:gdLst/>
                <a:ahLst/>
                <a:cxnLst/>
                <a:rect l="l" t="t" r="r" b="b"/>
                <a:pathLst>
                  <a:path w="2583" h="2834" extrusionOk="0">
                    <a:moveTo>
                      <a:pt x="1016" y="1"/>
                    </a:moveTo>
                    <a:lnTo>
                      <a:pt x="803" y="13"/>
                    </a:lnTo>
                    <a:lnTo>
                      <a:pt x="703" y="38"/>
                    </a:lnTo>
                    <a:lnTo>
                      <a:pt x="602" y="51"/>
                    </a:lnTo>
                    <a:lnTo>
                      <a:pt x="515" y="89"/>
                    </a:lnTo>
                    <a:lnTo>
                      <a:pt x="427" y="126"/>
                    </a:lnTo>
                    <a:lnTo>
                      <a:pt x="352" y="176"/>
                    </a:lnTo>
                    <a:lnTo>
                      <a:pt x="276" y="239"/>
                    </a:lnTo>
                    <a:lnTo>
                      <a:pt x="214" y="302"/>
                    </a:lnTo>
                    <a:lnTo>
                      <a:pt x="151" y="377"/>
                    </a:lnTo>
                    <a:lnTo>
                      <a:pt x="113" y="477"/>
                    </a:lnTo>
                    <a:lnTo>
                      <a:pt x="76" y="577"/>
                    </a:lnTo>
                    <a:lnTo>
                      <a:pt x="26" y="790"/>
                    </a:lnTo>
                    <a:lnTo>
                      <a:pt x="1" y="1004"/>
                    </a:lnTo>
                    <a:lnTo>
                      <a:pt x="1" y="1217"/>
                    </a:lnTo>
                    <a:lnTo>
                      <a:pt x="38" y="1430"/>
                    </a:lnTo>
                    <a:lnTo>
                      <a:pt x="101" y="1630"/>
                    </a:lnTo>
                    <a:lnTo>
                      <a:pt x="176" y="1831"/>
                    </a:lnTo>
                    <a:lnTo>
                      <a:pt x="289" y="2006"/>
                    </a:lnTo>
                    <a:lnTo>
                      <a:pt x="427" y="2182"/>
                    </a:lnTo>
                    <a:lnTo>
                      <a:pt x="590" y="2332"/>
                    </a:lnTo>
                    <a:lnTo>
                      <a:pt x="778" y="2470"/>
                    </a:lnTo>
                    <a:lnTo>
                      <a:pt x="878" y="2533"/>
                    </a:lnTo>
                    <a:lnTo>
                      <a:pt x="991" y="2595"/>
                    </a:lnTo>
                    <a:lnTo>
                      <a:pt x="1104" y="2645"/>
                    </a:lnTo>
                    <a:lnTo>
                      <a:pt x="1229" y="2696"/>
                    </a:lnTo>
                    <a:lnTo>
                      <a:pt x="1354" y="2733"/>
                    </a:lnTo>
                    <a:lnTo>
                      <a:pt x="1492" y="2758"/>
                    </a:lnTo>
                    <a:lnTo>
                      <a:pt x="1630" y="2796"/>
                    </a:lnTo>
                    <a:lnTo>
                      <a:pt x="1780" y="2808"/>
                    </a:lnTo>
                    <a:lnTo>
                      <a:pt x="1931" y="2821"/>
                    </a:lnTo>
                    <a:lnTo>
                      <a:pt x="2081" y="2833"/>
                    </a:lnTo>
                    <a:lnTo>
                      <a:pt x="2257" y="2833"/>
                    </a:lnTo>
                    <a:lnTo>
                      <a:pt x="2420" y="2821"/>
                    </a:lnTo>
                    <a:lnTo>
                      <a:pt x="2583" y="377"/>
                    </a:lnTo>
                    <a:lnTo>
                      <a:pt x="2482" y="339"/>
                    </a:lnTo>
                    <a:lnTo>
                      <a:pt x="2232" y="239"/>
                    </a:lnTo>
                    <a:lnTo>
                      <a:pt x="1881" y="126"/>
                    </a:lnTo>
                    <a:lnTo>
                      <a:pt x="1668" y="76"/>
                    </a:lnTo>
                    <a:lnTo>
                      <a:pt x="1455" y="38"/>
                    </a:lnTo>
                    <a:lnTo>
                      <a:pt x="1229" y="13"/>
                    </a:lnTo>
                    <a:lnTo>
                      <a:pt x="1016" y="1"/>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a:extLst>
                  <a:ext uri="{FF2B5EF4-FFF2-40B4-BE49-F238E27FC236}">
                    <a16:creationId xmlns:a16="http://schemas.microsoft.com/office/drawing/2014/main" id="{C3B3A716-FA42-16C1-3124-496729174582}"/>
                  </a:ext>
                </a:extLst>
              </p:cNvPr>
              <p:cNvSpPr/>
              <p:nvPr/>
            </p:nvSpPr>
            <p:spPr>
              <a:xfrm>
                <a:off x="5836487" y="2128297"/>
                <a:ext cx="227652" cy="344288"/>
              </a:xfrm>
              <a:custGeom>
                <a:avLst/>
                <a:gdLst/>
                <a:ahLst/>
                <a:cxnLst/>
                <a:rect l="l" t="t" r="r" b="b"/>
                <a:pathLst>
                  <a:path w="10128" h="15317" extrusionOk="0">
                    <a:moveTo>
                      <a:pt x="4086" y="1"/>
                    </a:moveTo>
                    <a:lnTo>
                      <a:pt x="3698" y="26"/>
                    </a:lnTo>
                    <a:lnTo>
                      <a:pt x="3284" y="63"/>
                    </a:lnTo>
                    <a:lnTo>
                      <a:pt x="3071" y="101"/>
                    </a:lnTo>
                    <a:lnTo>
                      <a:pt x="2858" y="151"/>
                    </a:lnTo>
                    <a:lnTo>
                      <a:pt x="2645" y="201"/>
                    </a:lnTo>
                    <a:lnTo>
                      <a:pt x="2432" y="264"/>
                    </a:lnTo>
                    <a:lnTo>
                      <a:pt x="2231" y="339"/>
                    </a:lnTo>
                    <a:lnTo>
                      <a:pt x="2018" y="414"/>
                    </a:lnTo>
                    <a:lnTo>
                      <a:pt x="1830" y="515"/>
                    </a:lnTo>
                    <a:lnTo>
                      <a:pt x="1642" y="627"/>
                    </a:lnTo>
                    <a:lnTo>
                      <a:pt x="1454" y="753"/>
                    </a:lnTo>
                    <a:lnTo>
                      <a:pt x="1291" y="891"/>
                    </a:lnTo>
                    <a:lnTo>
                      <a:pt x="1128" y="1041"/>
                    </a:lnTo>
                    <a:lnTo>
                      <a:pt x="978" y="1204"/>
                    </a:lnTo>
                    <a:lnTo>
                      <a:pt x="853" y="1392"/>
                    </a:lnTo>
                    <a:lnTo>
                      <a:pt x="740" y="1592"/>
                    </a:lnTo>
                    <a:lnTo>
                      <a:pt x="640" y="1806"/>
                    </a:lnTo>
                    <a:lnTo>
                      <a:pt x="552" y="2044"/>
                    </a:lnTo>
                    <a:lnTo>
                      <a:pt x="489" y="2307"/>
                    </a:lnTo>
                    <a:lnTo>
                      <a:pt x="427" y="2570"/>
                    </a:lnTo>
                    <a:lnTo>
                      <a:pt x="314" y="3122"/>
                    </a:lnTo>
                    <a:lnTo>
                      <a:pt x="226" y="3698"/>
                    </a:lnTo>
                    <a:lnTo>
                      <a:pt x="151" y="4300"/>
                    </a:lnTo>
                    <a:lnTo>
                      <a:pt x="101" y="4914"/>
                    </a:lnTo>
                    <a:lnTo>
                      <a:pt x="51" y="5528"/>
                    </a:lnTo>
                    <a:lnTo>
                      <a:pt x="25" y="6142"/>
                    </a:lnTo>
                    <a:lnTo>
                      <a:pt x="13" y="6744"/>
                    </a:lnTo>
                    <a:lnTo>
                      <a:pt x="0" y="7872"/>
                    </a:lnTo>
                    <a:lnTo>
                      <a:pt x="0" y="8874"/>
                    </a:lnTo>
                    <a:lnTo>
                      <a:pt x="13" y="9664"/>
                    </a:lnTo>
                    <a:lnTo>
                      <a:pt x="25" y="10178"/>
                    </a:lnTo>
                    <a:lnTo>
                      <a:pt x="25" y="10403"/>
                    </a:lnTo>
                    <a:lnTo>
                      <a:pt x="63" y="10679"/>
                    </a:lnTo>
                    <a:lnTo>
                      <a:pt x="113" y="10992"/>
                    </a:lnTo>
                    <a:lnTo>
                      <a:pt x="201" y="11356"/>
                    </a:lnTo>
                    <a:lnTo>
                      <a:pt x="314" y="11757"/>
                    </a:lnTo>
                    <a:lnTo>
                      <a:pt x="477" y="12171"/>
                    </a:lnTo>
                    <a:lnTo>
                      <a:pt x="564" y="12384"/>
                    </a:lnTo>
                    <a:lnTo>
                      <a:pt x="665" y="12597"/>
                    </a:lnTo>
                    <a:lnTo>
                      <a:pt x="765" y="12810"/>
                    </a:lnTo>
                    <a:lnTo>
                      <a:pt x="890" y="13023"/>
                    </a:lnTo>
                    <a:lnTo>
                      <a:pt x="1016" y="13236"/>
                    </a:lnTo>
                    <a:lnTo>
                      <a:pt x="1153" y="13437"/>
                    </a:lnTo>
                    <a:lnTo>
                      <a:pt x="1304" y="13637"/>
                    </a:lnTo>
                    <a:lnTo>
                      <a:pt x="1467" y="13838"/>
                    </a:lnTo>
                    <a:lnTo>
                      <a:pt x="1642" y="14026"/>
                    </a:lnTo>
                    <a:lnTo>
                      <a:pt x="1830" y="14214"/>
                    </a:lnTo>
                    <a:lnTo>
                      <a:pt x="2031" y="14377"/>
                    </a:lnTo>
                    <a:lnTo>
                      <a:pt x="2244" y="14539"/>
                    </a:lnTo>
                    <a:lnTo>
                      <a:pt x="2457" y="14690"/>
                    </a:lnTo>
                    <a:lnTo>
                      <a:pt x="2695" y="14828"/>
                    </a:lnTo>
                    <a:lnTo>
                      <a:pt x="2958" y="14953"/>
                    </a:lnTo>
                    <a:lnTo>
                      <a:pt x="3221" y="15053"/>
                    </a:lnTo>
                    <a:lnTo>
                      <a:pt x="3497" y="15141"/>
                    </a:lnTo>
                    <a:lnTo>
                      <a:pt x="3798" y="15216"/>
                    </a:lnTo>
                    <a:lnTo>
                      <a:pt x="4111" y="15266"/>
                    </a:lnTo>
                    <a:lnTo>
                      <a:pt x="4437" y="15304"/>
                    </a:lnTo>
                    <a:lnTo>
                      <a:pt x="4763" y="15317"/>
                    </a:lnTo>
                    <a:lnTo>
                      <a:pt x="5076" y="15304"/>
                    </a:lnTo>
                    <a:lnTo>
                      <a:pt x="5377" y="15279"/>
                    </a:lnTo>
                    <a:lnTo>
                      <a:pt x="5665" y="15229"/>
                    </a:lnTo>
                    <a:lnTo>
                      <a:pt x="5941" y="15166"/>
                    </a:lnTo>
                    <a:lnTo>
                      <a:pt x="6204" y="15091"/>
                    </a:lnTo>
                    <a:lnTo>
                      <a:pt x="6455" y="15003"/>
                    </a:lnTo>
                    <a:lnTo>
                      <a:pt x="6706" y="14890"/>
                    </a:lnTo>
                    <a:lnTo>
                      <a:pt x="6931" y="14778"/>
                    </a:lnTo>
                    <a:lnTo>
                      <a:pt x="7157" y="14640"/>
                    </a:lnTo>
                    <a:lnTo>
                      <a:pt x="7358" y="14502"/>
                    </a:lnTo>
                    <a:lnTo>
                      <a:pt x="7558" y="14351"/>
                    </a:lnTo>
                    <a:lnTo>
                      <a:pt x="7746" y="14189"/>
                    </a:lnTo>
                    <a:lnTo>
                      <a:pt x="7922" y="14026"/>
                    </a:lnTo>
                    <a:lnTo>
                      <a:pt x="8084" y="13863"/>
                    </a:lnTo>
                    <a:lnTo>
                      <a:pt x="8235" y="13687"/>
                    </a:lnTo>
                    <a:lnTo>
                      <a:pt x="8385" y="13512"/>
                    </a:lnTo>
                    <a:lnTo>
                      <a:pt x="8523" y="13324"/>
                    </a:lnTo>
                    <a:lnTo>
                      <a:pt x="8648" y="13148"/>
                    </a:lnTo>
                    <a:lnTo>
                      <a:pt x="8761" y="12960"/>
                    </a:lnTo>
                    <a:lnTo>
                      <a:pt x="8962" y="12597"/>
                    </a:lnTo>
                    <a:lnTo>
                      <a:pt x="9125" y="12258"/>
                    </a:lnTo>
                    <a:lnTo>
                      <a:pt x="9263" y="11932"/>
                    </a:lnTo>
                    <a:lnTo>
                      <a:pt x="9363" y="11632"/>
                    </a:lnTo>
                    <a:lnTo>
                      <a:pt x="9426" y="11368"/>
                    </a:lnTo>
                    <a:lnTo>
                      <a:pt x="9463" y="11168"/>
                    </a:lnTo>
                    <a:lnTo>
                      <a:pt x="9538" y="10629"/>
                    </a:lnTo>
                    <a:lnTo>
                      <a:pt x="9651" y="9814"/>
                    </a:lnTo>
                    <a:lnTo>
                      <a:pt x="9789" y="8762"/>
                    </a:lnTo>
                    <a:lnTo>
                      <a:pt x="9927" y="7571"/>
                    </a:lnTo>
                    <a:lnTo>
                      <a:pt x="9990" y="6944"/>
                    </a:lnTo>
                    <a:lnTo>
                      <a:pt x="10052" y="6292"/>
                    </a:lnTo>
                    <a:lnTo>
                      <a:pt x="10090" y="5653"/>
                    </a:lnTo>
                    <a:lnTo>
                      <a:pt x="10115" y="5014"/>
                    </a:lnTo>
                    <a:lnTo>
                      <a:pt x="10127" y="4387"/>
                    </a:lnTo>
                    <a:lnTo>
                      <a:pt x="10115" y="3773"/>
                    </a:lnTo>
                    <a:lnTo>
                      <a:pt x="10077" y="3209"/>
                    </a:lnTo>
                    <a:lnTo>
                      <a:pt x="10052" y="2934"/>
                    </a:lnTo>
                    <a:lnTo>
                      <a:pt x="10015" y="2670"/>
                    </a:lnTo>
                    <a:lnTo>
                      <a:pt x="9964" y="2420"/>
                    </a:lnTo>
                    <a:lnTo>
                      <a:pt x="9889" y="2194"/>
                    </a:lnTo>
                    <a:lnTo>
                      <a:pt x="9802" y="1981"/>
                    </a:lnTo>
                    <a:lnTo>
                      <a:pt x="9701" y="1780"/>
                    </a:lnTo>
                    <a:lnTo>
                      <a:pt x="9576" y="1592"/>
                    </a:lnTo>
                    <a:lnTo>
                      <a:pt x="9438" y="1417"/>
                    </a:lnTo>
                    <a:lnTo>
                      <a:pt x="9288" y="1267"/>
                    </a:lnTo>
                    <a:lnTo>
                      <a:pt x="9125" y="1116"/>
                    </a:lnTo>
                    <a:lnTo>
                      <a:pt x="8949" y="991"/>
                    </a:lnTo>
                    <a:lnTo>
                      <a:pt x="8774" y="866"/>
                    </a:lnTo>
                    <a:lnTo>
                      <a:pt x="8586" y="753"/>
                    </a:lnTo>
                    <a:lnTo>
                      <a:pt x="8385" y="652"/>
                    </a:lnTo>
                    <a:lnTo>
                      <a:pt x="8185" y="565"/>
                    </a:lnTo>
                    <a:lnTo>
                      <a:pt x="7984" y="490"/>
                    </a:lnTo>
                    <a:lnTo>
                      <a:pt x="7771" y="414"/>
                    </a:lnTo>
                    <a:lnTo>
                      <a:pt x="7571" y="352"/>
                    </a:lnTo>
                    <a:lnTo>
                      <a:pt x="7170" y="251"/>
                    </a:lnTo>
                    <a:lnTo>
                      <a:pt x="6781" y="176"/>
                    </a:lnTo>
                    <a:lnTo>
                      <a:pt x="6417" y="126"/>
                    </a:lnTo>
                    <a:lnTo>
                      <a:pt x="6092" y="88"/>
                    </a:lnTo>
                    <a:lnTo>
                      <a:pt x="5816" y="76"/>
                    </a:lnTo>
                    <a:lnTo>
                      <a:pt x="5615" y="76"/>
                    </a:lnTo>
                    <a:lnTo>
                      <a:pt x="5440" y="63"/>
                    </a:lnTo>
                    <a:lnTo>
                      <a:pt x="5252" y="51"/>
                    </a:lnTo>
                    <a:lnTo>
                      <a:pt x="5051" y="26"/>
                    </a:lnTo>
                    <a:lnTo>
                      <a:pt x="4776" y="13"/>
                    </a:lnTo>
                    <a:lnTo>
                      <a:pt x="4462"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a:extLst>
                  <a:ext uri="{FF2B5EF4-FFF2-40B4-BE49-F238E27FC236}">
                    <a16:creationId xmlns:a16="http://schemas.microsoft.com/office/drawing/2014/main" id="{CC23D598-F0C8-3790-1494-5F6582984D59}"/>
                  </a:ext>
                </a:extLst>
              </p:cNvPr>
              <p:cNvSpPr/>
              <p:nvPr/>
            </p:nvSpPr>
            <p:spPr>
              <a:xfrm>
                <a:off x="5969172" y="2282403"/>
                <a:ext cx="17780" cy="32705"/>
              </a:xfrm>
              <a:custGeom>
                <a:avLst/>
                <a:gdLst/>
                <a:ahLst/>
                <a:cxnLst/>
                <a:rect l="l" t="t" r="r" b="b"/>
                <a:pathLst>
                  <a:path w="791" h="1455" extrusionOk="0">
                    <a:moveTo>
                      <a:pt x="364" y="0"/>
                    </a:moveTo>
                    <a:lnTo>
                      <a:pt x="289" y="38"/>
                    </a:lnTo>
                    <a:lnTo>
                      <a:pt x="214" y="101"/>
                    </a:lnTo>
                    <a:lnTo>
                      <a:pt x="151" y="188"/>
                    </a:lnTo>
                    <a:lnTo>
                      <a:pt x="88" y="289"/>
                    </a:lnTo>
                    <a:lnTo>
                      <a:pt x="51" y="414"/>
                    </a:lnTo>
                    <a:lnTo>
                      <a:pt x="13" y="552"/>
                    </a:lnTo>
                    <a:lnTo>
                      <a:pt x="1" y="690"/>
                    </a:lnTo>
                    <a:lnTo>
                      <a:pt x="1" y="840"/>
                    </a:lnTo>
                    <a:lnTo>
                      <a:pt x="13" y="978"/>
                    </a:lnTo>
                    <a:lnTo>
                      <a:pt x="38" y="1103"/>
                    </a:lnTo>
                    <a:lnTo>
                      <a:pt x="76" y="1216"/>
                    </a:lnTo>
                    <a:lnTo>
                      <a:pt x="138" y="1316"/>
                    </a:lnTo>
                    <a:lnTo>
                      <a:pt x="201" y="1379"/>
                    </a:lnTo>
                    <a:lnTo>
                      <a:pt x="264" y="1429"/>
                    </a:lnTo>
                    <a:lnTo>
                      <a:pt x="352" y="1454"/>
                    </a:lnTo>
                    <a:lnTo>
                      <a:pt x="427" y="1442"/>
                    </a:lnTo>
                    <a:lnTo>
                      <a:pt x="502" y="1404"/>
                    </a:lnTo>
                    <a:lnTo>
                      <a:pt x="577" y="1342"/>
                    </a:lnTo>
                    <a:lnTo>
                      <a:pt x="640" y="1254"/>
                    </a:lnTo>
                    <a:lnTo>
                      <a:pt x="702" y="1154"/>
                    </a:lnTo>
                    <a:lnTo>
                      <a:pt x="740" y="1028"/>
                    </a:lnTo>
                    <a:lnTo>
                      <a:pt x="778" y="890"/>
                    </a:lnTo>
                    <a:lnTo>
                      <a:pt x="790" y="752"/>
                    </a:lnTo>
                    <a:lnTo>
                      <a:pt x="790" y="602"/>
                    </a:lnTo>
                    <a:lnTo>
                      <a:pt x="778" y="464"/>
                    </a:lnTo>
                    <a:lnTo>
                      <a:pt x="753" y="339"/>
                    </a:lnTo>
                    <a:lnTo>
                      <a:pt x="715" y="226"/>
                    </a:lnTo>
                    <a:lnTo>
                      <a:pt x="665" y="138"/>
                    </a:lnTo>
                    <a:lnTo>
                      <a:pt x="602" y="63"/>
                    </a:lnTo>
                    <a:lnTo>
                      <a:pt x="527" y="13"/>
                    </a:lnTo>
                    <a:lnTo>
                      <a:pt x="45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a:extLst>
                  <a:ext uri="{FF2B5EF4-FFF2-40B4-BE49-F238E27FC236}">
                    <a16:creationId xmlns:a16="http://schemas.microsoft.com/office/drawing/2014/main" id="{BDE4925E-A063-E403-99B1-AF7D0127D33E}"/>
                  </a:ext>
                </a:extLst>
              </p:cNvPr>
              <p:cNvSpPr/>
              <p:nvPr/>
            </p:nvSpPr>
            <p:spPr>
              <a:xfrm>
                <a:off x="5958180" y="2243247"/>
                <a:ext cx="62285" cy="22567"/>
              </a:xfrm>
              <a:custGeom>
                <a:avLst/>
                <a:gdLst/>
                <a:ahLst/>
                <a:cxnLst/>
                <a:rect l="l" t="t" r="r" b="b"/>
                <a:pathLst>
                  <a:path w="2771" h="1004" extrusionOk="0">
                    <a:moveTo>
                      <a:pt x="1029" y="0"/>
                    </a:moveTo>
                    <a:lnTo>
                      <a:pt x="765" y="13"/>
                    </a:lnTo>
                    <a:lnTo>
                      <a:pt x="552" y="25"/>
                    </a:lnTo>
                    <a:lnTo>
                      <a:pt x="477" y="38"/>
                    </a:lnTo>
                    <a:lnTo>
                      <a:pt x="414" y="63"/>
                    </a:lnTo>
                    <a:lnTo>
                      <a:pt x="327" y="113"/>
                    </a:lnTo>
                    <a:lnTo>
                      <a:pt x="239" y="176"/>
                    </a:lnTo>
                    <a:lnTo>
                      <a:pt x="176" y="251"/>
                    </a:lnTo>
                    <a:lnTo>
                      <a:pt x="114" y="339"/>
                    </a:lnTo>
                    <a:lnTo>
                      <a:pt x="26" y="477"/>
                    </a:lnTo>
                    <a:lnTo>
                      <a:pt x="1" y="527"/>
                    </a:lnTo>
                    <a:lnTo>
                      <a:pt x="1" y="552"/>
                    </a:lnTo>
                    <a:lnTo>
                      <a:pt x="26" y="564"/>
                    </a:lnTo>
                    <a:lnTo>
                      <a:pt x="114" y="602"/>
                    </a:lnTo>
                    <a:lnTo>
                      <a:pt x="239" y="640"/>
                    </a:lnTo>
                    <a:lnTo>
                      <a:pt x="414" y="690"/>
                    </a:lnTo>
                    <a:lnTo>
                      <a:pt x="841" y="777"/>
                    </a:lnTo>
                    <a:lnTo>
                      <a:pt x="1342" y="865"/>
                    </a:lnTo>
                    <a:lnTo>
                      <a:pt x="1843" y="940"/>
                    </a:lnTo>
                    <a:lnTo>
                      <a:pt x="2294" y="990"/>
                    </a:lnTo>
                    <a:lnTo>
                      <a:pt x="2470" y="1003"/>
                    </a:lnTo>
                    <a:lnTo>
                      <a:pt x="2620" y="1003"/>
                    </a:lnTo>
                    <a:lnTo>
                      <a:pt x="2708" y="990"/>
                    </a:lnTo>
                    <a:lnTo>
                      <a:pt x="2746" y="978"/>
                    </a:lnTo>
                    <a:lnTo>
                      <a:pt x="2758" y="965"/>
                    </a:lnTo>
                    <a:lnTo>
                      <a:pt x="2771" y="903"/>
                    </a:lnTo>
                    <a:lnTo>
                      <a:pt x="2771" y="840"/>
                    </a:lnTo>
                    <a:lnTo>
                      <a:pt x="2758" y="777"/>
                    </a:lnTo>
                    <a:lnTo>
                      <a:pt x="2746" y="702"/>
                    </a:lnTo>
                    <a:lnTo>
                      <a:pt x="2670" y="564"/>
                    </a:lnTo>
                    <a:lnTo>
                      <a:pt x="2570" y="426"/>
                    </a:lnTo>
                    <a:lnTo>
                      <a:pt x="2457" y="301"/>
                    </a:lnTo>
                    <a:lnTo>
                      <a:pt x="2345" y="188"/>
                    </a:lnTo>
                    <a:lnTo>
                      <a:pt x="2232" y="101"/>
                    </a:lnTo>
                    <a:lnTo>
                      <a:pt x="2157" y="63"/>
                    </a:lnTo>
                    <a:lnTo>
                      <a:pt x="2031" y="38"/>
                    </a:lnTo>
                    <a:lnTo>
                      <a:pt x="1843" y="25"/>
                    </a:lnTo>
                    <a:lnTo>
                      <a:pt x="13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a:extLst>
                  <a:ext uri="{FF2B5EF4-FFF2-40B4-BE49-F238E27FC236}">
                    <a16:creationId xmlns:a16="http://schemas.microsoft.com/office/drawing/2014/main" id="{6DE9AE2F-EC53-F3B4-3352-36FFF65B23AB}"/>
                  </a:ext>
                </a:extLst>
              </p:cNvPr>
              <p:cNvSpPr/>
              <p:nvPr/>
            </p:nvSpPr>
            <p:spPr>
              <a:xfrm>
                <a:off x="5886342" y="2276761"/>
                <a:ext cx="18049" cy="32705"/>
              </a:xfrm>
              <a:custGeom>
                <a:avLst/>
                <a:gdLst/>
                <a:ahLst/>
                <a:cxnLst/>
                <a:rect l="l" t="t" r="r" b="b"/>
                <a:pathLst>
                  <a:path w="803" h="1455" extrusionOk="0">
                    <a:moveTo>
                      <a:pt x="452" y="1"/>
                    </a:moveTo>
                    <a:lnTo>
                      <a:pt x="364" y="13"/>
                    </a:lnTo>
                    <a:lnTo>
                      <a:pt x="289" y="51"/>
                    </a:lnTo>
                    <a:lnTo>
                      <a:pt x="214" y="114"/>
                    </a:lnTo>
                    <a:lnTo>
                      <a:pt x="151" y="201"/>
                    </a:lnTo>
                    <a:lnTo>
                      <a:pt x="101" y="302"/>
                    </a:lnTo>
                    <a:lnTo>
                      <a:pt x="51" y="427"/>
                    </a:lnTo>
                    <a:lnTo>
                      <a:pt x="26" y="565"/>
                    </a:lnTo>
                    <a:lnTo>
                      <a:pt x="1" y="703"/>
                    </a:lnTo>
                    <a:lnTo>
                      <a:pt x="1" y="853"/>
                    </a:lnTo>
                    <a:lnTo>
                      <a:pt x="13" y="991"/>
                    </a:lnTo>
                    <a:lnTo>
                      <a:pt x="51" y="1116"/>
                    </a:lnTo>
                    <a:lnTo>
                      <a:pt x="89" y="1229"/>
                    </a:lnTo>
                    <a:lnTo>
                      <a:pt x="139" y="1317"/>
                    </a:lnTo>
                    <a:lnTo>
                      <a:pt x="201" y="1392"/>
                    </a:lnTo>
                    <a:lnTo>
                      <a:pt x="277" y="1442"/>
                    </a:lnTo>
                    <a:lnTo>
                      <a:pt x="352" y="1455"/>
                    </a:lnTo>
                    <a:lnTo>
                      <a:pt x="439" y="1455"/>
                    </a:lnTo>
                    <a:lnTo>
                      <a:pt x="515" y="1417"/>
                    </a:lnTo>
                    <a:lnTo>
                      <a:pt x="590" y="1354"/>
                    </a:lnTo>
                    <a:lnTo>
                      <a:pt x="653" y="1267"/>
                    </a:lnTo>
                    <a:lnTo>
                      <a:pt x="703" y="1154"/>
                    </a:lnTo>
                    <a:lnTo>
                      <a:pt x="753" y="1041"/>
                    </a:lnTo>
                    <a:lnTo>
                      <a:pt x="778" y="903"/>
                    </a:lnTo>
                    <a:lnTo>
                      <a:pt x="803" y="753"/>
                    </a:lnTo>
                    <a:lnTo>
                      <a:pt x="803" y="615"/>
                    </a:lnTo>
                    <a:lnTo>
                      <a:pt x="790" y="477"/>
                    </a:lnTo>
                    <a:lnTo>
                      <a:pt x="753" y="339"/>
                    </a:lnTo>
                    <a:lnTo>
                      <a:pt x="715" y="239"/>
                    </a:lnTo>
                    <a:lnTo>
                      <a:pt x="665" y="139"/>
                    </a:lnTo>
                    <a:lnTo>
                      <a:pt x="602" y="76"/>
                    </a:lnTo>
                    <a:lnTo>
                      <a:pt x="527" y="26"/>
                    </a:lnTo>
                    <a:lnTo>
                      <a:pt x="45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a:extLst>
                  <a:ext uri="{FF2B5EF4-FFF2-40B4-BE49-F238E27FC236}">
                    <a16:creationId xmlns:a16="http://schemas.microsoft.com/office/drawing/2014/main" id="{59EBA4E8-8292-0124-25AC-DB856E42B72E}"/>
                  </a:ext>
                </a:extLst>
              </p:cNvPr>
              <p:cNvSpPr/>
              <p:nvPr/>
            </p:nvSpPr>
            <p:spPr>
              <a:xfrm>
                <a:off x="5857885" y="2235920"/>
                <a:ext cx="62847" cy="20589"/>
              </a:xfrm>
              <a:custGeom>
                <a:avLst/>
                <a:gdLst/>
                <a:ahLst/>
                <a:cxnLst/>
                <a:rect l="l" t="t" r="r" b="b"/>
                <a:pathLst>
                  <a:path w="2796" h="916" extrusionOk="0">
                    <a:moveTo>
                      <a:pt x="728" y="0"/>
                    </a:moveTo>
                    <a:lnTo>
                      <a:pt x="640" y="38"/>
                    </a:lnTo>
                    <a:lnTo>
                      <a:pt x="527" y="101"/>
                    </a:lnTo>
                    <a:lnTo>
                      <a:pt x="389" y="188"/>
                    </a:lnTo>
                    <a:lnTo>
                      <a:pt x="264" y="301"/>
                    </a:lnTo>
                    <a:lnTo>
                      <a:pt x="151" y="427"/>
                    </a:lnTo>
                    <a:lnTo>
                      <a:pt x="64" y="564"/>
                    </a:lnTo>
                    <a:lnTo>
                      <a:pt x="26" y="627"/>
                    </a:lnTo>
                    <a:lnTo>
                      <a:pt x="13" y="690"/>
                    </a:lnTo>
                    <a:lnTo>
                      <a:pt x="1" y="752"/>
                    </a:lnTo>
                    <a:lnTo>
                      <a:pt x="13" y="815"/>
                    </a:lnTo>
                    <a:lnTo>
                      <a:pt x="26" y="828"/>
                    </a:lnTo>
                    <a:lnTo>
                      <a:pt x="51" y="840"/>
                    </a:lnTo>
                    <a:lnTo>
                      <a:pt x="151" y="865"/>
                    </a:lnTo>
                    <a:lnTo>
                      <a:pt x="289" y="890"/>
                    </a:lnTo>
                    <a:lnTo>
                      <a:pt x="465" y="903"/>
                    </a:lnTo>
                    <a:lnTo>
                      <a:pt x="916" y="915"/>
                    </a:lnTo>
                    <a:lnTo>
                      <a:pt x="1417" y="903"/>
                    </a:lnTo>
                    <a:lnTo>
                      <a:pt x="1931" y="890"/>
                    </a:lnTo>
                    <a:lnTo>
                      <a:pt x="2370" y="853"/>
                    </a:lnTo>
                    <a:lnTo>
                      <a:pt x="2545" y="828"/>
                    </a:lnTo>
                    <a:lnTo>
                      <a:pt x="2683" y="803"/>
                    </a:lnTo>
                    <a:lnTo>
                      <a:pt x="2771" y="778"/>
                    </a:lnTo>
                    <a:lnTo>
                      <a:pt x="2796" y="765"/>
                    </a:lnTo>
                    <a:lnTo>
                      <a:pt x="2796" y="752"/>
                    </a:lnTo>
                    <a:lnTo>
                      <a:pt x="2783" y="690"/>
                    </a:lnTo>
                    <a:lnTo>
                      <a:pt x="2708" y="539"/>
                    </a:lnTo>
                    <a:lnTo>
                      <a:pt x="2671" y="452"/>
                    </a:lnTo>
                    <a:lnTo>
                      <a:pt x="2608" y="364"/>
                    </a:lnTo>
                    <a:lnTo>
                      <a:pt x="2533" y="289"/>
                    </a:lnTo>
                    <a:lnTo>
                      <a:pt x="2445" y="226"/>
                    </a:lnTo>
                    <a:lnTo>
                      <a:pt x="2395" y="201"/>
                    </a:lnTo>
                    <a:lnTo>
                      <a:pt x="2320" y="176"/>
                    </a:lnTo>
                    <a:lnTo>
                      <a:pt x="2107" y="126"/>
                    </a:lnTo>
                    <a:lnTo>
                      <a:pt x="1856" y="88"/>
                    </a:lnTo>
                    <a:lnTo>
                      <a:pt x="1568" y="51"/>
                    </a:lnTo>
                    <a:lnTo>
                      <a:pt x="104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a:extLst>
                  <a:ext uri="{FF2B5EF4-FFF2-40B4-BE49-F238E27FC236}">
                    <a16:creationId xmlns:a16="http://schemas.microsoft.com/office/drawing/2014/main" id="{62C99BCD-C0E8-3737-EAB9-6F8BB99AE077}"/>
                  </a:ext>
                </a:extLst>
              </p:cNvPr>
              <p:cNvSpPr/>
              <p:nvPr/>
            </p:nvSpPr>
            <p:spPr>
              <a:xfrm>
                <a:off x="5833947" y="2105775"/>
                <a:ext cx="222572" cy="98609"/>
              </a:xfrm>
              <a:custGeom>
                <a:avLst/>
                <a:gdLst/>
                <a:ahLst/>
                <a:cxnLst/>
                <a:rect l="l" t="t" r="r" b="b"/>
                <a:pathLst>
                  <a:path w="9902" h="4387" extrusionOk="0">
                    <a:moveTo>
                      <a:pt x="3873" y="0"/>
                    </a:moveTo>
                    <a:lnTo>
                      <a:pt x="3535" y="13"/>
                    </a:lnTo>
                    <a:lnTo>
                      <a:pt x="3209" y="38"/>
                    </a:lnTo>
                    <a:lnTo>
                      <a:pt x="2883" y="75"/>
                    </a:lnTo>
                    <a:lnTo>
                      <a:pt x="2582" y="125"/>
                    </a:lnTo>
                    <a:lnTo>
                      <a:pt x="2282" y="188"/>
                    </a:lnTo>
                    <a:lnTo>
                      <a:pt x="2006" y="263"/>
                    </a:lnTo>
                    <a:lnTo>
                      <a:pt x="1743" y="364"/>
                    </a:lnTo>
                    <a:lnTo>
                      <a:pt x="1505" y="464"/>
                    </a:lnTo>
                    <a:lnTo>
                      <a:pt x="1279" y="577"/>
                    </a:lnTo>
                    <a:lnTo>
                      <a:pt x="1078" y="714"/>
                    </a:lnTo>
                    <a:lnTo>
                      <a:pt x="890" y="852"/>
                    </a:lnTo>
                    <a:lnTo>
                      <a:pt x="740" y="1015"/>
                    </a:lnTo>
                    <a:lnTo>
                      <a:pt x="665" y="1103"/>
                    </a:lnTo>
                    <a:lnTo>
                      <a:pt x="615" y="1191"/>
                    </a:lnTo>
                    <a:lnTo>
                      <a:pt x="502" y="1366"/>
                    </a:lnTo>
                    <a:lnTo>
                      <a:pt x="402" y="1542"/>
                    </a:lnTo>
                    <a:lnTo>
                      <a:pt x="314" y="1717"/>
                    </a:lnTo>
                    <a:lnTo>
                      <a:pt x="251" y="1880"/>
                    </a:lnTo>
                    <a:lnTo>
                      <a:pt x="189" y="2043"/>
                    </a:lnTo>
                    <a:lnTo>
                      <a:pt x="138" y="2193"/>
                    </a:lnTo>
                    <a:lnTo>
                      <a:pt x="88" y="2344"/>
                    </a:lnTo>
                    <a:lnTo>
                      <a:pt x="63" y="2482"/>
                    </a:lnTo>
                    <a:lnTo>
                      <a:pt x="13" y="2757"/>
                    </a:lnTo>
                    <a:lnTo>
                      <a:pt x="1" y="3008"/>
                    </a:lnTo>
                    <a:lnTo>
                      <a:pt x="13" y="3234"/>
                    </a:lnTo>
                    <a:lnTo>
                      <a:pt x="51" y="3434"/>
                    </a:lnTo>
                    <a:lnTo>
                      <a:pt x="88" y="3622"/>
                    </a:lnTo>
                    <a:lnTo>
                      <a:pt x="151" y="3773"/>
                    </a:lnTo>
                    <a:lnTo>
                      <a:pt x="214" y="3910"/>
                    </a:lnTo>
                    <a:lnTo>
                      <a:pt x="264" y="4023"/>
                    </a:lnTo>
                    <a:lnTo>
                      <a:pt x="364" y="4174"/>
                    </a:lnTo>
                    <a:lnTo>
                      <a:pt x="414" y="4224"/>
                    </a:lnTo>
                    <a:lnTo>
                      <a:pt x="602" y="3986"/>
                    </a:lnTo>
                    <a:lnTo>
                      <a:pt x="790" y="3773"/>
                    </a:lnTo>
                    <a:lnTo>
                      <a:pt x="991" y="3597"/>
                    </a:lnTo>
                    <a:lnTo>
                      <a:pt x="1191" y="3434"/>
                    </a:lnTo>
                    <a:lnTo>
                      <a:pt x="1392" y="3309"/>
                    </a:lnTo>
                    <a:lnTo>
                      <a:pt x="1605" y="3209"/>
                    </a:lnTo>
                    <a:lnTo>
                      <a:pt x="1805" y="3121"/>
                    </a:lnTo>
                    <a:lnTo>
                      <a:pt x="2031" y="3058"/>
                    </a:lnTo>
                    <a:lnTo>
                      <a:pt x="2244" y="3021"/>
                    </a:lnTo>
                    <a:lnTo>
                      <a:pt x="2457" y="2996"/>
                    </a:lnTo>
                    <a:lnTo>
                      <a:pt x="2896" y="2996"/>
                    </a:lnTo>
                    <a:lnTo>
                      <a:pt x="3121" y="3021"/>
                    </a:lnTo>
                    <a:lnTo>
                      <a:pt x="3347" y="3058"/>
                    </a:lnTo>
                    <a:lnTo>
                      <a:pt x="3573" y="3108"/>
                    </a:lnTo>
                    <a:lnTo>
                      <a:pt x="3798" y="3171"/>
                    </a:lnTo>
                    <a:lnTo>
                      <a:pt x="4024" y="3246"/>
                    </a:lnTo>
                    <a:lnTo>
                      <a:pt x="4249" y="3321"/>
                    </a:lnTo>
                    <a:lnTo>
                      <a:pt x="4688" y="3484"/>
                    </a:lnTo>
                    <a:lnTo>
                      <a:pt x="5565" y="3848"/>
                    </a:lnTo>
                    <a:lnTo>
                      <a:pt x="5992" y="4023"/>
                    </a:lnTo>
                    <a:lnTo>
                      <a:pt x="6405" y="4174"/>
                    </a:lnTo>
                    <a:lnTo>
                      <a:pt x="6606" y="4236"/>
                    </a:lnTo>
                    <a:lnTo>
                      <a:pt x="6794" y="4299"/>
                    </a:lnTo>
                    <a:lnTo>
                      <a:pt x="6994" y="4337"/>
                    </a:lnTo>
                    <a:lnTo>
                      <a:pt x="7182" y="4374"/>
                    </a:lnTo>
                    <a:lnTo>
                      <a:pt x="7358" y="4387"/>
                    </a:lnTo>
                    <a:lnTo>
                      <a:pt x="7533" y="4387"/>
                    </a:lnTo>
                    <a:lnTo>
                      <a:pt x="7696" y="4374"/>
                    </a:lnTo>
                    <a:lnTo>
                      <a:pt x="7859" y="4337"/>
                    </a:lnTo>
                    <a:lnTo>
                      <a:pt x="8009" y="4299"/>
                    </a:lnTo>
                    <a:lnTo>
                      <a:pt x="8160" y="4236"/>
                    </a:lnTo>
                    <a:lnTo>
                      <a:pt x="8298" y="4161"/>
                    </a:lnTo>
                    <a:lnTo>
                      <a:pt x="8436" y="4086"/>
                    </a:lnTo>
                    <a:lnTo>
                      <a:pt x="8561" y="3998"/>
                    </a:lnTo>
                    <a:lnTo>
                      <a:pt x="8686" y="3898"/>
                    </a:lnTo>
                    <a:lnTo>
                      <a:pt x="8799" y="3785"/>
                    </a:lnTo>
                    <a:lnTo>
                      <a:pt x="8912" y="3685"/>
                    </a:lnTo>
                    <a:lnTo>
                      <a:pt x="9112" y="3434"/>
                    </a:lnTo>
                    <a:lnTo>
                      <a:pt x="9275" y="3184"/>
                    </a:lnTo>
                    <a:lnTo>
                      <a:pt x="9438" y="2933"/>
                    </a:lnTo>
                    <a:lnTo>
                      <a:pt x="9564" y="2682"/>
                    </a:lnTo>
                    <a:lnTo>
                      <a:pt x="9676" y="2457"/>
                    </a:lnTo>
                    <a:lnTo>
                      <a:pt x="9752" y="2244"/>
                    </a:lnTo>
                    <a:lnTo>
                      <a:pt x="9864" y="1930"/>
                    </a:lnTo>
                    <a:lnTo>
                      <a:pt x="9902" y="1805"/>
                    </a:lnTo>
                    <a:lnTo>
                      <a:pt x="9701" y="1629"/>
                    </a:lnTo>
                    <a:lnTo>
                      <a:pt x="9463" y="1454"/>
                    </a:lnTo>
                    <a:lnTo>
                      <a:pt x="9225" y="1291"/>
                    </a:lnTo>
                    <a:lnTo>
                      <a:pt x="8949" y="1141"/>
                    </a:lnTo>
                    <a:lnTo>
                      <a:pt x="8674" y="990"/>
                    </a:lnTo>
                    <a:lnTo>
                      <a:pt x="8373" y="852"/>
                    </a:lnTo>
                    <a:lnTo>
                      <a:pt x="8060" y="727"/>
                    </a:lnTo>
                    <a:lnTo>
                      <a:pt x="7746" y="614"/>
                    </a:lnTo>
                    <a:lnTo>
                      <a:pt x="7408" y="501"/>
                    </a:lnTo>
                    <a:lnTo>
                      <a:pt x="7069" y="401"/>
                    </a:lnTo>
                    <a:lnTo>
                      <a:pt x="6718" y="313"/>
                    </a:lnTo>
                    <a:lnTo>
                      <a:pt x="6368" y="238"/>
                    </a:lnTo>
                    <a:lnTo>
                      <a:pt x="6004" y="176"/>
                    </a:lnTo>
                    <a:lnTo>
                      <a:pt x="5653" y="113"/>
                    </a:lnTo>
                    <a:lnTo>
                      <a:pt x="5290" y="75"/>
                    </a:lnTo>
                    <a:lnTo>
                      <a:pt x="4926" y="38"/>
                    </a:lnTo>
                    <a:lnTo>
                      <a:pt x="4575" y="13"/>
                    </a:lnTo>
                    <a:lnTo>
                      <a:pt x="42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a:extLst>
                  <a:ext uri="{FF2B5EF4-FFF2-40B4-BE49-F238E27FC236}">
                    <a16:creationId xmlns:a16="http://schemas.microsoft.com/office/drawing/2014/main" id="{CA086728-47E9-6AF2-0E59-36511CDDFF10}"/>
                  </a:ext>
                </a:extLst>
              </p:cNvPr>
              <p:cNvSpPr/>
              <p:nvPr/>
            </p:nvSpPr>
            <p:spPr>
              <a:xfrm>
                <a:off x="6029456" y="2139019"/>
                <a:ext cx="57228" cy="138888"/>
              </a:xfrm>
              <a:custGeom>
                <a:avLst/>
                <a:gdLst/>
                <a:ahLst/>
                <a:cxnLst/>
                <a:rect l="l" t="t" r="r" b="b"/>
                <a:pathLst>
                  <a:path w="2546" h="6179" extrusionOk="0">
                    <a:moveTo>
                      <a:pt x="803" y="0"/>
                    </a:moveTo>
                    <a:lnTo>
                      <a:pt x="640" y="564"/>
                    </a:lnTo>
                    <a:lnTo>
                      <a:pt x="490" y="1166"/>
                    </a:lnTo>
                    <a:lnTo>
                      <a:pt x="314" y="1880"/>
                    </a:lnTo>
                    <a:lnTo>
                      <a:pt x="239" y="2256"/>
                    </a:lnTo>
                    <a:lnTo>
                      <a:pt x="164" y="2632"/>
                    </a:lnTo>
                    <a:lnTo>
                      <a:pt x="101" y="3008"/>
                    </a:lnTo>
                    <a:lnTo>
                      <a:pt x="38" y="3371"/>
                    </a:lnTo>
                    <a:lnTo>
                      <a:pt x="13" y="3710"/>
                    </a:lnTo>
                    <a:lnTo>
                      <a:pt x="1" y="4011"/>
                    </a:lnTo>
                    <a:lnTo>
                      <a:pt x="1" y="4274"/>
                    </a:lnTo>
                    <a:lnTo>
                      <a:pt x="26" y="4387"/>
                    </a:lnTo>
                    <a:lnTo>
                      <a:pt x="38" y="4487"/>
                    </a:lnTo>
                    <a:lnTo>
                      <a:pt x="101" y="4675"/>
                    </a:lnTo>
                    <a:lnTo>
                      <a:pt x="189" y="4850"/>
                    </a:lnTo>
                    <a:lnTo>
                      <a:pt x="277" y="5013"/>
                    </a:lnTo>
                    <a:lnTo>
                      <a:pt x="377" y="5164"/>
                    </a:lnTo>
                    <a:lnTo>
                      <a:pt x="490" y="5314"/>
                    </a:lnTo>
                    <a:lnTo>
                      <a:pt x="602" y="5452"/>
                    </a:lnTo>
                    <a:lnTo>
                      <a:pt x="728" y="5577"/>
                    </a:lnTo>
                    <a:lnTo>
                      <a:pt x="841" y="5703"/>
                    </a:lnTo>
                    <a:lnTo>
                      <a:pt x="1066" y="5903"/>
                    </a:lnTo>
                    <a:lnTo>
                      <a:pt x="1254" y="6054"/>
                    </a:lnTo>
                    <a:lnTo>
                      <a:pt x="1430" y="6179"/>
                    </a:lnTo>
                    <a:lnTo>
                      <a:pt x="1593" y="6016"/>
                    </a:lnTo>
                    <a:lnTo>
                      <a:pt x="1755" y="5841"/>
                    </a:lnTo>
                    <a:lnTo>
                      <a:pt x="1931" y="5602"/>
                    </a:lnTo>
                    <a:lnTo>
                      <a:pt x="2131" y="5327"/>
                    </a:lnTo>
                    <a:lnTo>
                      <a:pt x="2219" y="5176"/>
                    </a:lnTo>
                    <a:lnTo>
                      <a:pt x="2307" y="5013"/>
                    </a:lnTo>
                    <a:lnTo>
                      <a:pt x="2382" y="4838"/>
                    </a:lnTo>
                    <a:lnTo>
                      <a:pt x="2445" y="4675"/>
                    </a:lnTo>
                    <a:lnTo>
                      <a:pt x="2495" y="4499"/>
                    </a:lnTo>
                    <a:lnTo>
                      <a:pt x="2520" y="4311"/>
                    </a:lnTo>
                    <a:lnTo>
                      <a:pt x="2533" y="4111"/>
                    </a:lnTo>
                    <a:lnTo>
                      <a:pt x="2545" y="3873"/>
                    </a:lnTo>
                    <a:lnTo>
                      <a:pt x="2545" y="3585"/>
                    </a:lnTo>
                    <a:lnTo>
                      <a:pt x="2520" y="3284"/>
                    </a:lnTo>
                    <a:lnTo>
                      <a:pt x="2495" y="2958"/>
                    </a:lnTo>
                    <a:lnTo>
                      <a:pt x="2445" y="2619"/>
                    </a:lnTo>
                    <a:lnTo>
                      <a:pt x="2382" y="2269"/>
                    </a:lnTo>
                    <a:lnTo>
                      <a:pt x="2307" y="1930"/>
                    </a:lnTo>
                    <a:lnTo>
                      <a:pt x="2194" y="1592"/>
                    </a:lnTo>
                    <a:lnTo>
                      <a:pt x="2081" y="1266"/>
                    </a:lnTo>
                    <a:lnTo>
                      <a:pt x="2006" y="1103"/>
                    </a:lnTo>
                    <a:lnTo>
                      <a:pt x="1931" y="953"/>
                    </a:lnTo>
                    <a:lnTo>
                      <a:pt x="1843" y="815"/>
                    </a:lnTo>
                    <a:lnTo>
                      <a:pt x="1755" y="677"/>
                    </a:lnTo>
                    <a:lnTo>
                      <a:pt x="1668" y="551"/>
                    </a:lnTo>
                    <a:lnTo>
                      <a:pt x="1567" y="439"/>
                    </a:lnTo>
                    <a:lnTo>
                      <a:pt x="1455" y="338"/>
                    </a:lnTo>
                    <a:lnTo>
                      <a:pt x="1342" y="238"/>
                    </a:lnTo>
                    <a:lnTo>
                      <a:pt x="1217" y="163"/>
                    </a:lnTo>
                    <a:lnTo>
                      <a:pt x="1091" y="88"/>
                    </a:lnTo>
                    <a:lnTo>
                      <a:pt x="953" y="38"/>
                    </a:lnTo>
                    <a:lnTo>
                      <a:pt x="8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6">
                <a:extLst>
                  <a:ext uri="{FF2B5EF4-FFF2-40B4-BE49-F238E27FC236}">
                    <a16:creationId xmlns:a16="http://schemas.microsoft.com/office/drawing/2014/main" id="{0A5F8705-FAC6-D97A-E0EB-43B85D066482}"/>
                  </a:ext>
                </a:extLst>
              </p:cNvPr>
              <p:cNvSpPr/>
              <p:nvPr/>
            </p:nvSpPr>
            <p:spPr>
              <a:xfrm>
                <a:off x="5897334" y="2967540"/>
                <a:ext cx="521208" cy="229068"/>
              </a:xfrm>
              <a:custGeom>
                <a:avLst/>
                <a:gdLst/>
                <a:ahLst/>
                <a:cxnLst/>
                <a:rect l="l" t="t" r="r" b="b"/>
                <a:pathLst>
                  <a:path w="23188" h="10191" extrusionOk="0">
                    <a:moveTo>
                      <a:pt x="17472" y="1"/>
                    </a:moveTo>
                    <a:lnTo>
                      <a:pt x="17836" y="3961"/>
                    </a:lnTo>
                    <a:lnTo>
                      <a:pt x="1" y="6267"/>
                    </a:lnTo>
                    <a:lnTo>
                      <a:pt x="76" y="9714"/>
                    </a:lnTo>
                    <a:lnTo>
                      <a:pt x="978" y="9764"/>
                    </a:lnTo>
                    <a:lnTo>
                      <a:pt x="3347" y="9877"/>
                    </a:lnTo>
                    <a:lnTo>
                      <a:pt x="6719" y="10015"/>
                    </a:lnTo>
                    <a:lnTo>
                      <a:pt x="8624" y="10077"/>
                    </a:lnTo>
                    <a:lnTo>
                      <a:pt x="10604" y="10128"/>
                    </a:lnTo>
                    <a:lnTo>
                      <a:pt x="12609" y="10165"/>
                    </a:lnTo>
                    <a:lnTo>
                      <a:pt x="14552" y="10190"/>
                    </a:lnTo>
                    <a:lnTo>
                      <a:pt x="16394" y="10190"/>
                    </a:lnTo>
                    <a:lnTo>
                      <a:pt x="17259" y="10178"/>
                    </a:lnTo>
                    <a:lnTo>
                      <a:pt x="18061" y="10153"/>
                    </a:lnTo>
                    <a:lnTo>
                      <a:pt x="18826" y="10128"/>
                    </a:lnTo>
                    <a:lnTo>
                      <a:pt x="19515" y="10090"/>
                    </a:lnTo>
                    <a:lnTo>
                      <a:pt x="20142" y="10040"/>
                    </a:lnTo>
                    <a:lnTo>
                      <a:pt x="20681" y="9977"/>
                    </a:lnTo>
                    <a:lnTo>
                      <a:pt x="21132" y="9914"/>
                    </a:lnTo>
                    <a:lnTo>
                      <a:pt x="21333" y="9877"/>
                    </a:lnTo>
                    <a:lnTo>
                      <a:pt x="21495" y="9827"/>
                    </a:lnTo>
                    <a:lnTo>
                      <a:pt x="21646" y="9789"/>
                    </a:lnTo>
                    <a:lnTo>
                      <a:pt x="21759" y="9739"/>
                    </a:lnTo>
                    <a:lnTo>
                      <a:pt x="21846" y="9689"/>
                    </a:lnTo>
                    <a:lnTo>
                      <a:pt x="21909" y="9626"/>
                    </a:lnTo>
                    <a:lnTo>
                      <a:pt x="22022" y="9488"/>
                    </a:lnTo>
                    <a:lnTo>
                      <a:pt x="22122" y="9300"/>
                    </a:lnTo>
                    <a:lnTo>
                      <a:pt x="22210" y="9075"/>
                    </a:lnTo>
                    <a:lnTo>
                      <a:pt x="22298" y="8824"/>
                    </a:lnTo>
                    <a:lnTo>
                      <a:pt x="22385" y="8536"/>
                    </a:lnTo>
                    <a:lnTo>
                      <a:pt x="22461" y="8235"/>
                    </a:lnTo>
                    <a:lnTo>
                      <a:pt x="22536" y="7897"/>
                    </a:lnTo>
                    <a:lnTo>
                      <a:pt x="22598" y="7546"/>
                    </a:lnTo>
                    <a:lnTo>
                      <a:pt x="22724" y="6794"/>
                    </a:lnTo>
                    <a:lnTo>
                      <a:pt x="22824" y="5979"/>
                    </a:lnTo>
                    <a:lnTo>
                      <a:pt x="22912" y="5139"/>
                    </a:lnTo>
                    <a:lnTo>
                      <a:pt x="22987" y="4300"/>
                    </a:lnTo>
                    <a:lnTo>
                      <a:pt x="23050" y="3472"/>
                    </a:lnTo>
                    <a:lnTo>
                      <a:pt x="23087" y="2683"/>
                    </a:lnTo>
                    <a:lnTo>
                      <a:pt x="23150" y="1317"/>
                    </a:lnTo>
                    <a:lnTo>
                      <a:pt x="23175" y="352"/>
                    </a:lnTo>
                    <a:lnTo>
                      <a:pt x="23187"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6">
                <a:extLst>
                  <a:ext uri="{FF2B5EF4-FFF2-40B4-BE49-F238E27FC236}">
                    <a16:creationId xmlns:a16="http://schemas.microsoft.com/office/drawing/2014/main" id="{52146314-A138-0A9F-0F9C-E51380F86B60}"/>
                  </a:ext>
                </a:extLst>
              </p:cNvPr>
              <p:cNvSpPr/>
              <p:nvPr/>
            </p:nvSpPr>
            <p:spPr>
              <a:xfrm>
                <a:off x="5566869" y="2943601"/>
                <a:ext cx="65387" cy="72984"/>
              </a:xfrm>
              <a:custGeom>
                <a:avLst/>
                <a:gdLst/>
                <a:ahLst/>
                <a:cxnLst/>
                <a:rect l="l" t="t" r="r" b="b"/>
                <a:pathLst>
                  <a:path w="2909" h="3247" extrusionOk="0">
                    <a:moveTo>
                      <a:pt x="277" y="0"/>
                    </a:moveTo>
                    <a:lnTo>
                      <a:pt x="1" y="238"/>
                    </a:lnTo>
                    <a:lnTo>
                      <a:pt x="2620" y="3246"/>
                    </a:lnTo>
                    <a:lnTo>
                      <a:pt x="2909" y="2996"/>
                    </a:lnTo>
                    <a:lnTo>
                      <a:pt x="2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a:extLst>
                  <a:ext uri="{FF2B5EF4-FFF2-40B4-BE49-F238E27FC236}">
                    <a16:creationId xmlns:a16="http://schemas.microsoft.com/office/drawing/2014/main" id="{ABBCA48D-18CA-7BF4-698C-E55CE7248868}"/>
                  </a:ext>
                </a:extLst>
              </p:cNvPr>
              <p:cNvSpPr/>
              <p:nvPr/>
            </p:nvSpPr>
            <p:spPr>
              <a:xfrm>
                <a:off x="5713378" y="3078264"/>
                <a:ext cx="185664" cy="117490"/>
              </a:xfrm>
              <a:custGeom>
                <a:avLst/>
                <a:gdLst/>
                <a:ahLst/>
                <a:cxnLst/>
                <a:rect l="l" t="t" r="r" b="b"/>
                <a:pathLst>
                  <a:path w="8260" h="5227" extrusionOk="0">
                    <a:moveTo>
                      <a:pt x="2908" y="0"/>
                    </a:moveTo>
                    <a:lnTo>
                      <a:pt x="2256" y="25"/>
                    </a:lnTo>
                    <a:lnTo>
                      <a:pt x="1667" y="50"/>
                    </a:lnTo>
                    <a:lnTo>
                      <a:pt x="890" y="88"/>
                    </a:lnTo>
                    <a:lnTo>
                      <a:pt x="802" y="100"/>
                    </a:lnTo>
                    <a:lnTo>
                      <a:pt x="727" y="126"/>
                    </a:lnTo>
                    <a:lnTo>
                      <a:pt x="677" y="163"/>
                    </a:lnTo>
                    <a:lnTo>
                      <a:pt x="639" y="213"/>
                    </a:lnTo>
                    <a:lnTo>
                      <a:pt x="627" y="263"/>
                    </a:lnTo>
                    <a:lnTo>
                      <a:pt x="627" y="339"/>
                    </a:lnTo>
                    <a:lnTo>
                      <a:pt x="639" y="401"/>
                    </a:lnTo>
                    <a:lnTo>
                      <a:pt x="690" y="489"/>
                    </a:lnTo>
                    <a:lnTo>
                      <a:pt x="752" y="564"/>
                    </a:lnTo>
                    <a:lnTo>
                      <a:pt x="840" y="652"/>
                    </a:lnTo>
                    <a:lnTo>
                      <a:pt x="953" y="727"/>
                    </a:lnTo>
                    <a:lnTo>
                      <a:pt x="1091" y="815"/>
                    </a:lnTo>
                    <a:lnTo>
                      <a:pt x="1254" y="903"/>
                    </a:lnTo>
                    <a:lnTo>
                      <a:pt x="1442" y="978"/>
                    </a:lnTo>
                    <a:lnTo>
                      <a:pt x="1667" y="1053"/>
                    </a:lnTo>
                    <a:lnTo>
                      <a:pt x="1905" y="1116"/>
                    </a:lnTo>
                    <a:lnTo>
                      <a:pt x="1592" y="1191"/>
                    </a:lnTo>
                    <a:lnTo>
                      <a:pt x="1279" y="1266"/>
                    </a:lnTo>
                    <a:lnTo>
                      <a:pt x="915" y="1366"/>
                    </a:lnTo>
                    <a:lnTo>
                      <a:pt x="564" y="1479"/>
                    </a:lnTo>
                    <a:lnTo>
                      <a:pt x="401" y="1554"/>
                    </a:lnTo>
                    <a:lnTo>
                      <a:pt x="251" y="1617"/>
                    </a:lnTo>
                    <a:lnTo>
                      <a:pt x="138" y="1692"/>
                    </a:lnTo>
                    <a:lnTo>
                      <a:pt x="50" y="1767"/>
                    </a:lnTo>
                    <a:lnTo>
                      <a:pt x="25" y="1805"/>
                    </a:lnTo>
                    <a:lnTo>
                      <a:pt x="0" y="1843"/>
                    </a:lnTo>
                    <a:lnTo>
                      <a:pt x="0" y="1880"/>
                    </a:lnTo>
                    <a:lnTo>
                      <a:pt x="0" y="1918"/>
                    </a:lnTo>
                    <a:lnTo>
                      <a:pt x="25" y="1993"/>
                    </a:lnTo>
                    <a:lnTo>
                      <a:pt x="63" y="2068"/>
                    </a:lnTo>
                    <a:lnTo>
                      <a:pt x="113" y="2131"/>
                    </a:lnTo>
                    <a:lnTo>
                      <a:pt x="176" y="2206"/>
                    </a:lnTo>
                    <a:lnTo>
                      <a:pt x="314" y="2319"/>
                    </a:lnTo>
                    <a:lnTo>
                      <a:pt x="464" y="2419"/>
                    </a:lnTo>
                    <a:lnTo>
                      <a:pt x="602" y="2507"/>
                    </a:lnTo>
                    <a:lnTo>
                      <a:pt x="727" y="2570"/>
                    </a:lnTo>
                    <a:lnTo>
                      <a:pt x="853" y="2620"/>
                    </a:lnTo>
                    <a:lnTo>
                      <a:pt x="840" y="2770"/>
                    </a:lnTo>
                    <a:lnTo>
                      <a:pt x="853" y="2933"/>
                    </a:lnTo>
                    <a:lnTo>
                      <a:pt x="865" y="3021"/>
                    </a:lnTo>
                    <a:lnTo>
                      <a:pt x="890" y="3121"/>
                    </a:lnTo>
                    <a:lnTo>
                      <a:pt x="915" y="3209"/>
                    </a:lnTo>
                    <a:lnTo>
                      <a:pt x="953" y="3309"/>
                    </a:lnTo>
                    <a:lnTo>
                      <a:pt x="1003" y="3384"/>
                    </a:lnTo>
                    <a:lnTo>
                      <a:pt x="1078" y="3472"/>
                    </a:lnTo>
                    <a:lnTo>
                      <a:pt x="1153" y="3535"/>
                    </a:lnTo>
                    <a:lnTo>
                      <a:pt x="1254" y="3585"/>
                    </a:lnTo>
                    <a:lnTo>
                      <a:pt x="1379" y="3622"/>
                    </a:lnTo>
                    <a:lnTo>
                      <a:pt x="1517" y="3647"/>
                    </a:lnTo>
                    <a:lnTo>
                      <a:pt x="1504" y="3735"/>
                    </a:lnTo>
                    <a:lnTo>
                      <a:pt x="1492" y="3936"/>
                    </a:lnTo>
                    <a:lnTo>
                      <a:pt x="1504" y="4048"/>
                    </a:lnTo>
                    <a:lnTo>
                      <a:pt x="1529" y="4174"/>
                    </a:lnTo>
                    <a:lnTo>
                      <a:pt x="1554" y="4274"/>
                    </a:lnTo>
                    <a:lnTo>
                      <a:pt x="1579" y="4324"/>
                    </a:lnTo>
                    <a:lnTo>
                      <a:pt x="1617" y="4362"/>
                    </a:lnTo>
                    <a:lnTo>
                      <a:pt x="1680" y="4412"/>
                    </a:lnTo>
                    <a:lnTo>
                      <a:pt x="1805" y="4487"/>
                    </a:lnTo>
                    <a:lnTo>
                      <a:pt x="1981" y="4562"/>
                    </a:lnTo>
                    <a:lnTo>
                      <a:pt x="2219" y="4663"/>
                    </a:lnTo>
                    <a:lnTo>
                      <a:pt x="2507" y="4775"/>
                    </a:lnTo>
                    <a:lnTo>
                      <a:pt x="2833" y="4876"/>
                    </a:lnTo>
                    <a:lnTo>
                      <a:pt x="3221" y="4976"/>
                    </a:lnTo>
                    <a:lnTo>
                      <a:pt x="3635" y="5076"/>
                    </a:lnTo>
                    <a:lnTo>
                      <a:pt x="4099" y="5151"/>
                    </a:lnTo>
                    <a:lnTo>
                      <a:pt x="4600" y="5202"/>
                    </a:lnTo>
                    <a:lnTo>
                      <a:pt x="4863" y="5214"/>
                    </a:lnTo>
                    <a:lnTo>
                      <a:pt x="5139" y="5227"/>
                    </a:lnTo>
                    <a:lnTo>
                      <a:pt x="5716" y="5227"/>
                    </a:lnTo>
                    <a:lnTo>
                      <a:pt x="6004" y="5214"/>
                    </a:lnTo>
                    <a:lnTo>
                      <a:pt x="6305" y="5189"/>
                    </a:lnTo>
                    <a:lnTo>
                      <a:pt x="6618" y="5151"/>
                    </a:lnTo>
                    <a:lnTo>
                      <a:pt x="6931" y="5101"/>
                    </a:lnTo>
                    <a:lnTo>
                      <a:pt x="7257" y="5051"/>
                    </a:lnTo>
                    <a:lnTo>
                      <a:pt x="7583" y="4976"/>
                    </a:lnTo>
                    <a:lnTo>
                      <a:pt x="7921" y="4888"/>
                    </a:lnTo>
                    <a:lnTo>
                      <a:pt x="8260" y="4788"/>
                    </a:lnTo>
                    <a:lnTo>
                      <a:pt x="8185" y="1341"/>
                    </a:lnTo>
                    <a:lnTo>
                      <a:pt x="7834" y="1191"/>
                    </a:lnTo>
                    <a:lnTo>
                      <a:pt x="6969" y="827"/>
                    </a:lnTo>
                    <a:lnTo>
                      <a:pt x="6455" y="614"/>
                    </a:lnTo>
                    <a:lnTo>
                      <a:pt x="5941" y="414"/>
                    </a:lnTo>
                    <a:lnTo>
                      <a:pt x="5465" y="238"/>
                    </a:lnTo>
                    <a:lnTo>
                      <a:pt x="5076" y="113"/>
                    </a:lnTo>
                    <a:lnTo>
                      <a:pt x="4913" y="75"/>
                    </a:lnTo>
                    <a:lnTo>
                      <a:pt x="4713" y="50"/>
                    </a:lnTo>
                    <a:lnTo>
                      <a:pt x="4462" y="25"/>
                    </a:lnTo>
                    <a:lnTo>
                      <a:pt x="4186" y="13"/>
                    </a:lnTo>
                    <a:lnTo>
                      <a:pt x="3572"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6">
                <a:extLst>
                  <a:ext uri="{FF2B5EF4-FFF2-40B4-BE49-F238E27FC236}">
                    <a16:creationId xmlns:a16="http://schemas.microsoft.com/office/drawing/2014/main" id="{D9DA539E-13D2-9214-8D4F-745CA92066BE}"/>
                  </a:ext>
                </a:extLst>
              </p:cNvPr>
              <p:cNvSpPr/>
              <p:nvPr/>
            </p:nvSpPr>
            <p:spPr>
              <a:xfrm>
                <a:off x="5710276" y="2675692"/>
                <a:ext cx="12970" cy="270741"/>
              </a:xfrm>
              <a:custGeom>
                <a:avLst/>
                <a:gdLst/>
                <a:ahLst/>
                <a:cxnLst/>
                <a:rect l="l" t="t" r="r" b="b"/>
                <a:pathLst>
                  <a:path w="577" h="12045" extrusionOk="0">
                    <a:moveTo>
                      <a:pt x="289" y="0"/>
                    </a:moveTo>
                    <a:lnTo>
                      <a:pt x="0" y="12032"/>
                    </a:lnTo>
                    <a:lnTo>
                      <a:pt x="289" y="12045"/>
                    </a:lnTo>
                    <a:lnTo>
                      <a:pt x="5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6">
                <a:extLst>
                  <a:ext uri="{FF2B5EF4-FFF2-40B4-BE49-F238E27FC236}">
                    <a16:creationId xmlns:a16="http://schemas.microsoft.com/office/drawing/2014/main" id="{3CBF1373-4C6F-2DCC-63D2-610F375E3017}"/>
                  </a:ext>
                </a:extLst>
              </p:cNvPr>
              <p:cNvSpPr/>
              <p:nvPr/>
            </p:nvSpPr>
            <p:spPr>
              <a:xfrm>
                <a:off x="6251467" y="2683559"/>
                <a:ext cx="41988" cy="284295"/>
              </a:xfrm>
              <a:custGeom>
                <a:avLst/>
                <a:gdLst/>
                <a:ahLst/>
                <a:cxnLst/>
                <a:rect l="l" t="t" r="r" b="b"/>
                <a:pathLst>
                  <a:path w="1868" h="12648" extrusionOk="0">
                    <a:moveTo>
                      <a:pt x="276" y="1"/>
                    </a:moveTo>
                    <a:lnTo>
                      <a:pt x="0" y="39"/>
                    </a:lnTo>
                    <a:lnTo>
                      <a:pt x="1579" y="12647"/>
                    </a:lnTo>
                    <a:lnTo>
                      <a:pt x="1868" y="12610"/>
                    </a:lnTo>
                    <a:lnTo>
                      <a:pt x="27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6">
                <a:extLst>
                  <a:ext uri="{FF2B5EF4-FFF2-40B4-BE49-F238E27FC236}">
                    <a16:creationId xmlns:a16="http://schemas.microsoft.com/office/drawing/2014/main" id="{3E24B177-657B-39BA-D057-D990592276FC}"/>
                  </a:ext>
                </a:extLst>
              </p:cNvPr>
              <p:cNvSpPr/>
              <p:nvPr/>
            </p:nvSpPr>
            <p:spPr>
              <a:xfrm>
                <a:off x="5702386" y="3404210"/>
                <a:ext cx="633618" cy="64803"/>
              </a:xfrm>
              <a:custGeom>
                <a:avLst/>
                <a:gdLst/>
                <a:ahLst/>
                <a:cxnLst/>
                <a:rect l="l" t="t" r="r" b="b"/>
                <a:pathLst>
                  <a:path w="28189" h="2883" extrusionOk="0">
                    <a:moveTo>
                      <a:pt x="27875" y="0"/>
                    </a:moveTo>
                    <a:lnTo>
                      <a:pt x="63" y="238"/>
                    </a:lnTo>
                    <a:lnTo>
                      <a:pt x="0" y="2883"/>
                    </a:lnTo>
                    <a:lnTo>
                      <a:pt x="28188" y="2883"/>
                    </a:lnTo>
                    <a:lnTo>
                      <a:pt x="278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6">
                <a:extLst>
                  <a:ext uri="{FF2B5EF4-FFF2-40B4-BE49-F238E27FC236}">
                    <a16:creationId xmlns:a16="http://schemas.microsoft.com/office/drawing/2014/main" id="{D9141878-3577-6603-9EE1-3A2414E6066B}"/>
                  </a:ext>
                </a:extLst>
              </p:cNvPr>
              <p:cNvSpPr/>
              <p:nvPr/>
            </p:nvSpPr>
            <p:spPr>
              <a:xfrm>
                <a:off x="6297658" y="3051786"/>
                <a:ext cx="57205" cy="28187"/>
              </a:xfrm>
              <a:custGeom>
                <a:avLst/>
                <a:gdLst/>
                <a:ahLst/>
                <a:cxnLst/>
                <a:rect l="l" t="t" r="r" b="b"/>
                <a:pathLst>
                  <a:path w="2545" h="1254" extrusionOk="0">
                    <a:moveTo>
                      <a:pt x="314" y="0"/>
                    </a:moveTo>
                    <a:lnTo>
                      <a:pt x="88" y="13"/>
                    </a:lnTo>
                    <a:lnTo>
                      <a:pt x="1" y="25"/>
                    </a:lnTo>
                    <a:lnTo>
                      <a:pt x="51" y="401"/>
                    </a:lnTo>
                    <a:lnTo>
                      <a:pt x="126" y="389"/>
                    </a:lnTo>
                    <a:lnTo>
                      <a:pt x="326" y="376"/>
                    </a:lnTo>
                    <a:lnTo>
                      <a:pt x="615" y="389"/>
                    </a:lnTo>
                    <a:lnTo>
                      <a:pt x="778" y="401"/>
                    </a:lnTo>
                    <a:lnTo>
                      <a:pt x="953" y="426"/>
                    </a:lnTo>
                    <a:lnTo>
                      <a:pt x="1141" y="464"/>
                    </a:lnTo>
                    <a:lnTo>
                      <a:pt x="1317" y="514"/>
                    </a:lnTo>
                    <a:lnTo>
                      <a:pt x="1505" y="577"/>
                    </a:lnTo>
                    <a:lnTo>
                      <a:pt x="1668" y="664"/>
                    </a:lnTo>
                    <a:lnTo>
                      <a:pt x="1831" y="777"/>
                    </a:lnTo>
                    <a:lnTo>
                      <a:pt x="1906" y="840"/>
                    </a:lnTo>
                    <a:lnTo>
                      <a:pt x="1981" y="902"/>
                    </a:lnTo>
                    <a:lnTo>
                      <a:pt x="2044" y="978"/>
                    </a:lnTo>
                    <a:lnTo>
                      <a:pt x="2094" y="1065"/>
                    </a:lnTo>
                    <a:lnTo>
                      <a:pt x="2144" y="1153"/>
                    </a:lnTo>
                    <a:lnTo>
                      <a:pt x="2194" y="1253"/>
                    </a:lnTo>
                    <a:lnTo>
                      <a:pt x="2545" y="1103"/>
                    </a:lnTo>
                    <a:lnTo>
                      <a:pt x="2495" y="1003"/>
                    </a:lnTo>
                    <a:lnTo>
                      <a:pt x="2445" y="902"/>
                    </a:lnTo>
                    <a:lnTo>
                      <a:pt x="2382" y="815"/>
                    </a:lnTo>
                    <a:lnTo>
                      <a:pt x="2319" y="727"/>
                    </a:lnTo>
                    <a:lnTo>
                      <a:pt x="2244" y="639"/>
                    </a:lnTo>
                    <a:lnTo>
                      <a:pt x="2156" y="564"/>
                    </a:lnTo>
                    <a:lnTo>
                      <a:pt x="2069" y="489"/>
                    </a:lnTo>
                    <a:lnTo>
                      <a:pt x="1981" y="414"/>
                    </a:lnTo>
                    <a:lnTo>
                      <a:pt x="1780" y="288"/>
                    </a:lnTo>
                    <a:lnTo>
                      <a:pt x="1555" y="188"/>
                    </a:lnTo>
                    <a:lnTo>
                      <a:pt x="1304" y="113"/>
                    </a:lnTo>
                    <a:lnTo>
                      <a:pt x="1041" y="50"/>
                    </a:lnTo>
                    <a:lnTo>
                      <a:pt x="840" y="25"/>
                    </a:lnTo>
                    <a:lnTo>
                      <a:pt x="640" y="13"/>
                    </a:lnTo>
                    <a:lnTo>
                      <a:pt x="4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a:extLst>
                  <a:ext uri="{FF2B5EF4-FFF2-40B4-BE49-F238E27FC236}">
                    <a16:creationId xmlns:a16="http://schemas.microsoft.com/office/drawing/2014/main" id="{A75F5475-57A6-07A9-29EE-B35E603439C6}"/>
                  </a:ext>
                </a:extLst>
              </p:cNvPr>
              <p:cNvSpPr/>
              <p:nvPr/>
            </p:nvSpPr>
            <p:spPr>
              <a:xfrm>
                <a:off x="6044112" y="2276492"/>
                <a:ext cx="59475" cy="60869"/>
              </a:xfrm>
              <a:custGeom>
                <a:avLst/>
                <a:gdLst/>
                <a:ahLst/>
                <a:cxnLst/>
                <a:rect l="l" t="t" r="r" b="b"/>
                <a:pathLst>
                  <a:path w="2646" h="2708" extrusionOk="0">
                    <a:moveTo>
                      <a:pt x="1329" y="0"/>
                    </a:moveTo>
                    <a:lnTo>
                      <a:pt x="1103" y="13"/>
                    </a:lnTo>
                    <a:lnTo>
                      <a:pt x="890" y="38"/>
                    </a:lnTo>
                    <a:lnTo>
                      <a:pt x="527" y="101"/>
                    </a:lnTo>
                    <a:lnTo>
                      <a:pt x="264" y="163"/>
                    </a:lnTo>
                    <a:lnTo>
                      <a:pt x="163" y="188"/>
                    </a:lnTo>
                    <a:lnTo>
                      <a:pt x="1" y="2632"/>
                    </a:lnTo>
                    <a:lnTo>
                      <a:pt x="163" y="2670"/>
                    </a:lnTo>
                    <a:lnTo>
                      <a:pt x="326" y="2695"/>
                    </a:lnTo>
                    <a:lnTo>
                      <a:pt x="489" y="2707"/>
                    </a:lnTo>
                    <a:lnTo>
                      <a:pt x="790" y="2707"/>
                    </a:lnTo>
                    <a:lnTo>
                      <a:pt x="928" y="2695"/>
                    </a:lnTo>
                    <a:lnTo>
                      <a:pt x="1066" y="2682"/>
                    </a:lnTo>
                    <a:lnTo>
                      <a:pt x="1204" y="2657"/>
                    </a:lnTo>
                    <a:lnTo>
                      <a:pt x="1329" y="2632"/>
                    </a:lnTo>
                    <a:lnTo>
                      <a:pt x="1442" y="2595"/>
                    </a:lnTo>
                    <a:lnTo>
                      <a:pt x="1567" y="2557"/>
                    </a:lnTo>
                    <a:lnTo>
                      <a:pt x="1680" y="2507"/>
                    </a:lnTo>
                    <a:lnTo>
                      <a:pt x="1881" y="2394"/>
                    </a:lnTo>
                    <a:lnTo>
                      <a:pt x="2056" y="2269"/>
                    </a:lnTo>
                    <a:lnTo>
                      <a:pt x="2219" y="2106"/>
                    </a:lnTo>
                    <a:lnTo>
                      <a:pt x="2344" y="1943"/>
                    </a:lnTo>
                    <a:lnTo>
                      <a:pt x="2457" y="1767"/>
                    </a:lnTo>
                    <a:lnTo>
                      <a:pt x="2545" y="1567"/>
                    </a:lnTo>
                    <a:lnTo>
                      <a:pt x="2607" y="1366"/>
                    </a:lnTo>
                    <a:lnTo>
                      <a:pt x="2633" y="1153"/>
                    </a:lnTo>
                    <a:lnTo>
                      <a:pt x="2645" y="940"/>
                    </a:lnTo>
                    <a:lnTo>
                      <a:pt x="2620" y="715"/>
                    </a:lnTo>
                    <a:lnTo>
                      <a:pt x="2607" y="614"/>
                    </a:lnTo>
                    <a:lnTo>
                      <a:pt x="2570" y="514"/>
                    </a:lnTo>
                    <a:lnTo>
                      <a:pt x="2520" y="426"/>
                    </a:lnTo>
                    <a:lnTo>
                      <a:pt x="2470" y="351"/>
                    </a:lnTo>
                    <a:lnTo>
                      <a:pt x="2407" y="289"/>
                    </a:lnTo>
                    <a:lnTo>
                      <a:pt x="2332" y="226"/>
                    </a:lnTo>
                    <a:lnTo>
                      <a:pt x="2257" y="176"/>
                    </a:lnTo>
                    <a:lnTo>
                      <a:pt x="2169" y="138"/>
                    </a:lnTo>
                    <a:lnTo>
                      <a:pt x="2069" y="101"/>
                    </a:lnTo>
                    <a:lnTo>
                      <a:pt x="1968" y="63"/>
                    </a:lnTo>
                    <a:lnTo>
                      <a:pt x="1768" y="25"/>
                    </a:lnTo>
                    <a:lnTo>
                      <a:pt x="1542" y="13"/>
                    </a:lnTo>
                    <a:lnTo>
                      <a:pt x="1329"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a:extLst>
                  <a:ext uri="{FF2B5EF4-FFF2-40B4-BE49-F238E27FC236}">
                    <a16:creationId xmlns:a16="http://schemas.microsoft.com/office/drawing/2014/main" id="{97CE9C63-485E-C6F9-A66B-BE3357D7828D}"/>
                  </a:ext>
                </a:extLst>
              </p:cNvPr>
              <p:cNvSpPr/>
              <p:nvPr/>
            </p:nvSpPr>
            <p:spPr>
              <a:xfrm>
                <a:off x="6280755" y="2743866"/>
                <a:ext cx="39470" cy="152982"/>
              </a:xfrm>
              <a:custGeom>
                <a:avLst/>
                <a:gdLst/>
                <a:ahLst/>
                <a:cxnLst/>
                <a:rect l="l" t="t" r="r" b="b"/>
                <a:pathLst>
                  <a:path w="1756" h="6806" extrusionOk="0">
                    <a:moveTo>
                      <a:pt x="1467" y="0"/>
                    </a:moveTo>
                    <a:lnTo>
                      <a:pt x="1454" y="163"/>
                    </a:lnTo>
                    <a:lnTo>
                      <a:pt x="1417" y="614"/>
                    </a:lnTo>
                    <a:lnTo>
                      <a:pt x="1329" y="1304"/>
                    </a:lnTo>
                    <a:lnTo>
                      <a:pt x="1191" y="2181"/>
                    </a:lnTo>
                    <a:lnTo>
                      <a:pt x="1104" y="2682"/>
                    </a:lnTo>
                    <a:lnTo>
                      <a:pt x="1003" y="3209"/>
                    </a:lnTo>
                    <a:lnTo>
                      <a:pt x="890" y="3760"/>
                    </a:lnTo>
                    <a:lnTo>
                      <a:pt x="753" y="4337"/>
                    </a:lnTo>
                    <a:lnTo>
                      <a:pt x="590" y="4913"/>
                    </a:lnTo>
                    <a:lnTo>
                      <a:pt x="414" y="5515"/>
                    </a:lnTo>
                    <a:lnTo>
                      <a:pt x="214" y="6104"/>
                    </a:lnTo>
                    <a:lnTo>
                      <a:pt x="1" y="6705"/>
                    </a:lnTo>
                    <a:lnTo>
                      <a:pt x="264" y="6806"/>
                    </a:lnTo>
                    <a:lnTo>
                      <a:pt x="489" y="6204"/>
                    </a:lnTo>
                    <a:lnTo>
                      <a:pt x="677" y="5603"/>
                    </a:lnTo>
                    <a:lnTo>
                      <a:pt x="865" y="5001"/>
                    </a:lnTo>
                    <a:lnTo>
                      <a:pt x="1016" y="4412"/>
                    </a:lnTo>
                    <a:lnTo>
                      <a:pt x="1154" y="3823"/>
                    </a:lnTo>
                    <a:lnTo>
                      <a:pt x="1279" y="3271"/>
                    </a:lnTo>
                    <a:lnTo>
                      <a:pt x="1392" y="2732"/>
                    </a:lnTo>
                    <a:lnTo>
                      <a:pt x="1480" y="2231"/>
                    </a:lnTo>
                    <a:lnTo>
                      <a:pt x="1555" y="1767"/>
                    </a:lnTo>
                    <a:lnTo>
                      <a:pt x="1605" y="1341"/>
                    </a:lnTo>
                    <a:lnTo>
                      <a:pt x="1693" y="639"/>
                    </a:lnTo>
                    <a:lnTo>
                      <a:pt x="1743" y="188"/>
                    </a:lnTo>
                    <a:lnTo>
                      <a:pt x="1755" y="13"/>
                    </a:lnTo>
                    <a:lnTo>
                      <a:pt x="14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6">
                <a:extLst>
                  <a:ext uri="{FF2B5EF4-FFF2-40B4-BE49-F238E27FC236}">
                    <a16:creationId xmlns:a16="http://schemas.microsoft.com/office/drawing/2014/main" id="{2A8974CD-4907-F866-F2F3-D7C8CD35BA10}"/>
                  </a:ext>
                </a:extLst>
              </p:cNvPr>
              <p:cNvSpPr/>
              <p:nvPr/>
            </p:nvSpPr>
            <p:spPr>
              <a:xfrm>
                <a:off x="5649991" y="2772300"/>
                <a:ext cx="69321" cy="97800"/>
              </a:xfrm>
              <a:custGeom>
                <a:avLst/>
                <a:gdLst/>
                <a:ahLst/>
                <a:cxnLst/>
                <a:rect l="l" t="t" r="r" b="b"/>
                <a:pathLst>
                  <a:path w="3084" h="4351" extrusionOk="0">
                    <a:moveTo>
                      <a:pt x="251" y="1"/>
                    </a:moveTo>
                    <a:lnTo>
                      <a:pt x="0" y="151"/>
                    </a:lnTo>
                    <a:lnTo>
                      <a:pt x="301" y="628"/>
                    </a:lnTo>
                    <a:lnTo>
                      <a:pt x="1003" y="1731"/>
                    </a:lnTo>
                    <a:lnTo>
                      <a:pt x="1454" y="2407"/>
                    </a:lnTo>
                    <a:lnTo>
                      <a:pt x="1930" y="3109"/>
                    </a:lnTo>
                    <a:lnTo>
                      <a:pt x="2407" y="3774"/>
                    </a:lnTo>
                    <a:lnTo>
                      <a:pt x="2632" y="4074"/>
                    </a:lnTo>
                    <a:lnTo>
                      <a:pt x="2858" y="4350"/>
                    </a:lnTo>
                    <a:lnTo>
                      <a:pt x="3083" y="4175"/>
                    </a:lnTo>
                    <a:lnTo>
                      <a:pt x="2858" y="3899"/>
                    </a:lnTo>
                    <a:lnTo>
                      <a:pt x="2632" y="3598"/>
                    </a:lnTo>
                    <a:lnTo>
                      <a:pt x="2156" y="2934"/>
                    </a:lnTo>
                    <a:lnTo>
                      <a:pt x="1680" y="2244"/>
                    </a:lnTo>
                    <a:lnTo>
                      <a:pt x="1241" y="1580"/>
                    </a:lnTo>
                    <a:lnTo>
                      <a:pt x="539" y="477"/>
                    </a:lnTo>
                    <a:lnTo>
                      <a:pt x="2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6">
                <a:extLst>
                  <a:ext uri="{FF2B5EF4-FFF2-40B4-BE49-F238E27FC236}">
                    <a16:creationId xmlns:a16="http://schemas.microsoft.com/office/drawing/2014/main" id="{41370A00-F0AE-77F5-0DDC-97DF33B8997E}"/>
                  </a:ext>
                </a:extLst>
              </p:cNvPr>
              <p:cNvSpPr/>
              <p:nvPr/>
            </p:nvSpPr>
            <p:spPr>
              <a:xfrm>
                <a:off x="5597596" y="2853736"/>
                <a:ext cx="57205" cy="44528"/>
              </a:xfrm>
              <a:custGeom>
                <a:avLst/>
                <a:gdLst/>
                <a:ahLst/>
                <a:cxnLst/>
                <a:rect l="l" t="t" r="r" b="b"/>
                <a:pathLst>
                  <a:path w="2545" h="1981" extrusionOk="0">
                    <a:moveTo>
                      <a:pt x="163" y="0"/>
                    </a:moveTo>
                    <a:lnTo>
                      <a:pt x="0" y="226"/>
                    </a:lnTo>
                    <a:lnTo>
                      <a:pt x="827" y="827"/>
                    </a:lnTo>
                    <a:lnTo>
                      <a:pt x="1592" y="1391"/>
                    </a:lnTo>
                    <a:lnTo>
                      <a:pt x="2369" y="1980"/>
                    </a:lnTo>
                    <a:lnTo>
                      <a:pt x="2544" y="1755"/>
                    </a:lnTo>
                    <a:lnTo>
                      <a:pt x="1755" y="1166"/>
                    </a:lnTo>
                    <a:lnTo>
                      <a:pt x="990" y="602"/>
                    </a:lnTo>
                    <a:lnTo>
                      <a:pt x="16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a:extLst>
                  <a:ext uri="{FF2B5EF4-FFF2-40B4-BE49-F238E27FC236}">
                    <a16:creationId xmlns:a16="http://schemas.microsoft.com/office/drawing/2014/main" id="{A901D740-E6CE-F409-CA15-C6A8358AA5C2}"/>
                  </a:ext>
                </a:extLst>
              </p:cNvPr>
              <p:cNvSpPr/>
              <p:nvPr/>
            </p:nvSpPr>
            <p:spPr>
              <a:xfrm>
                <a:off x="5530815" y="3468990"/>
                <a:ext cx="840681" cy="1060421"/>
              </a:xfrm>
              <a:custGeom>
                <a:avLst/>
                <a:gdLst/>
                <a:ahLst/>
                <a:cxnLst/>
                <a:rect l="l" t="t" r="r" b="b"/>
                <a:pathLst>
                  <a:path w="37401" h="47177" extrusionOk="0">
                    <a:moveTo>
                      <a:pt x="35821" y="1"/>
                    </a:moveTo>
                    <a:lnTo>
                      <a:pt x="31359" y="490"/>
                    </a:lnTo>
                    <a:lnTo>
                      <a:pt x="26659" y="1004"/>
                    </a:lnTo>
                    <a:lnTo>
                      <a:pt x="21094" y="1618"/>
                    </a:lnTo>
                    <a:lnTo>
                      <a:pt x="15229" y="2270"/>
                    </a:lnTo>
                    <a:lnTo>
                      <a:pt x="9664" y="2909"/>
                    </a:lnTo>
                    <a:lnTo>
                      <a:pt x="7170" y="3210"/>
                    </a:lnTo>
                    <a:lnTo>
                      <a:pt x="4976" y="3473"/>
                    </a:lnTo>
                    <a:lnTo>
                      <a:pt x="3146" y="3711"/>
                    </a:lnTo>
                    <a:lnTo>
                      <a:pt x="1743" y="3911"/>
                    </a:lnTo>
                    <a:lnTo>
                      <a:pt x="1605" y="3936"/>
                    </a:lnTo>
                    <a:lnTo>
                      <a:pt x="1467" y="3974"/>
                    </a:lnTo>
                    <a:lnTo>
                      <a:pt x="1342" y="4037"/>
                    </a:lnTo>
                    <a:lnTo>
                      <a:pt x="1216" y="4112"/>
                    </a:lnTo>
                    <a:lnTo>
                      <a:pt x="1104" y="4200"/>
                    </a:lnTo>
                    <a:lnTo>
                      <a:pt x="991" y="4300"/>
                    </a:lnTo>
                    <a:lnTo>
                      <a:pt x="890" y="4413"/>
                    </a:lnTo>
                    <a:lnTo>
                      <a:pt x="790" y="4538"/>
                    </a:lnTo>
                    <a:lnTo>
                      <a:pt x="702" y="4688"/>
                    </a:lnTo>
                    <a:lnTo>
                      <a:pt x="615" y="4839"/>
                    </a:lnTo>
                    <a:lnTo>
                      <a:pt x="540" y="5002"/>
                    </a:lnTo>
                    <a:lnTo>
                      <a:pt x="464" y="5190"/>
                    </a:lnTo>
                    <a:lnTo>
                      <a:pt x="402" y="5378"/>
                    </a:lnTo>
                    <a:lnTo>
                      <a:pt x="339" y="5578"/>
                    </a:lnTo>
                    <a:lnTo>
                      <a:pt x="276" y="5804"/>
                    </a:lnTo>
                    <a:lnTo>
                      <a:pt x="226" y="6030"/>
                    </a:lnTo>
                    <a:lnTo>
                      <a:pt x="151" y="6518"/>
                    </a:lnTo>
                    <a:lnTo>
                      <a:pt x="76" y="7045"/>
                    </a:lnTo>
                    <a:lnTo>
                      <a:pt x="38" y="7621"/>
                    </a:lnTo>
                    <a:lnTo>
                      <a:pt x="13" y="8235"/>
                    </a:lnTo>
                    <a:lnTo>
                      <a:pt x="1" y="8887"/>
                    </a:lnTo>
                    <a:lnTo>
                      <a:pt x="13" y="9576"/>
                    </a:lnTo>
                    <a:lnTo>
                      <a:pt x="38" y="10303"/>
                    </a:lnTo>
                    <a:lnTo>
                      <a:pt x="88" y="11055"/>
                    </a:lnTo>
                    <a:lnTo>
                      <a:pt x="151" y="11832"/>
                    </a:lnTo>
                    <a:lnTo>
                      <a:pt x="214" y="12647"/>
                    </a:lnTo>
                    <a:lnTo>
                      <a:pt x="314" y="13487"/>
                    </a:lnTo>
                    <a:lnTo>
                      <a:pt x="414" y="14352"/>
                    </a:lnTo>
                    <a:lnTo>
                      <a:pt x="527" y="15229"/>
                    </a:lnTo>
                    <a:lnTo>
                      <a:pt x="652" y="16131"/>
                    </a:lnTo>
                    <a:lnTo>
                      <a:pt x="790" y="17059"/>
                    </a:lnTo>
                    <a:lnTo>
                      <a:pt x="941" y="17999"/>
                    </a:lnTo>
                    <a:lnTo>
                      <a:pt x="1279" y="19916"/>
                    </a:lnTo>
                    <a:lnTo>
                      <a:pt x="1642" y="21884"/>
                    </a:lnTo>
                    <a:lnTo>
                      <a:pt x="2031" y="23877"/>
                    </a:lnTo>
                    <a:lnTo>
                      <a:pt x="2457" y="25882"/>
                    </a:lnTo>
                    <a:lnTo>
                      <a:pt x="2883" y="27888"/>
                    </a:lnTo>
                    <a:lnTo>
                      <a:pt x="3334" y="29868"/>
                    </a:lnTo>
                    <a:lnTo>
                      <a:pt x="3786" y="31823"/>
                    </a:lnTo>
                    <a:lnTo>
                      <a:pt x="4249" y="33728"/>
                    </a:lnTo>
                    <a:lnTo>
                      <a:pt x="4701" y="35571"/>
                    </a:lnTo>
                    <a:lnTo>
                      <a:pt x="5139" y="37325"/>
                    </a:lnTo>
                    <a:lnTo>
                      <a:pt x="5565" y="38992"/>
                    </a:lnTo>
                    <a:lnTo>
                      <a:pt x="5979" y="40546"/>
                    </a:lnTo>
                    <a:lnTo>
                      <a:pt x="6693" y="43266"/>
                    </a:lnTo>
                    <a:lnTo>
                      <a:pt x="7270" y="45359"/>
                    </a:lnTo>
                    <a:lnTo>
                      <a:pt x="7784" y="47177"/>
                    </a:lnTo>
                    <a:lnTo>
                      <a:pt x="14903" y="45948"/>
                    </a:lnTo>
                    <a:lnTo>
                      <a:pt x="11594" y="16019"/>
                    </a:lnTo>
                    <a:lnTo>
                      <a:pt x="14765" y="15931"/>
                    </a:lnTo>
                    <a:lnTo>
                      <a:pt x="21909" y="15768"/>
                    </a:lnTo>
                    <a:lnTo>
                      <a:pt x="25895" y="15693"/>
                    </a:lnTo>
                    <a:lnTo>
                      <a:pt x="29567" y="15630"/>
                    </a:lnTo>
                    <a:lnTo>
                      <a:pt x="32500" y="15592"/>
                    </a:lnTo>
                    <a:lnTo>
                      <a:pt x="33540" y="15592"/>
                    </a:lnTo>
                    <a:lnTo>
                      <a:pt x="34242" y="15605"/>
                    </a:lnTo>
                    <a:lnTo>
                      <a:pt x="34518" y="15605"/>
                    </a:lnTo>
                    <a:lnTo>
                      <a:pt x="34768" y="15580"/>
                    </a:lnTo>
                    <a:lnTo>
                      <a:pt x="35019" y="15530"/>
                    </a:lnTo>
                    <a:lnTo>
                      <a:pt x="35245" y="15467"/>
                    </a:lnTo>
                    <a:lnTo>
                      <a:pt x="35470" y="15379"/>
                    </a:lnTo>
                    <a:lnTo>
                      <a:pt x="35671" y="15267"/>
                    </a:lnTo>
                    <a:lnTo>
                      <a:pt x="35859" y="15141"/>
                    </a:lnTo>
                    <a:lnTo>
                      <a:pt x="36047" y="15003"/>
                    </a:lnTo>
                    <a:lnTo>
                      <a:pt x="36210" y="14840"/>
                    </a:lnTo>
                    <a:lnTo>
                      <a:pt x="36360" y="14652"/>
                    </a:lnTo>
                    <a:lnTo>
                      <a:pt x="36498" y="14464"/>
                    </a:lnTo>
                    <a:lnTo>
                      <a:pt x="36623" y="14251"/>
                    </a:lnTo>
                    <a:lnTo>
                      <a:pt x="36749" y="14026"/>
                    </a:lnTo>
                    <a:lnTo>
                      <a:pt x="36849" y="13775"/>
                    </a:lnTo>
                    <a:lnTo>
                      <a:pt x="36949" y="13524"/>
                    </a:lnTo>
                    <a:lnTo>
                      <a:pt x="37037" y="13261"/>
                    </a:lnTo>
                    <a:lnTo>
                      <a:pt x="37112" y="12986"/>
                    </a:lnTo>
                    <a:lnTo>
                      <a:pt x="37175" y="12697"/>
                    </a:lnTo>
                    <a:lnTo>
                      <a:pt x="37237" y="12396"/>
                    </a:lnTo>
                    <a:lnTo>
                      <a:pt x="37288" y="12083"/>
                    </a:lnTo>
                    <a:lnTo>
                      <a:pt x="37325" y="11770"/>
                    </a:lnTo>
                    <a:lnTo>
                      <a:pt x="37350" y="11444"/>
                    </a:lnTo>
                    <a:lnTo>
                      <a:pt x="37375" y="11106"/>
                    </a:lnTo>
                    <a:lnTo>
                      <a:pt x="37400" y="10767"/>
                    </a:lnTo>
                    <a:lnTo>
                      <a:pt x="37400" y="10065"/>
                    </a:lnTo>
                    <a:lnTo>
                      <a:pt x="37388" y="9351"/>
                    </a:lnTo>
                    <a:lnTo>
                      <a:pt x="37350" y="8624"/>
                    </a:lnTo>
                    <a:lnTo>
                      <a:pt x="37300" y="7884"/>
                    </a:lnTo>
                    <a:lnTo>
                      <a:pt x="37225" y="7145"/>
                    </a:lnTo>
                    <a:lnTo>
                      <a:pt x="37125" y="6418"/>
                    </a:lnTo>
                    <a:lnTo>
                      <a:pt x="37024" y="5704"/>
                    </a:lnTo>
                    <a:lnTo>
                      <a:pt x="36912" y="5002"/>
                    </a:lnTo>
                    <a:lnTo>
                      <a:pt x="36786" y="4312"/>
                    </a:lnTo>
                    <a:lnTo>
                      <a:pt x="36673" y="3661"/>
                    </a:lnTo>
                    <a:lnTo>
                      <a:pt x="36423" y="2470"/>
                    </a:lnTo>
                    <a:lnTo>
                      <a:pt x="36185" y="1467"/>
                    </a:lnTo>
                    <a:lnTo>
                      <a:pt x="35997" y="678"/>
                    </a:lnTo>
                    <a:lnTo>
                      <a:pt x="3582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a:extLst>
                  <a:ext uri="{FF2B5EF4-FFF2-40B4-BE49-F238E27FC236}">
                    <a16:creationId xmlns:a16="http://schemas.microsoft.com/office/drawing/2014/main" id="{2BBED676-A2C0-D680-C35A-E7CE5C47FCFC}"/>
                  </a:ext>
                </a:extLst>
              </p:cNvPr>
              <p:cNvSpPr/>
              <p:nvPr/>
            </p:nvSpPr>
            <p:spPr>
              <a:xfrm>
                <a:off x="6229776" y="3467305"/>
                <a:ext cx="92427" cy="173571"/>
              </a:xfrm>
              <a:custGeom>
                <a:avLst/>
                <a:gdLst/>
                <a:ahLst/>
                <a:cxnLst/>
                <a:rect l="l" t="t" r="r" b="b"/>
                <a:pathLst>
                  <a:path w="4112" h="7722" extrusionOk="0">
                    <a:moveTo>
                      <a:pt x="414" y="1"/>
                    </a:moveTo>
                    <a:lnTo>
                      <a:pt x="313" y="715"/>
                    </a:lnTo>
                    <a:lnTo>
                      <a:pt x="226" y="1405"/>
                    </a:lnTo>
                    <a:lnTo>
                      <a:pt x="125" y="2207"/>
                    </a:lnTo>
                    <a:lnTo>
                      <a:pt x="50" y="3059"/>
                    </a:lnTo>
                    <a:lnTo>
                      <a:pt x="25" y="3473"/>
                    </a:lnTo>
                    <a:lnTo>
                      <a:pt x="13" y="3874"/>
                    </a:lnTo>
                    <a:lnTo>
                      <a:pt x="0" y="4250"/>
                    </a:lnTo>
                    <a:lnTo>
                      <a:pt x="13" y="4588"/>
                    </a:lnTo>
                    <a:lnTo>
                      <a:pt x="50" y="4876"/>
                    </a:lnTo>
                    <a:lnTo>
                      <a:pt x="63" y="5002"/>
                    </a:lnTo>
                    <a:lnTo>
                      <a:pt x="88" y="5114"/>
                    </a:lnTo>
                    <a:lnTo>
                      <a:pt x="125" y="5240"/>
                    </a:lnTo>
                    <a:lnTo>
                      <a:pt x="176" y="5365"/>
                    </a:lnTo>
                    <a:lnTo>
                      <a:pt x="288" y="5603"/>
                    </a:lnTo>
                    <a:lnTo>
                      <a:pt x="426" y="5841"/>
                    </a:lnTo>
                    <a:lnTo>
                      <a:pt x="589" y="6067"/>
                    </a:lnTo>
                    <a:lnTo>
                      <a:pt x="777" y="6293"/>
                    </a:lnTo>
                    <a:lnTo>
                      <a:pt x="965" y="6493"/>
                    </a:lnTo>
                    <a:lnTo>
                      <a:pt x="1178" y="6706"/>
                    </a:lnTo>
                    <a:lnTo>
                      <a:pt x="1379" y="6894"/>
                    </a:lnTo>
                    <a:lnTo>
                      <a:pt x="1592" y="7057"/>
                    </a:lnTo>
                    <a:lnTo>
                      <a:pt x="1792" y="7220"/>
                    </a:lnTo>
                    <a:lnTo>
                      <a:pt x="1993" y="7358"/>
                    </a:lnTo>
                    <a:lnTo>
                      <a:pt x="2181" y="7483"/>
                    </a:lnTo>
                    <a:lnTo>
                      <a:pt x="2344" y="7571"/>
                    </a:lnTo>
                    <a:lnTo>
                      <a:pt x="2482" y="7646"/>
                    </a:lnTo>
                    <a:lnTo>
                      <a:pt x="2607" y="7696"/>
                    </a:lnTo>
                    <a:lnTo>
                      <a:pt x="2695" y="7721"/>
                    </a:lnTo>
                    <a:lnTo>
                      <a:pt x="2707" y="7721"/>
                    </a:lnTo>
                    <a:lnTo>
                      <a:pt x="2782" y="7709"/>
                    </a:lnTo>
                    <a:lnTo>
                      <a:pt x="2820" y="7684"/>
                    </a:lnTo>
                    <a:lnTo>
                      <a:pt x="2845" y="7659"/>
                    </a:lnTo>
                    <a:lnTo>
                      <a:pt x="2858" y="7634"/>
                    </a:lnTo>
                    <a:lnTo>
                      <a:pt x="2883" y="7583"/>
                    </a:lnTo>
                    <a:lnTo>
                      <a:pt x="2883" y="7533"/>
                    </a:lnTo>
                    <a:lnTo>
                      <a:pt x="2870" y="7496"/>
                    </a:lnTo>
                    <a:lnTo>
                      <a:pt x="2845" y="7458"/>
                    </a:lnTo>
                    <a:lnTo>
                      <a:pt x="2958" y="7107"/>
                    </a:lnTo>
                    <a:lnTo>
                      <a:pt x="3146" y="6531"/>
                    </a:lnTo>
                    <a:lnTo>
                      <a:pt x="3359" y="5754"/>
                    </a:lnTo>
                    <a:lnTo>
                      <a:pt x="3484" y="5315"/>
                    </a:lnTo>
                    <a:lnTo>
                      <a:pt x="3597" y="4839"/>
                    </a:lnTo>
                    <a:lnTo>
                      <a:pt x="3760" y="4099"/>
                    </a:lnTo>
                    <a:lnTo>
                      <a:pt x="3898" y="3397"/>
                    </a:lnTo>
                    <a:lnTo>
                      <a:pt x="3998" y="2733"/>
                    </a:lnTo>
                    <a:lnTo>
                      <a:pt x="4061" y="2106"/>
                    </a:lnTo>
                    <a:lnTo>
                      <a:pt x="4098" y="1517"/>
                    </a:lnTo>
                    <a:lnTo>
                      <a:pt x="4111" y="1242"/>
                    </a:lnTo>
                    <a:lnTo>
                      <a:pt x="4111" y="978"/>
                    </a:lnTo>
                    <a:lnTo>
                      <a:pt x="4098" y="715"/>
                    </a:lnTo>
                    <a:lnTo>
                      <a:pt x="4073" y="465"/>
                    </a:lnTo>
                    <a:lnTo>
                      <a:pt x="4048" y="226"/>
                    </a:lnTo>
                    <a:lnTo>
                      <a:pt x="4023" y="1"/>
                    </a:lnTo>
                    <a:lnTo>
                      <a:pt x="3748" y="51"/>
                    </a:lnTo>
                    <a:lnTo>
                      <a:pt x="3773" y="289"/>
                    </a:lnTo>
                    <a:lnTo>
                      <a:pt x="3798" y="552"/>
                    </a:lnTo>
                    <a:lnTo>
                      <a:pt x="3823" y="815"/>
                    </a:lnTo>
                    <a:lnTo>
                      <a:pt x="3823" y="1079"/>
                    </a:lnTo>
                    <a:lnTo>
                      <a:pt x="3823" y="1354"/>
                    </a:lnTo>
                    <a:lnTo>
                      <a:pt x="3810" y="1643"/>
                    </a:lnTo>
                    <a:lnTo>
                      <a:pt x="3760" y="2207"/>
                    </a:lnTo>
                    <a:lnTo>
                      <a:pt x="3697" y="2783"/>
                    </a:lnTo>
                    <a:lnTo>
                      <a:pt x="3610" y="3360"/>
                    </a:lnTo>
                    <a:lnTo>
                      <a:pt x="3509" y="3936"/>
                    </a:lnTo>
                    <a:lnTo>
                      <a:pt x="3384" y="4488"/>
                    </a:lnTo>
                    <a:lnTo>
                      <a:pt x="3259" y="5014"/>
                    </a:lnTo>
                    <a:lnTo>
                      <a:pt x="3133" y="5503"/>
                    </a:lnTo>
                    <a:lnTo>
                      <a:pt x="2895" y="6368"/>
                    </a:lnTo>
                    <a:lnTo>
                      <a:pt x="2695" y="7019"/>
                    </a:lnTo>
                    <a:lnTo>
                      <a:pt x="2569" y="7383"/>
                    </a:lnTo>
                    <a:lnTo>
                      <a:pt x="2356" y="7245"/>
                    </a:lnTo>
                    <a:lnTo>
                      <a:pt x="2068" y="7057"/>
                    </a:lnTo>
                    <a:lnTo>
                      <a:pt x="1742" y="6806"/>
                    </a:lnTo>
                    <a:lnTo>
                      <a:pt x="1567" y="6669"/>
                    </a:lnTo>
                    <a:lnTo>
                      <a:pt x="1391" y="6518"/>
                    </a:lnTo>
                    <a:lnTo>
                      <a:pt x="1228" y="6355"/>
                    </a:lnTo>
                    <a:lnTo>
                      <a:pt x="1065" y="6180"/>
                    </a:lnTo>
                    <a:lnTo>
                      <a:pt x="902" y="6004"/>
                    </a:lnTo>
                    <a:lnTo>
                      <a:pt x="765" y="5829"/>
                    </a:lnTo>
                    <a:lnTo>
                      <a:pt x="639" y="5641"/>
                    </a:lnTo>
                    <a:lnTo>
                      <a:pt x="526" y="5440"/>
                    </a:lnTo>
                    <a:lnTo>
                      <a:pt x="426" y="5240"/>
                    </a:lnTo>
                    <a:lnTo>
                      <a:pt x="364" y="5039"/>
                    </a:lnTo>
                    <a:lnTo>
                      <a:pt x="338" y="4939"/>
                    </a:lnTo>
                    <a:lnTo>
                      <a:pt x="313" y="4814"/>
                    </a:lnTo>
                    <a:lnTo>
                      <a:pt x="301" y="4538"/>
                    </a:lnTo>
                    <a:lnTo>
                      <a:pt x="288" y="4199"/>
                    </a:lnTo>
                    <a:lnTo>
                      <a:pt x="288" y="3823"/>
                    </a:lnTo>
                    <a:lnTo>
                      <a:pt x="313" y="3435"/>
                    </a:lnTo>
                    <a:lnTo>
                      <a:pt x="338" y="3009"/>
                    </a:lnTo>
                    <a:lnTo>
                      <a:pt x="414" y="2169"/>
                    </a:lnTo>
                    <a:lnTo>
                      <a:pt x="514" y="1367"/>
                    </a:lnTo>
                    <a:lnTo>
                      <a:pt x="602" y="690"/>
                    </a:lnTo>
                    <a:lnTo>
                      <a:pt x="689" y="51"/>
                    </a:lnTo>
                    <a:lnTo>
                      <a:pt x="41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6">
                <a:extLst>
                  <a:ext uri="{FF2B5EF4-FFF2-40B4-BE49-F238E27FC236}">
                    <a16:creationId xmlns:a16="http://schemas.microsoft.com/office/drawing/2014/main" id="{0DEB682E-F11F-3693-4C25-4AEB68622E9E}"/>
                  </a:ext>
                </a:extLst>
              </p:cNvPr>
              <p:cNvSpPr/>
              <p:nvPr/>
            </p:nvSpPr>
            <p:spPr>
              <a:xfrm>
                <a:off x="5511103" y="3492951"/>
                <a:ext cx="476118" cy="333004"/>
              </a:xfrm>
              <a:custGeom>
                <a:avLst/>
                <a:gdLst/>
                <a:ahLst/>
                <a:cxnLst/>
                <a:rect l="l" t="t" r="r" b="b"/>
                <a:pathLst>
                  <a:path w="21182" h="14815" extrusionOk="0">
                    <a:moveTo>
                      <a:pt x="21044" y="0"/>
                    </a:moveTo>
                    <a:lnTo>
                      <a:pt x="20593" y="238"/>
                    </a:lnTo>
                    <a:lnTo>
                      <a:pt x="20091" y="464"/>
                    </a:lnTo>
                    <a:lnTo>
                      <a:pt x="19552" y="677"/>
                    </a:lnTo>
                    <a:lnTo>
                      <a:pt x="18963" y="890"/>
                    </a:lnTo>
                    <a:lnTo>
                      <a:pt x="18337" y="1103"/>
                    </a:lnTo>
                    <a:lnTo>
                      <a:pt x="17672" y="1316"/>
                    </a:lnTo>
                    <a:lnTo>
                      <a:pt x="16971" y="1517"/>
                    </a:lnTo>
                    <a:lnTo>
                      <a:pt x="16244" y="1717"/>
                    </a:lnTo>
                    <a:lnTo>
                      <a:pt x="15492" y="1905"/>
                    </a:lnTo>
                    <a:lnTo>
                      <a:pt x="14727" y="2106"/>
                    </a:lnTo>
                    <a:lnTo>
                      <a:pt x="13123" y="2482"/>
                    </a:lnTo>
                    <a:lnTo>
                      <a:pt x="11481" y="2858"/>
                    </a:lnTo>
                    <a:lnTo>
                      <a:pt x="9826" y="3221"/>
                    </a:lnTo>
                    <a:lnTo>
                      <a:pt x="8072" y="3610"/>
                    </a:lnTo>
                    <a:lnTo>
                      <a:pt x="6417" y="3986"/>
                    </a:lnTo>
                    <a:lnTo>
                      <a:pt x="5628" y="4161"/>
                    </a:lnTo>
                    <a:lnTo>
                      <a:pt x="4876" y="4349"/>
                    </a:lnTo>
                    <a:lnTo>
                      <a:pt x="4174" y="4537"/>
                    </a:lnTo>
                    <a:lnTo>
                      <a:pt x="3510" y="4725"/>
                    </a:lnTo>
                    <a:lnTo>
                      <a:pt x="2895" y="4913"/>
                    </a:lnTo>
                    <a:lnTo>
                      <a:pt x="2331" y="5101"/>
                    </a:lnTo>
                    <a:lnTo>
                      <a:pt x="1830" y="5289"/>
                    </a:lnTo>
                    <a:lnTo>
                      <a:pt x="1379" y="5477"/>
                    </a:lnTo>
                    <a:lnTo>
                      <a:pt x="1178" y="5565"/>
                    </a:lnTo>
                    <a:lnTo>
                      <a:pt x="1003" y="5665"/>
                    </a:lnTo>
                    <a:lnTo>
                      <a:pt x="840" y="5766"/>
                    </a:lnTo>
                    <a:lnTo>
                      <a:pt x="690" y="5866"/>
                    </a:lnTo>
                    <a:lnTo>
                      <a:pt x="564" y="5966"/>
                    </a:lnTo>
                    <a:lnTo>
                      <a:pt x="464" y="6066"/>
                    </a:lnTo>
                    <a:lnTo>
                      <a:pt x="376" y="6167"/>
                    </a:lnTo>
                    <a:lnTo>
                      <a:pt x="301" y="6267"/>
                    </a:lnTo>
                    <a:lnTo>
                      <a:pt x="213" y="6455"/>
                    </a:lnTo>
                    <a:lnTo>
                      <a:pt x="138" y="6668"/>
                    </a:lnTo>
                    <a:lnTo>
                      <a:pt x="88" y="6906"/>
                    </a:lnTo>
                    <a:lnTo>
                      <a:pt x="38" y="7157"/>
                    </a:lnTo>
                    <a:lnTo>
                      <a:pt x="13" y="7433"/>
                    </a:lnTo>
                    <a:lnTo>
                      <a:pt x="0" y="7721"/>
                    </a:lnTo>
                    <a:lnTo>
                      <a:pt x="0" y="8034"/>
                    </a:lnTo>
                    <a:lnTo>
                      <a:pt x="13" y="8348"/>
                    </a:lnTo>
                    <a:lnTo>
                      <a:pt x="38" y="8673"/>
                    </a:lnTo>
                    <a:lnTo>
                      <a:pt x="63" y="9024"/>
                    </a:lnTo>
                    <a:lnTo>
                      <a:pt x="151" y="9714"/>
                    </a:lnTo>
                    <a:lnTo>
                      <a:pt x="263" y="10428"/>
                    </a:lnTo>
                    <a:lnTo>
                      <a:pt x="401" y="11142"/>
                    </a:lnTo>
                    <a:lnTo>
                      <a:pt x="552" y="11832"/>
                    </a:lnTo>
                    <a:lnTo>
                      <a:pt x="702" y="12484"/>
                    </a:lnTo>
                    <a:lnTo>
                      <a:pt x="865" y="13085"/>
                    </a:lnTo>
                    <a:lnTo>
                      <a:pt x="1003" y="13624"/>
                    </a:lnTo>
                    <a:lnTo>
                      <a:pt x="1241" y="14451"/>
                    </a:lnTo>
                    <a:lnTo>
                      <a:pt x="1354" y="14815"/>
                    </a:lnTo>
                    <a:lnTo>
                      <a:pt x="1630" y="14727"/>
                    </a:lnTo>
                    <a:lnTo>
                      <a:pt x="1529" y="14426"/>
                    </a:lnTo>
                    <a:lnTo>
                      <a:pt x="1304" y="13649"/>
                    </a:lnTo>
                    <a:lnTo>
                      <a:pt x="1166" y="13123"/>
                    </a:lnTo>
                    <a:lnTo>
                      <a:pt x="1015" y="12534"/>
                    </a:lnTo>
                    <a:lnTo>
                      <a:pt x="853" y="11882"/>
                    </a:lnTo>
                    <a:lnTo>
                      <a:pt x="702" y="11205"/>
                    </a:lnTo>
                    <a:lnTo>
                      <a:pt x="564" y="10503"/>
                    </a:lnTo>
                    <a:lnTo>
                      <a:pt x="451" y="9789"/>
                    </a:lnTo>
                    <a:lnTo>
                      <a:pt x="351" y="9100"/>
                    </a:lnTo>
                    <a:lnTo>
                      <a:pt x="326" y="8761"/>
                    </a:lnTo>
                    <a:lnTo>
                      <a:pt x="301" y="8435"/>
                    </a:lnTo>
                    <a:lnTo>
                      <a:pt x="276" y="8122"/>
                    </a:lnTo>
                    <a:lnTo>
                      <a:pt x="276" y="7821"/>
                    </a:lnTo>
                    <a:lnTo>
                      <a:pt x="289" y="7533"/>
                    </a:lnTo>
                    <a:lnTo>
                      <a:pt x="314" y="7270"/>
                    </a:lnTo>
                    <a:lnTo>
                      <a:pt x="351" y="7019"/>
                    </a:lnTo>
                    <a:lnTo>
                      <a:pt x="401" y="6793"/>
                    </a:lnTo>
                    <a:lnTo>
                      <a:pt x="464" y="6580"/>
                    </a:lnTo>
                    <a:lnTo>
                      <a:pt x="552" y="6405"/>
                    </a:lnTo>
                    <a:lnTo>
                      <a:pt x="614" y="6317"/>
                    </a:lnTo>
                    <a:lnTo>
                      <a:pt x="702" y="6217"/>
                    </a:lnTo>
                    <a:lnTo>
                      <a:pt x="802" y="6129"/>
                    </a:lnTo>
                    <a:lnTo>
                      <a:pt x="940" y="6041"/>
                    </a:lnTo>
                    <a:lnTo>
                      <a:pt x="1078" y="5941"/>
                    </a:lnTo>
                    <a:lnTo>
                      <a:pt x="1254" y="5853"/>
                    </a:lnTo>
                    <a:lnTo>
                      <a:pt x="1429" y="5766"/>
                    </a:lnTo>
                    <a:lnTo>
                      <a:pt x="1642" y="5665"/>
                    </a:lnTo>
                    <a:lnTo>
                      <a:pt x="2093" y="5490"/>
                    </a:lnTo>
                    <a:lnTo>
                      <a:pt x="2607" y="5302"/>
                    </a:lnTo>
                    <a:lnTo>
                      <a:pt x="3184" y="5114"/>
                    </a:lnTo>
                    <a:lnTo>
                      <a:pt x="3810" y="4938"/>
                    </a:lnTo>
                    <a:lnTo>
                      <a:pt x="4475" y="4750"/>
                    </a:lnTo>
                    <a:lnTo>
                      <a:pt x="5189" y="4575"/>
                    </a:lnTo>
                    <a:lnTo>
                      <a:pt x="6681" y="4212"/>
                    </a:lnTo>
                    <a:lnTo>
                      <a:pt x="8272" y="3848"/>
                    </a:lnTo>
                    <a:lnTo>
                      <a:pt x="9889" y="3497"/>
                    </a:lnTo>
                    <a:lnTo>
                      <a:pt x="11556" y="3121"/>
                    </a:lnTo>
                    <a:lnTo>
                      <a:pt x="13198" y="2758"/>
                    </a:lnTo>
                    <a:lnTo>
                      <a:pt x="14802" y="2369"/>
                    </a:lnTo>
                    <a:lnTo>
                      <a:pt x="15579" y="2181"/>
                    </a:lnTo>
                    <a:lnTo>
                      <a:pt x="16344" y="1981"/>
                    </a:lnTo>
                    <a:lnTo>
                      <a:pt x="17071" y="1780"/>
                    </a:lnTo>
                    <a:lnTo>
                      <a:pt x="17773" y="1580"/>
                    </a:lnTo>
                    <a:lnTo>
                      <a:pt x="18449" y="1366"/>
                    </a:lnTo>
                    <a:lnTo>
                      <a:pt x="19076" y="1153"/>
                    </a:lnTo>
                    <a:lnTo>
                      <a:pt x="19665" y="940"/>
                    </a:lnTo>
                    <a:lnTo>
                      <a:pt x="20217" y="715"/>
                    </a:lnTo>
                    <a:lnTo>
                      <a:pt x="20731" y="489"/>
                    </a:lnTo>
                    <a:lnTo>
                      <a:pt x="21182" y="251"/>
                    </a:lnTo>
                    <a:lnTo>
                      <a:pt x="2104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a:extLst>
                  <a:ext uri="{FF2B5EF4-FFF2-40B4-BE49-F238E27FC236}">
                    <a16:creationId xmlns:a16="http://schemas.microsoft.com/office/drawing/2014/main" id="{1768C2DE-71E1-E230-C8B6-93E409E3EB35}"/>
                  </a:ext>
                </a:extLst>
              </p:cNvPr>
              <p:cNvSpPr/>
              <p:nvPr/>
            </p:nvSpPr>
            <p:spPr>
              <a:xfrm>
                <a:off x="5788318" y="3769043"/>
                <a:ext cx="6496" cy="60015"/>
              </a:xfrm>
              <a:custGeom>
                <a:avLst/>
                <a:gdLst/>
                <a:ahLst/>
                <a:cxnLst/>
                <a:rect l="l" t="t" r="r" b="b"/>
                <a:pathLst>
                  <a:path w="289" h="2670" extrusionOk="0">
                    <a:moveTo>
                      <a:pt x="0" y="0"/>
                    </a:moveTo>
                    <a:lnTo>
                      <a:pt x="0" y="2670"/>
                    </a:lnTo>
                    <a:lnTo>
                      <a:pt x="288" y="2670"/>
                    </a:lnTo>
                    <a:lnTo>
                      <a:pt x="28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6">
                <a:extLst>
                  <a:ext uri="{FF2B5EF4-FFF2-40B4-BE49-F238E27FC236}">
                    <a16:creationId xmlns:a16="http://schemas.microsoft.com/office/drawing/2014/main" id="{0D84A930-91A0-5A25-A0C4-795FA82C6BE9}"/>
                  </a:ext>
                </a:extLst>
              </p:cNvPr>
              <p:cNvSpPr/>
              <p:nvPr/>
            </p:nvSpPr>
            <p:spPr>
              <a:xfrm>
                <a:off x="5208241" y="3767334"/>
                <a:ext cx="36661" cy="54126"/>
              </a:xfrm>
              <a:custGeom>
                <a:avLst/>
                <a:gdLst/>
                <a:ahLst/>
                <a:cxnLst/>
                <a:rect l="l" t="t" r="r" b="b"/>
                <a:pathLst>
                  <a:path w="1631" h="2408" extrusionOk="0">
                    <a:moveTo>
                      <a:pt x="1392" y="1"/>
                    </a:moveTo>
                    <a:lnTo>
                      <a:pt x="1" y="2257"/>
                    </a:lnTo>
                    <a:lnTo>
                      <a:pt x="239" y="2407"/>
                    </a:lnTo>
                    <a:lnTo>
                      <a:pt x="1630" y="151"/>
                    </a:lnTo>
                    <a:lnTo>
                      <a:pt x="139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6">
                <a:extLst>
                  <a:ext uri="{FF2B5EF4-FFF2-40B4-BE49-F238E27FC236}">
                    <a16:creationId xmlns:a16="http://schemas.microsoft.com/office/drawing/2014/main" id="{F8C18100-A09E-DBC3-B8BB-9131A44DD72C}"/>
                  </a:ext>
                </a:extLst>
              </p:cNvPr>
              <p:cNvSpPr/>
              <p:nvPr/>
            </p:nvSpPr>
            <p:spPr>
              <a:xfrm>
                <a:off x="5686899" y="4419519"/>
                <a:ext cx="178898" cy="109892"/>
              </a:xfrm>
              <a:custGeom>
                <a:avLst/>
                <a:gdLst/>
                <a:ahLst/>
                <a:cxnLst/>
                <a:rect l="l" t="t" r="r" b="b"/>
                <a:pathLst>
                  <a:path w="7959" h="4889" extrusionOk="0">
                    <a:moveTo>
                      <a:pt x="7558" y="1"/>
                    </a:moveTo>
                    <a:lnTo>
                      <a:pt x="0" y="1881"/>
                    </a:lnTo>
                    <a:lnTo>
                      <a:pt x="840" y="4889"/>
                    </a:lnTo>
                    <a:lnTo>
                      <a:pt x="7959" y="3660"/>
                    </a:lnTo>
                    <a:lnTo>
                      <a:pt x="75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6">
                <a:extLst>
                  <a:ext uri="{FF2B5EF4-FFF2-40B4-BE49-F238E27FC236}">
                    <a16:creationId xmlns:a16="http://schemas.microsoft.com/office/drawing/2014/main" id="{AA4665B3-84F4-93DF-D432-F94D55936E9A}"/>
                  </a:ext>
                </a:extLst>
              </p:cNvPr>
              <p:cNvSpPr/>
              <p:nvPr/>
            </p:nvSpPr>
            <p:spPr>
              <a:xfrm>
                <a:off x="4539445" y="4355009"/>
                <a:ext cx="211311" cy="183709"/>
              </a:xfrm>
              <a:custGeom>
                <a:avLst/>
                <a:gdLst/>
                <a:ahLst/>
                <a:cxnLst/>
                <a:rect l="l" t="t" r="r" b="b"/>
                <a:pathLst>
                  <a:path w="9401" h="8173" extrusionOk="0">
                    <a:moveTo>
                      <a:pt x="2444" y="0"/>
                    </a:moveTo>
                    <a:lnTo>
                      <a:pt x="0" y="4099"/>
                    </a:lnTo>
                    <a:lnTo>
                      <a:pt x="6405" y="8172"/>
                    </a:lnTo>
                    <a:lnTo>
                      <a:pt x="9400" y="4099"/>
                    </a:lnTo>
                    <a:lnTo>
                      <a:pt x="24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6">
                <a:extLst>
                  <a:ext uri="{FF2B5EF4-FFF2-40B4-BE49-F238E27FC236}">
                    <a16:creationId xmlns:a16="http://schemas.microsoft.com/office/drawing/2014/main" id="{A5F4CCA9-E75B-0A65-468A-E7C73DC20800}"/>
                  </a:ext>
                </a:extLst>
              </p:cNvPr>
              <p:cNvSpPr/>
              <p:nvPr/>
            </p:nvSpPr>
            <p:spPr>
              <a:xfrm>
                <a:off x="5674784" y="3313221"/>
                <a:ext cx="310751" cy="1412261"/>
              </a:xfrm>
              <a:custGeom>
                <a:avLst/>
                <a:gdLst/>
                <a:ahLst/>
                <a:cxnLst/>
                <a:rect l="l" t="t" r="r" b="b"/>
                <a:pathLst>
                  <a:path w="13825" h="62830" extrusionOk="0">
                    <a:moveTo>
                      <a:pt x="0" y="0"/>
                    </a:moveTo>
                    <a:lnTo>
                      <a:pt x="9150" y="62830"/>
                    </a:lnTo>
                    <a:lnTo>
                      <a:pt x="13825" y="62830"/>
                    </a:lnTo>
                    <a:lnTo>
                      <a:pt x="467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6">
                <a:extLst>
                  <a:ext uri="{FF2B5EF4-FFF2-40B4-BE49-F238E27FC236}">
                    <a16:creationId xmlns:a16="http://schemas.microsoft.com/office/drawing/2014/main" id="{B35A95CE-083D-CDFF-33F4-13F5083CDE6F}"/>
                  </a:ext>
                </a:extLst>
              </p:cNvPr>
              <p:cNvSpPr/>
              <p:nvPr/>
            </p:nvSpPr>
            <p:spPr>
              <a:xfrm>
                <a:off x="3485812" y="3196024"/>
                <a:ext cx="2163347" cy="117220"/>
              </a:xfrm>
              <a:custGeom>
                <a:avLst/>
                <a:gdLst/>
                <a:ahLst/>
                <a:cxnLst/>
                <a:rect l="l" t="t" r="r" b="b"/>
                <a:pathLst>
                  <a:path w="96245" h="5215" extrusionOk="0">
                    <a:moveTo>
                      <a:pt x="0" y="0"/>
                    </a:moveTo>
                    <a:lnTo>
                      <a:pt x="0" y="5214"/>
                    </a:lnTo>
                    <a:lnTo>
                      <a:pt x="96245" y="5214"/>
                    </a:lnTo>
                    <a:lnTo>
                      <a:pt x="96245"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6">
                <a:extLst>
                  <a:ext uri="{FF2B5EF4-FFF2-40B4-BE49-F238E27FC236}">
                    <a16:creationId xmlns:a16="http://schemas.microsoft.com/office/drawing/2014/main" id="{53A9D39A-7F09-E818-9617-E4F7A0025F7D}"/>
                  </a:ext>
                </a:extLst>
              </p:cNvPr>
              <p:cNvSpPr/>
              <p:nvPr/>
            </p:nvSpPr>
            <p:spPr>
              <a:xfrm>
                <a:off x="3899646" y="3196024"/>
                <a:ext cx="1999958" cy="117220"/>
              </a:xfrm>
              <a:custGeom>
                <a:avLst/>
                <a:gdLst/>
                <a:ahLst/>
                <a:cxnLst/>
                <a:rect l="l" t="t" r="r" b="b"/>
                <a:pathLst>
                  <a:path w="88976" h="5215" extrusionOk="0">
                    <a:moveTo>
                      <a:pt x="1" y="0"/>
                    </a:moveTo>
                    <a:lnTo>
                      <a:pt x="1" y="5214"/>
                    </a:lnTo>
                    <a:lnTo>
                      <a:pt x="88976" y="5214"/>
                    </a:lnTo>
                    <a:lnTo>
                      <a:pt x="88976"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a:extLst>
                  <a:ext uri="{FF2B5EF4-FFF2-40B4-BE49-F238E27FC236}">
                    <a16:creationId xmlns:a16="http://schemas.microsoft.com/office/drawing/2014/main" id="{E443E233-E468-253E-5BB7-79D3C2A4F4CE}"/>
                  </a:ext>
                </a:extLst>
              </p:cNvPr>
              <p:cNvSpPr/>
              <p:nvPr/>
            </p:nvSpPr>
            <p:spPr>
              <a:xfrm>
                <a:off x="3813737" y="3313221"/>
                <a:ext cx="310751" cy="1412261"/>
              </a:xfrm>
              <a:custGeom>
                <a:avLst/>
                <a:gdLst/>
                <a:ahLst/>
                <a:cxnLst/>
                <a:rect l="l" t="t" r="r" b="b"/>
                <a:pathLst>
                  <a:path w="13825" h="62830" extrusionOk="0">
                    <a:moveTo>
                      <a:pt x="9150" y="0"/>
                    </a:moveTo>
                    <a:lnTo>
                      <a:pt x="0" y="62830"/>
                    </a:lnTo>
                    <a:lnTo>
                      <a:pt x="4675" y="62830"/>
                    </a:lnTo>
                    <a:lnTo>
                      <a:pt x="1382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6">
                <a:extLst>
                  <a:ext uri="{FF2B5EF4-FFF2-40B4-BE49-F238E27FC236}">
                    <a16:creationId xmlns:a16="http://schemas.microsoft.com/office/drawing/2014/main" id="{F198FC8B-3925-7D7B-6B74-7BDDD4A2019B}"/>
                  </a:ext>
                </a:extLst>
              </p:cNvPr>
              <p:cNvSpPr/>
              <p:nvPr/>
            </p:nvSpPr>
            <p:spPr>
              <a:xfrm>
                <a:off x="4035455" y="3313221"/>
                <a:ext cx="1744434" cy="121716"/>
              </a:xfrm>
              <a:custGeom>
                <a:avLst/>
                <a:gdLst/>
                <a:ahLst/>
                <a:cxnLst/>
                <a:rect l="l" t="t" r="r" b="b"/>
                <a:pathLst>
                  <a:path w="77608" h="5415" extrusionOk="0">
                    <a:moveTo>
                      <a:pt x="0" y="0"/>
                    </a:moveTo>
                    <a:lnTo>
                      <a:pt x="0" y="5414"/>
                    </a:lnTo>
                    <a:lnTo>
                      <a:pt x="77607" y="5414"/>
                    </a:lnTo>
                    <a:lnTo>
                      <a:pt x="77607"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6">
                <a:extLst>
                  <a:ext uri="{FF2B5EF4-FFF2-40B4-BE49-F238E27FC236}">
                    <a16:creationId xmlns:a16="http://schemas.microsoft.com/office/drawing/2014/main" id="{8CA763ED-B44F-3766-5823-8476748F4419}"/>
                  </a:ext>
                </a:extLst>
              </p:cNvPr>
              <p:cNvSpPr/>
              <p:nvPr/>
            </p:nvSpPr>
            <p:spPr>
              <a:xfrm>
                <a:off x="4667904" y="2697945"/>
                <a:ext cx="86516" cy="284543"/>
              </a:xfrm>
              <a:custGeom>
                <a:avLst/>
                <a:gdLst/>
                <a:ahLst/>
                <a:cxnLst/>
                <a:rect l="l" t="t" r="r" b="b"/>
                <a:pathLst>
                  <a:path w="3849" h="12659" extrusionOk="0">
                    <a:moveTo>
                      <a:pt x="1918" y="0"/>
                    </a:moveTo>
                    <a:lnTo>
                      <a:pt x="1718" y="213"/>
                    </a:lnTo>
                    <a:lnTo>
                      <a:pt x="1517" y="451"/>
                    </a:lnTo>
                    <a:lnTo>
                      <a:pt x="1329" y="727"/>
                    </a:lnTo>
                    <a:lnTo>
                      <a:pt x="1141" y="1015"/>
                    </a:lnTo>
                    <a:lnTo>
                      <a:pt x="978" y="1341"/>
                    </a:lnTo>
                    <a:lnTo>
                      <a:pt x="815" y="1705"/>
                    </a:lnTo>
                    <a:lnTo>
                      <a:pt x="665" y="2081"/>
                    </a:lnTo>
                    <a:lnTo>
                      <a:pt x="540" y="2482"/>
                    </a:lnTo>
                    <a:lnTo>
                      <a:pt x="414" y="2895"/>
                    </a:lnTo>
                    <a:lnTo>
                      <a:pt x="314" y="3347"/>
                    </a:lnTo>
                    <a:lnTo>
                      <a:pt x="214" y="3798"/>
                    </a:lnTo>
                    <a:lnTo>
                      <a:pt x="139" y="4287"/>
                    </a:lnTo>
                    <a:lnTo>
                      <a:pt x="76" y="4775"/>
                    </a:lnTo>
                    <a:lnTo>
                      <a:pt x="38" y="5277"/>
                    </a:lnTo>
                    <a:lnTo>
                      <a:pt x="13" y="5803"/>
                    </a:lnTo>
                    <a:lnTo>
                      <a:pt x="1" y="6330"/>
                    </a:lnTo>
                    <a:lnTo>
                      <a:pt x="13" y="6868"/>
                    </a:lnTo>
                    <a:lnTo>
                      <a:pt x="38" y="7382"/>
                    </a:lnTo>
                    <a:lnTo>
                      <a:pt x="76" y="7896"/>
                    </a:lnTo>
                    <a:lnTo>
                      <a:pt x="139" y="8385"/>
                    </a:lnTo>
                    <a:lnTo>
                      <a:pt x="214" y="8861"/>
                    </a:lnTo>
                    <a:lnTo>
                      <a:pt x="314" y="9325"/>
                    </a:lnTo>
                    <a:lnTo>
                      <a:pt x="414" y="9764"/>
                    </a:lnTo>
                    <a:lnTo>
                      <a:pt x="540" y="10190"/>
                    </a:lnTo>
                    <a:lnTo>
                      <a:pt x="665" y="10591"/>
                    </a:lnTo>
                    <a:lnTo>
                      <a:pt x="815" y="10967"/>
                    </a:lnTo>
                    <a:lnTo>
                      <a:pt x="978" y="11318"/>
                    </a:lnTo>
                    <a:lnTo>
                      <a:pt x="1141" y="11644"/>
                    </a:lnTo>
                    <a:lnTo>
                      <a:pt x="1329" y="11944"/>
                    </a:lnTo>
                    <a:lnTo>
                      <a:pt x="1517" y="12220"/>
                    </a:lnTo>
                    <a:lnTo>
                      <a:pt x="1718" y="12458"/>
                    </a:lnTo>
                    <a:lnTo>
                      <a:pt x="1918" y="12659"/>
                    </a:lnTo>
                    <a:lnTo>
                      <a:pt x="2131" y="12458"/>
                    </a:lnTo>
                    <a:lnTo>
                      <a:pt x="2332" y="12220"/>
                    </a:lnTo>
                    <a:lnTo>
                      <a:pt x="2520" y="11944"/>
                    </a:lnTo>
                    <a:lnTo>
                      <a:pt x="2695" y="11644"/>
                    </a:lnTo>
                    <a:lnTo>
                      <a:pt x="2871" y="11318"/>
                    </a:lnTo>
                    <a:lnTo>
                      <a:pt x="3021" y="10967"/>
                    </a:lnTo>
                    <a:lnTo>
                      <a:pt x="3172" y="10591"/>
                    </a:lnTo>
                    <a:lnTo>
                      <a:pt x="3309" y="10190"/>
                    </a:lnTo>
                    <a:lnTo>
                      <a:pt x="3422" y="9764"/>
                    </a:lnTo>
                    <a:lnTo>
                      <a:pt x="3535" y="9325"/>
                    </a:lnTo>
                    <a:lnTo>
                      <a:pt x="3623" y="8861"/>
                    </a:lnTo>
                    <a:lnTo>
                      <a:pt x="3711" y="8385"/>
                    </a:lnTo>
                    <a:lnTo>
                      <a:pt x="3761" y="7896"/>
                    </a:lnTo>
                    <a:lnTo>
                      <a:pt x="3811" y="7382"/>
                    </a:lnTo>
                    <a:lnTo>
                      <a:pt x="3836" y="6868"/>
                    </a:lnTo>
                    <a:lnTo>
                      <a:pt x="3848" y="6330"/>
                    </a:lnTo>
                    <a:lnTo>
                      <a:pt x="3836" y="5803"/>
                    </a:lnTo>
                    <a:lnTo>
                      <a:pt x="3811" y="5277"/>
                    </a:lnTo>
                    <a:lnTo>
                      <a:pt x="3761" y="4775"/>
                    </a:lnTo>
                    <a:lnTo>
                      <a:pt x="3711" y="4287"/>
                    </a:lnTo>
                    <a:lnTo>
                      <a:pt x="3623" y="3798"/>
                    </a:lnTo>
                    <a:lnTo>
                      <a:pt x="3535" y="3347"/>
                    </a:lnTo>
                    <a:lnTo>
                      <a:pt x="3422" y="2895"/>
                    </a:lnTo>
                    <a:lnTo>
                      <a:pt x="3309" y="2482"/>
                    </a:lnTo>
                    <a:lnTo>
                      <a:pt x="3172" y="2081"/>
                    </a:lnTo>
                    <a:lnTo>
                      <a:pt x="3021" y="1705"/>
                    </a:lnTo>
                    <a:lnTo>
                      <a:pt x="2871" y="1341"/>
                    </a:lnTo>
                    <a:lnTo>
                      <a:pt x="2695" y="1015"/>
                    </a:lnTo>
                    <a:lnTo>
                      <a:pt x="2520" y="727"/>
                    </a:lnTo>
                    <a:lnTo>
                      <a:pt x="2332" y="451"/>
                    </a:lnTo>
                    <a:lnTo>
                      <a:pt x="2131" y="213"/>
                    </a:lnTo>
                    <a:lnTo>
                      <a:pt x="1918" y="0"/>
                    </a:lnTo>
                    <a:close/>
                  </a:path>
                </a:pathLst>
              </a:custGeom>
              <a:solidFill>
                <a:srgbClr val="1F5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6">
                <a:extLst>
                  <a:ext uri="{FF2B5EF4-FFF2-40B4-BE49-F238E27FC236}">
                    <a16:creationId xmlns:a16="http://schemas.microsoft.com/office/drawing/2014/main" id="{54868A72-F8A0-BD9A-6857-405F847FBDD1}"/>
                  </a:ext>
                </a:extLst>
              </p:cNvPr>
              <p:cNvSpPr/>
              <p:nvPr/>
            </p:nvSpPr>
            <p:spPr>
              <a:xfrm>
                <a:off x="4509865" y="2781336"/>
                <a:ext cx="201174" cy="201151"/>
              </a:xfrm>
              <a:custGeom>
                <a:avLst/>
                <a:gdLst/>
                <a:ahLst/>
                <a:cxnLst/>
                <a:rect l="l" t="t" r="r" b="b"/>
                <a:pathLst>
                  <a:path w="8950" h="8949" extrusionOk="0">
                    <a:moveTo>
                      <a:pt x="0" y="0"/>
                    </a:moveTo>
                    <a:lnTo>
                      <a:pt x="0" y="301"/>
                    </a:lnTo>
                    <a:lnTo>
                      <a:pt x="25" y="602"/>
                    </a:lnTo>
                    <a:lnTo>
                      <a:pt x="88" y="928"/>
                    </a:lnTo>
                    <a:lnTo>
                      <a:pt x="176" y="1266"/>
                    </a:lnTo>
                    <a:lnTo>
                      <a:pt x="276" y="1617"/>
                    </a:lnTo>
                    <a:lnTo>
                      <a:pt x="414" y="1980"/>
                    </a:lnTo>
                    <a:lnTo>
                      <a:pt x="577" y="2356"/>
                    </a:lnTo>
                    <a:lnTo>
                      <a:pt x="765" y="2732"/>
                    </a:lnTo>
                    <a:lnTo>
                      <a:pt x="978" y="3108"/>
                    </a:lnTo>
                    <a:lnTo>
                      <a:pt x="1216" y="3497"/>
                    </a:lnTo>
                    <a:lnTo>
                      <a:pt x="1479" y="3898"/>
                    </a:lnTo>
                    <a:lnTo>
                      <a:pt x="1768" y="4286"/>
                    </a:lnTo>
                    <a:lnTo>
                      <a:pt x="2068" y="4675"/>
                    </a:lnTo>
                    <a:lnTo>
                      <a:pt x="2394" y="5064"/>
                    </a:lnTo>
                    <a:lnTo>
                      <a:pt x="2745" y="5452"/>
                    </a:lnTo>
                    <a:lnTo>
                      <a:pt x="3121" y="5841"/>
                    </a:lnTo>
                    <a:lnTo>
                      <a:pt x="3497" y="6204"/>
                    </a:lnTo>
                    <a:lnTo>
                      <a:pt x="3886" y="6555"/>
                    </a:lnTo>
                    <a:lnTo>
                      <a:pt x="4274" y="6881"/>
                    </a:lnTo>
                    <a:lnTo>
                      <a:pt x="4675" y="7194"/>
                    </a:lnTo>
                    <a:lnTo>
                      <a:pt x="5064" y="7470"/>
                    </a:lnTo>
                    <a:lnTo>
                      <a:pt x="5452" y="7733"/>
                    </a:lnTo>
                    <a:lnTo>
                      <a:pt x="5841" y="7971"/>
                    </a:lnTo>
                    <a:lnTo>
                      <a:pt x="6230" y="8184"/>
                    </a:lnTo>
                    <a:lnTo>
                      <a:pt x="6606" y="8372"/>
                    </a:lnTo>
                    <a:lnTo>
                      <a:pt x="6969" y="8535"/>
                    </a:lnTo>
                    <a:lnTo>
                      <a:pt x="7332" y="8673"/>
                    </a:lnTo>
                    <a:lnTo>
                      <a:pt x="7683" y="8786"/>
                    </a:lnTo>
                    <a:lnTo>
                      <a:pt x="8022" y="8874"/>
                    </a:lnTo>
                    <a:lnTo>
                      <a:pt x="8348" y="8924"/>
                    </a:lnTo>
                    <a:lnTo>
                      <a:pt x="8661" y="8949"/>
                    </a:lnTo>
                    <a:lnTo>
                      <a:pt x="8949" y="8949"/>
                    </a:lnTo>
                    <a:lnTo>
                      <a:pt x="8949" y="8661"/>
                    </a:lnTo>
                    <a:lnTo>
                      <a:pt x="8924" y="8347"/>
                    </a:lnTo>
                    <a:lnTo>
                      <a:pt x="8874" y="8021"/>
                    </a:lnTo>
                    <a:lnTo>
                      <a:pt x="8786" y="7683"/>
                    </a:lnTo>
                    <a:lnTo>
                      <a:pt x="8674" y="7332"/>
                    </a:lnTo>
                    <a:lnTo>
                      <a:pt x="8536" y="6969"/>
                    </a:lnTo>
                    <a:lnTo>
                      <a:pt x="8373" y="6605"/>
                    </a:lnTo>
                    <a:lnTo>
                      <a:pt x="8185" y="6229"/>
                    </a:lnTo>
                    <a:lnTo>
                      <a:pt x="7972" y="5841"/>
                    </a:lnTo>
                    <a:lnTo>
                      <a:pt x="7734" y="5452"/>
                    </a:lnTo>
                    <a:lnTo>
                      <a:pt x="7470" y="5064"/>
                    </a:lnTo>
                    <a:lnTo>
                      <a:pt x="7195" y="4675"/>
                    </a:lnTo>
                    <a:lnTo>
                      <a:pt x="6881" y="4274"/>
                    </a:lnTo>
                    <a:lnTo>
                      <a:pt x="6555" y="3885"/>
                    </a:lnTo>
                    <a:lnTo>
                      <a:pt x="6204" y="3497"/>
                    </a:lnTo>
                    <a:lnTo>
                      <a:pt x="5841" y="3121"/>
                    </a:lnTo>
                    <a:lnTo>
                      <a:pt x="5452" y="2745"/>
                    </a:lnTo>
                    <a:lnTo>
                      <a:pt x="5064" y="2394"/>
                    </a:lnTo>
                    <a:lnTo>
                      <a:pt x="4675" y="2068"/>
                    </a:lnTo>
                    <a:lnTo>
                      <a:pt x="4287" y="1767"/>
                    </a:lnTo>
                    <a:lnTo>
                      <a:pt x="3898" y="1479"/>
                    </a:lnTo>
                    <a:lnTo>
                      <a:pt x="3497" y="1216"/>
                    </a:lnTo>
                    <a:lnTo>
                      <a:pt x="3109" y="990"/>
                    </a:lnTo>
                    <a:lnTo>
                      <a:pt x="2733" y="777"/>
                    </a:lnTo>
                    <a:lnTo>
                      <a:pt x="2357" y="577"/>
                    </a:lnTo>
                    <a:lnTo>
                      <a:pt x="1981" y="414"/>
                    </a:lnTo>
                    <a:lnTo>
                      <a:pt x="1617" y="288"/>
                    </a:lnTo>
                    <a:lnTo>
                      <a:pt x="1266" y="176"/>
                    </a:lnTo>
                    <a:lnTo>
                      <a:pt x="928" y="88"/>
                    </a:lnTo>
                    <a:lnTo>
                      <a:pt x="602" y="25"/>
                    </a:lnTo>
                    <a:lnTo>
                      <a:pt x="301" y="0"/>
                    </a:lnTo>
                    <a:close/>
                  </a:path>
                </a:pathLst>
              </a:custGeom>
              <a:solidFill>
                <a:srgbClr val="9EB6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6">
                <a:extLst>
                  <a:ext uri="{FF2B5EF4-FFF2-40B4-BE49-F238E27FC236}">
                    <a16:creationId xmlns:a16="http://schemas.microsoft.com/office/drawing/2014/main" id="{50B1115C-1DA4-7E1A-1949-ED17E084A5B0}"/>
                  </a:ext>
                </a:extLst>
              </p:cNvPr>
              <p:cNvSpPr/>
              <p:nvPr/>
            </p:nvSpPr>
            <p:spPr>
              <a:xfrm>
                <a:off x="4667904" y="2697945"/>
                <a:ext cx="86516" cy="284543"/>
              </a:xfrm>
              <a:custGeom>
                <a:avLst/>
                <a:gdLst/>
                <a:ahLst/>
                <a:cxnLst/>
                <a:rect l="l" t="t" r="r" b="b"/>
                <a:pathLst>
                  <a:path w="3849" h="12659" extrusionOk="0">
                    <a:moveTo>
                      <a:pt x="1918" y="0"/>
                    </a:moveTo>
                    <a:lnTo>
                      <a:pt x="1718" y="213"/>
                    </a:lnTo>
                    <a:lnTo>
                      <a:pt x="1517" y="451"/>
                    </a:lnTo>
                    <a:lnTo>
                      <a:pt x="1329" y="727"/>
                    </a:lnTo>
                    <a:lnTo>
                      <a:pt x="1141" y="1015"/>
                    </a:lnTo>
                    <a:lnTo>
                      <a:pt x="978" y="1341"/>
                    </a:lnTo>
                    <a:lnTo>
                      <a:pt x="815" y="1705"/>
                    </a:lnTo>
                    <a:lnTo>
                      <a:pt x="665" y="2081"/>
                    </a:lnTo>
                    <a:lnTo>
                      <a:pt x="540" y="2482"/>
                    </a:lnTo>
                    <a:lnTo>
                      <a:pt x="414" y="2895"/>
                    </a:lnTo>
                    <a:lnTo>
                      <a:pt x="314" y="3347"/>
                    </a:lnTo>
                    <a:lnTo>
                      <a:pt x="214" y="3798"/>
                    </a:lnTo>
                    <a:lnTo>
                      <a:pt x="139" y="4287"/>
                    </a:lnTo>
                    <a:lnTo>
                      <a:pt x="76" y="4775"/>
                    </a:lnTo>
                    <a:lnTo>
                      <a:pt x="38" y="5277"/>
                    </a:lnTo>
                    <a:lnTo>
                      <a:pt x="13" y="5803"/>
                    </a:lnTo>
                    <a:lnTo>
                      <a:pt x="1" y="6330"/>
                    </a:lnTo>
                    <a:lnTo>
                      <a:pt x="13" y="6868"/>
                    </a:lnTo>
                    <a:lnTo>
                      <a:pt x="38" y="7382"/>
                    </a:lnTo>
                    <a:lnTo>
                      <a:pt x="76" y="7896"/>
                    </a:lnTo>
                    <a:lnTo>
                      <a:pt x="139" y="8385"/>
                    </a:lnTo>
                    <a:lnTo>
                      <a:pt x="214" y="8861"/>
                    </a:lnTo>
                    <a:lnTo>
                      <a:pt x="314" y="9325"/>
                    </a:lnTo>
                    <a:lnTo>
                      <a:pt x="414" y="9764"/>
                    </a:lnTo>
                    <a:lnTo>
                      <a:pt x="540" y="10190"/>
                    </a:lnTo>
                    <a:lnTo>
                      <a:pt x="665" y="10591"/>
                    </a:lnTo>
                    <a:lnTo>
                      <a:pt x="815" y="10967"/>
                    </a:lnTo>
                    <a:lnTo>
                      <a:pt x="978" y="11318"/>
                    </a:lnTo>
                    <a:lnTo>
                      <a:pt x="1141" y="11644"/>
                    </a:lnTo>
                    <a:lnTo>
                      <a:pt x="1329" y="11944"/>
                    </a:lnTo>
                    <a:lnTo>
                      <a:pt x="1517" y="12220"/>
                    </a:lnTo>
                    <a:lnTo>
                      <a:pt x="1718" y="12458"/>
                    </a:lnTo>
                    <a:lnTo>
                      <a:pt x="1918" y="12659"/>
                    </a:lnTo>
                    <a:lnTo>
                      <a:pt x="2131" y="12458"/>
                    </a:lnTo>
                    <a:lnTo>
                      <a:pt x="2332" y="12220"/>
                    </a:lnTo>
                    <a:lnTo>
                      <a:pt x="2520" y="11944"/>
                    </a:lnTo>
                    <a:lnTo>
                      <a:pt x="2695" y="11644"/>
                    </a:lnTo>
                    <a:lnTo>
                      <a:pt x="2871" y="11318"/>
                    </a:lnTo>
                    <a:lnTo>
                      <a:pt x="3021" y="10967"/>
                    </a:lnTo>
                    <a:lnTo>
                      <a:pt x="3172" y="10591"/>
                    </a:lnTo>
                    <a:lnTo>
                      <a:pt x="3309" y="10190"/>
                    </a:lnTo>
                    <a:lnTo>
                      <a:pt x="3422" y="9764"/>
                    </a:lnTo>
                    <a:lnTo>
                      <a:pt x="3535" y="9325"/>
                    </a:lnTo>
                    <a:lnTo>
                      <a:pt x="3623" y="8861"/>
                    </a:lnTo>
                    <a:lnTo>
                      <a:pt x="3711" y="8385"/>
                    </a:lnTo>
                    <a:lnTo>
                      <a:pt x="3761" y="7896"/>
                    </a:lnTo>
                    <a:lnTo>
                      <a:pt x="3811" y="7382"/>
                    </a:lnTo>
                    <a:lnTo>
                      <a:pt x="3836" y="6868"/>
                    </a:lnTo>
                    <a:lnTo>
                      <a:pt x="3848" y="6330"/>
                    </a:lnTo>
                    <a:lnTo>
                      <a:pt x="3836" y="5803"/>
                    </a:lnTo>
                    <a:lnTo>
                      <a:pt x="3811" y="5277"/>
                    </a:lnTo>
                    <a:lnTo>
                      <a:pt x="3761" y="4775"/>
                    </a:lnTo>
                    <a:lnTo>
                      <a:pt x="3711" y="4287"/>
                    </a:lnTo>
                    <a:lnTo>
                      <a:pt x="3623" y="3798"/>
                    </a:lnTo>
                    <a:lnTo>
                      <a:pt x="3535" y="3347"/>
                    </a:lnTo>
                    <a:lnTo>
                      <a:pt x="3422" y="2895"/>
                    </a:lnTo>
                    <a:lnTo>
                      <a:pt x="3309" y="2482"/>
                    </a:lnTo>
                    <a:lnTo>
                      <a:pt x="3172" y="2081"/>
                    </a:lnTo>
                    <a:lnTo>
                      <a:pt x="3021" y="1705"/>
                    </a:lnTo>
                    <a:lnTo>
                      <a:pt x="2871" y="1341"/>
                    </a:lnTo>
                    <a:lnTo>
                      <a:pt x="2695" y="1015"/>
                    </a:lnTo>
                    <a:lnTo>
                      <a:pt x="2520" y="727"/>
                    </a:lnTo>
                    <a:lnTo>
                      <a:pt x="2332" y="451"/>
                    </a:lnTo>
                    <a:lnTo>
                      <a:pt x="2131" y="213"/>
                    </a:lnTo>
                    <a:lnTo>
                      <a:pt x="19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a:extLst>
                  <a:ext uri="{FF2B5EF4-FFF2-40B4-BE49-F238E27FC236}">
                    <a16:creationId xmlns:a16="http://schemas.microsoft.com/office/drawing/2014/main" id="{8224CECA-CF6E-D56B-5C50-927A9912D2C2}"/>
                  </a:ext>
                </a:extLst>
              </p:cNvPr>
              <p:cNvSpPr/>
              <p:nvPr/>
            </p:nvSpPr>
            <p:spPr>
              <a:xfrm>
                <a:off x="4711016" y="2781336"/>
                <a:ext cx="201174" cy="201151"/>
              </a:xfrm>
              <a:custGeom>
                <a:avLst/>
                <a:gdLst/>
                <a:ahLst/>
                <a:cxnLst/>
                <a:rect l="l" t="t" r="r" b="b"/>
                <a:pathLst>
                  <a:path w="8950" h="8949" extrusionOk="0">
                    <a:moveTo>
                      <a:pt x="8661" y="0"/>
                    </a:moveTo>
                    <a:lnTo>
                      <a:pt x="8348" y="25"/>
                    </a:lnTo>
                    <a:lnTo>
                      <a:pt x="8022" y="88"/>
                    </a:lnTo>
                    <a:lnTo>
                      <a:pt x="7683" y="176"/>
                    </a:lnTo>
                    <a:lnTo>
                      <a:pt x="7332" y="288"/>
                    </a:lnTo>
                    <a:lnTo>
                      <a:pt x="6981" y="414"/>
                    </a:lnTo>
                    <a:lnTo>
                      <a:pt x="6605" y="577"/>
                    </a:lnTo>
                    <a:lnTo>
                      <a:pt x="6229" y="777"/>
                    </a:lnTo>
                    <a:lnTo>
                      <a:pt x="5841" y="990"/>
                    </a:lnTo>
                    <a:lnTo>
                      <a:pt x="5452" y="1216"/>
                    </a:lnTo>
                    <a:lnTo>
                      <a:pt x="5064" y="1479"/>
                    </a:lnTo>
                    <a:lnTo>
                      <a:pt x="4675" y="1767"/>
                    </a:lnTo>
                    <a:lnTo>
                      <a:pt x="4274" y="2068"/>
                    </a:lnTo>
                    <a:lnTo>
                      <a:pt x="3886" y="2394"/>
                    </a:lnTo>
                    <a:lnTo>
                      <a:pt x="3497" y="2745"/>
                    </a:lnTo>
                    <a:lnTo>
                      <a:pt x="3121" y="3121"/>
                    </a:lnTo>
                    <a:lnTo>
                      <a:pt x="2745" y="3497"/>
                    </a:lnTo>
                    <a:lnTo>
                      <a:pt x="2407" y="3885"/>
                    </a:lnTo>
                    <a:lnTo>
                      <a:pt x="2068" y="4274"/>
                    </a:lnTo>
                    <a:lnTo>
                      <a:pt x="1767" y="4675"/>
                    </a:lnTo>
                    <a:lnTo>
                      <a:pt x="1479" y="5064"/>
                    </a:lnTo>
                    <a:lnTo>
                      <a:pt x="1229" y="5452"/>
                    </a:lnTo>
                    <a:lnTo>
                      <a:pt x="990" y="5841"/>
                    </a:lnTo>
                    <a:lnTo>
                      <a:pt x="777" y="6229"/>
                    </a:lnTo>
                    <a:lnTo>
                      <a:pt x="589" y="6605"/>
                    </a:lnTo>
                    <a:lnTo>
                      <a:pt x="426" y="6969"/>
                    </a:lnTo>
                    <a:lnTo>
                      <a:pt x="289" y="7332"/>
                    </a:lnTo>
                    <a:lnTo>
                      <a:pt x="176" y="7683"/>
                    </a:lnTo>
                    <a:lnTo>
                      <a:pt x="88" y="8021"/>
                    </a:lnTo>
                    <a:lnTo>
                      <a:pt x="38" y="8347"/>
                    </a:lnTo>
                    <a:lnTo>
                      <a:pt x="0" y="8661"/>
                    </a:lnTo>
                    <a:lnTo>
                      <a:pt x="0" y="8949"/>
                    </a:lnTo>
                    <a:lnTo>
                      <a:pt x="301" y="8949"/>
                    </a:lnTo>
                    <a:lnTo>
                      <a:pt x="602" y="8924"/>
                    </a:lnTo>
                    <a:lnTo>
                      <a:pt x="928" y="8874"/>
                    </a:lnTo>
                    <a:lnTo>
                      <a:pt x="1266" y="8786"/>
                    </a:lnTo>
                    <a:lnTo>
                      <a:pt x="1617" y="8673"/>
                    </a:lnTo>
                    <a:lnTo>
                      <a:pt x="1981" y="8535"/>
                    </a:lnTo>
                    <a:lnTo>
                      <a:pt x="2357" y="8372"/>
                    </a:lnTo>
                    <a:lnTo>
                      <a:pt x="2733" y="8184"/>
                    </a:lnTo>
                    <a:lnTo>
                      <a:pt x="3121" y="7971"/>
                    </a:lnTo>
                    <a:lnTo>
                      <a:pt x="3510" y="7733"/>
                    </a:lnTo>
                    <a:lnTo>
                      <a:pt x="3898" y="7470"/>
                    </a:lnTo>
                    <a:lnTo>
                      <a:pt x="4287" y="7194"/>
                    </a:lnTo>
                    <a:lnTo>
                      <a:pt x="4675" y="6881"/>
                    </a:lnTo>
                    <a:lnTo>
                      <a:pt x="5076" y="6555"/>
                    </a:lnTo>
                    <a:lnTo>
                      <a:pt x="5452" y="6204"/>
                    </a:lnTo>
                    <a:lnTo>
                      <a:pt x="5841" y="5841"/>
                    </a:lnTo>
                    <a:lnTo>
                      <a:pt x="6204" y="5452"/>
                    </a:lnTo>
                    <a:lnTo>
                      <a:pt x="6555" y="5064"/>
                    </a:lnTo>
                    <a:lnTo>
                      <a:pt x="6881" y="4675"/>
                    </a:lnTo>
                    <a:lnTo>
                      <a:pt x="7194" y="4286"/>
                    </a:lnTo>
                    <a:lnTo>
                      <a:pt x="7470" y="3898"/>
                    </a:lnTo>
                    <a:lnTo>
                      <a:pt x="7733" y="3497"/>
                    </a:lnTo>
                    <a:lnTo>
                      <a:pt x="7972" y="3108"/>
                    </a:lnTo>
                    <a:lnTo>
                      <a:pt x="8185" y="2732"/>
                    </a:lnTo>
                    <a:lnTo>
                      <a:pt x="8373" y="2356"/>
                    </a:lnTo>
                    <a:lnTo>
                      <a:pt x="8536" y="1980"/>
                    </a:lnTo>
                    <a:lnTo>
                      <a:pt x="8673" y="1617"/>
                    </a:lnTo>
                    <a:lnTo>
                      <a:pt x="8786" y="1266"/>
                    </a:lnTo>
                    <a:lnTo>
                      <a:pt x="8874" y="928"/>
                    </a:lnTo>
                    <a:lnTo>
                      <a:pt x="8924" y="602"/>
                    </a:lnTo>
                    <a:lnTo>
                      <a:pt x="8949" y="301"/>
                    </a:lnTo>
                    <a:lnTo>
                      <a:pt x="8949" y="0"/>
                    </a:lnTo>
                    <a:close/>
                  </a:path>
                </a:pathLst>
              </a:custGeom>
              <a:solidFill>
                <a:srgbClr val="9EB6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a:extLst>
                  <a:ext uri="{FF2B5EF4-FFF2-40B4-BE49-F238E27FC236}">
                    <a16:creationId xmlns:a16="http://schemas.microsoft.com/office/drawing/2014/main" id="{E57BBA38-84D2-C84A-4AAB-01358F9FFE33}"/>
                  </a:ext>
                </a:extLst>
              </p:cNvPr>
              <p:cNvSpPr/>
              <p:nvPr/>
            </p:nvSpPr>
            <p:spPr>
              <a:xfrm>
                <a:off x="4553246" y="2944995"/>
                <a:ext cx="315831" cy="75524"/>
              </a:xfrm>
              <a:custGeom>
                <a:avLst/>
                <a:gdLst/>
                <a:ahLst/>
                <a:cxnLst/>
                <a:rect l="l" t="t" r="r" b="b"/>
                <a:pathLst>
                  <a:path w="14051" h="3360" extrusionOk="0">
                    <a:moveTo>
                      <a:pt x="1" y="1"/>
                    </a:moveTo>
                    <a:lnTo>
                      <a:pt x="276" y="3360"/>
                    </a:lnTo>
                    <a:lnTo>
                      <a:pt x="13787" y="3360"/>
                    </a:lnTo>
                    <a:lnTo>
                      <a:pt x="140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6">
                <a:extLst>
                  <a:ext uri="{FF2B5EF4-FFF2-40B4-BE49-F238E27FC236}">
                    <a16:creationId xmlns:a16="http://schemas.microsoft.com/office/drawing/2014/main" id="{E6D1F2AD-3063-7A3B-7734-7BCB30DCDA3D}"/>
                  </a:ext>
                </a:extLst>
              </p:cNvPr>
              <p:cNvSpPr/>
              <p:nvPr/>
            </p:nvSpPr>
            <p:spPr>
              <a:xfrm>
                <a:off x="4584805" y="3020497"/>
                <a:ext cx="252715" cy="175549"/>
              </a:xfrm>
              <a:custGeom>
                <a:avLst/>
                <a:gdLst/>
                <a:ahLst/>
                <a:cxnLst/>
                <a:rect l="l" t="t" r="r" b="b"/>
                <a:pathLst>
                  <a:path w="11243" h="7810" extrusionOk="0">
                    <a:moveTo>
                      <a:pt x="0" y="1"/>
                    </a:moveTo>
                    <a:lnTo>
                      <a:pt x="614" y="7809"/>
                    </a:lnTo>
                    <a:lnTo>
                      <a:pt x="10616" y="7809"/>
                    </a:lnTo>
                    <a:lnTo>
                      <a:pt x="11243" y="1"/>
                    </a:lnTo>
                    <a:close/>
                  </a:path>
                </a:pathLst>
              </a:custGeom>
              <a:solidFill>
                <a:srgbClr val="C37C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a:extLst>
                  <a:ext uri="{FF2B5EF4-FFF2-40B4-BE49-F238E27FC236}">
                    <a16:creationId xmlns:a16="http://schemas.microsoft.com/office/drawing/2014/main" id="{48562D39-1EB9-056C-3BF6-1459711C303D}"/>
                  </a:ext>
                </a:extLst>
              </p:cNvPr>
              <p:cNvSpPr/>
              <p:nvPr/>
            </p:nvSpPr>
            <p:spPr>
              <a:xfrm>
                <a:off x="4584805" y="3017125"/>
                <a:ext cx="252715" cy="6496"/>
              </a:xfrm>
              <a:custGeom>
                <a:avLst/>
                <a:gdLst/>
                <a:ahLst/>
                <a:cxnLst/>
                <a:rect l="l" t="t" r="r" b="b"/>
                <a:pathLst>
                  <a:path w="11243" h="289" extrusionOk="0">
                    <a:moveTo>
                      <a:pt x="0" y="0"/>
                    </a:moveTo>
                    <a:lnTo>
                      <a:pt x="0" y="289"/>
                    </a:lnTo>
                    <a:lnTo>
                      <a:pt x="11243" y="289"/>
                    </a:lnTo>
                    <a:lnTo>
                      <a:pt x="1124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6">
                <a:extLst>
                  <a:ext uri="{FF2B5EF4-FFF2-40B4-BE49-F238E27FC236}">
                    <a16:creationId xmlns:a16="http://schemas.microsoft.com/office/drawing/2014/main" id="{49A28666-3A6A-CA59-6EC0-C55628F5391E}"/>
                  </a:ext>
                </a:extLst>
              </p:cNvPr>
              <p:cNvSpPr/>
              <p:nvPr/>
            </p:nvSpPr>
            <p:spPr>
              <a:xfrm>
                <a:off x="3996276" y="3141089"/>
                <a:ext cx="136955" cy="54957"/>
              </a:xfrm>
              <a:custGeom>
                <a:avLst/>
                <a:gdLst/>
                <a:ahLst/>
                <a:cxnLst/>
                <a:rect l="l" t="t" r="r" b="b"/>
                <a:pathLst>
                  <a:path w="6093" h="2445" extrusionOk="0">
                    <a:moveTo>
                      <a:pt x="515" y="0"/>
                    </a:moveTo>
                    <a:lnTo>
                      <a:pt x="1" y="2444"/>
                    </a:lnTo>
                    <a:lnTo>
                      <a:pt x="6092" y="2444"/>
                    </a:lnTo>
                    <a:lnTo>
                      <a:pt x="557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6">
                <a:extLst>
                  <a:ext uri="{FF2B5EF4-FFF2-40B4-BE49-F238E27FC236}">
                    <a16:creationId xmlns:a16="http://schemas.microsoft.com/office/drawing/2014/main" id="{4B537544-84BA-4047-22E6-C534848FBFC3}"/>
                  </a:ext>
                </a:extLst>
              </p:cNvPr>
              <p:cNvSpPr/>
              <p:nvPr/>
            </p:nvSpPr>
            <p:spPr>
              <a:xfrm>
                <a:off x="3899646" y="3007820"/>
                <a:ext cx="330217" cy="165120"/>
              </a:xfrm>
              <a:custGeom>
                <a:avLst/>
                <a:gdLst/>
                <a:ahLst/>
                <a:cxnLst/>
                <a:rect l="l" t="t" r="r" b="b"/>
                <a:pathLst>
                  <a:path w="14691" h="7346" extrusionOk="0">
                    <a:moveTo>
                      <a:pt x="1" y="1"/>
                    </a:moveTo>
                    <a:lnTo>
                      <a:pt x="1" y="364"/>
                    </a:lnTo>
                    <a:lnTo>
                      <a:pt x="26" y="715"/>
                    </a:lnTo>
                    <a:lnTo>
                      <a:pt x="76" y="1066"/>
                    </a:lnTo>
                    <a:lnTo>
                      <a:pt x="139" y="1417"/>
                    </a:lnTo>
                    <a:lnTo>
                      <a:pt x="201" y="1730"/>
                    </a:lnTo>
                    <a:lnTo>
                      <a:pt x="289" y="2044"/>
                    </a:lnTo>
                    <a:lnTo>
                      <a:pt x="377" y="2345"/>
                    </a:lnTo>
                    <a:lnTo>
                      <a:pt x="490" y="2645"/>
                    </a:lnTo>
                    <a:lnTo>
                      <a:pt x="603" y="2934"/>
                    </a:lnTo>
                    <a:lnTo>
                      <a:pt x="740" y="3222"/>
                    </a:lnTo>
                    <a:lnTo>
                      <a:pt x="878" y="3498"/>
                    </a:lnTo>
                    <a:lnTo>
                      <a:pt x="1041" y="3773"/>
                    </a:lnTo>
                    <a:lnTo>
                      <a:pt x="1204" y="4037"/>
                    </a:lnTo>
                    <a:lnTo>
                      <a:pt x="1380" y="4287"/>
                    </a:lnTo>
                    <a:lnTo>
                      <a:pt x="1568" y="4538"/>
                    </a:lnTo>
                    <a:lnTo>
                      <a:pt x="1768" y="4776"/>
                    </a:lnTo>
                    <a:lnTo>
                      <a:pt x="1969" y="5014"/>
                    </a:lnTo>
                    <a:lnTo>
                      <a:pt x="2194" y="5227"/>
                    </a:lnTo>
                    <a:lnTo>
                      <a:pt x="2420" y="5440"/>
                    </a:lnTo>
                    <a:lnTo>
                      <a:pt x="2645" y="5641"/>
                    </a:lnTo>
                    <a:lnTo>
                      <a:pt x="2896" y="5841"/>
                    </a:lnTo>
                    <a:lnTo>
                      <a:pt x="3147" y="6029"/>
                    </a:lnTo>
                    <a:lnTo>
                      <a:pt x="3398" y="6192"/>
                    </a:lnTo>
                    <a:lnTo>
                      <a:pt x="3673" y="6355"/>
                    </a:lnTo>
                    <a:lnTo>
                      <a:pt x="3936" y="6506"/>
                    </a:lnTo>
                    <a:lnTo>
                      <a:pt x="4225" y="6644"/>
                    </a:lnTo>
                    <a:lnTo>
                      <a:pt x="4513" y="6781"/>
                    </a:lnTo>
                    <a:lnTo>
                      <a:pt x="4801" y="6894"/>
                    </a:lnTo>
                    <a:lnTo>
                      <a:pt x="5102" y="6994"/>
                    </a:lnTo>
                    <a:lnTo>
                      <a:pt x="5403" y="7082"/>
                    </a:lnTo>
                    <a:lnTo>
                      <a:pt x="5716" y="7157"/>
                    </a:lnTo>
                    <a:lnTo>
                      <a:pt x="6030" y="7220"/>
                    </a:lnTo>
                    <a:lnTo>
                      <a:pt x="6355" y="7270"/>
                    </a:lnTo>
                    <a:lnTo>
                      <a:pt x="6681" y="7308"/>
                    </a:lnTo>
                    <a:lnTo>
                      <a:pt x="7007" y="7333"/>
                    </a:lnTo>
                    <a:lnTo>
                      <a:pt x="7346" y="7345"/>
                    </a:lnTo>
                    <a:lnTo>
                      <a:pt x="7671" y="7333"/>
                    </a:lnTo>
                    <a:lnTo>
                      <a:pt x="8010" y="7308"/>
                    </a:lnTo>
                    <a:lnTo>
                      <a:pt x="8323" y="7270"/>
                    </a:lnTo>
                    <a:lnTo>
                      <a:pt x="8649" y="7220"/>
                    </a:lnTo>
                    <a:lnTo>
                      <a:pt x="8962" y="7157"/>
                    </a:lnTo>
                    <a:lnTo>
                      <a:pt x="9276" y="7082"/>
                    </a:lnTo>
                    <a:lnTo>
                      <a:pt x="9576" y="6994"/>
                    </a:lnTo>
                    <a:lnTo>
                      <a:pt x="9877" y="6894"/>
                    </a:lnTo>
                    <a:lnTo>
                      <a:pt x="10178" y="6781"/>
                    </a:lnTo>
                    <a:lnTo>
                      <a:pt x="10466" y="6644"/>
                    </a:lnTo>
                    <a:lnTo>
                      <a:pt x="10742" y="6506"/>
                    </a:lnTo>
                    <a:lnTo>
                      <a:pt x="11018" y="6355"/>
                    </a:lnTo>
                    <a:lnTo>
                      <a:pt x="11281" y="6192"/>
                    </a:lnTo>
                    <a:lnTo>
                      <a:pt x="11544" y="6029"/>
                    </a:lnTo>
                    <a:lnTo>
                      <a:pt x="11795" y="5841"/>
                    </a:lnTo>
                    <a:lnTo>
                      <a:pt x="12033" y="5641"/>
                    </a:lnTo>
                    <a:lnTo>
                      <a:pt x="12271" y="5440"/>
                    </a:lnTo>
                    <a:lnTo>
                      <a:pt x="12497" y="5227"/>
                    </a:lnTo>
                    <a:lnTo>
                      <a:pt x="12710" y="5014"/>
                    </a:lnTo>
                    <a:lnTo>
                      <a:pt x="12923" y="4776"/>
                    </a:lnTo>
                    <a:lnTo>
                      <a:pt x="13111" y="4538"/>
                    </a:lnTo>
                    <a:lnTo>
                      <a:pt x="13299" y="4287"/>
                    </a:lnTo>
                    <a:lnTo>
                      <a:pt x="13474" y="4037"/>
                    </a:lnTo>
                    <a:lnTo>
                      <a:pt x="13650" y="3773"/>
                    </a:lnTo>
                    <a:lnTo>
                      <a:pt x="13800" y="3498"/>
                    </a:lnTo>
                    <a:lnTo>
                      <a:pt x="13951" y="3222"/>
                    </a:lnTo>
                    <a:lnTo>
                      <a:pt x="14076" y="2934"/>
                    </a:lnTo>
                    <a:lnTo>
                      <a:pt x="14201" y="2645"/>
                    </a:lnTo>
                    <a:lnTo>
                      <a:pt x="14302" y="2345"/>
                    </a:lnTo>
                    <a:lnTo>
                      <a:pt x="14402" y="2044"/>
                    </a:lnTo>
                    <a:lnTo>
                      <a:pt x="14477" y="1730"/>
                    </a:lnTo>
                    <a:lnTo>
                      <a:pt x="14552" y="1417"/>
                    </a:lnTo>
                    <a:lnTo>
                      <a:pt x="14615" y="1066"/>
                    </a:lnTo>
                    <a:lnTo>
                      <a:pt x="14653" y="715"/>
                    </a:lnTo>
                    <a:lnTo>
                      <a:pt x="14678" y="364"/>
                    </a:lnTo>
                    <a:lnTo>
                      <a:pt x="146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a:extLst>
                  <a:ext uri="{FF2B5EF4-FFF2-40B4-BE49-F238E27FC236}">
                    <a16:creationId xmlns:a16="http://schemas.microsoft.com/office/drawing/2014/main" id="{5A9604D5-8E09-450A-D43A-1BDCF4DD622F}"/>
                  </a:ext>
                </a:extLst>
              </p:cNvPr>
              <p:cNvSpPr/>
              <p:nvPr/>
            </p:nvSpPr>
            <p:spPr>
              <a:xfrm>
                <a:off x="3899646" y="3007820"/>
                <a:ext cx="330217" cy="31873"/>
              </a:xfrm>
              <a:custGeom>
                <a:avLst/>
                <a:gdLst/>
                <a:ahLst/>
                <a:cxnLst/>
                <a:rect l="l" t="t" r="r" b="b"/>
                <a:pathLst>
                  <a:path w="14691" h="1418" extrusionOk="0">
                    <a:moveTo>
                      <a:pt x="1" y="1"/>
                    </a:moveTo>
                    <a:lnTo>
                      <a:pt x="1" y="364"/>
                    </a:lnTo>
                    <a:lnTo>
                      <a:pt x="26" y="715"/>
                    </a:lnTo>
                    <a:lnTo>
                      <a:pt x="76" y="1066"/>
                    </a:lnTo>
                    <a:lnTo>
                      <a:pt x="139" y="1417"/>
                    </a:lnTo>
                    <a:lnTo>
                      <a:pt x="14552" y="1417"/>
                    </a:lnTo>
                    <a:lnTo>
                      <a:pt x="14615" y="1066"/>
                    </a:lnTo>
                    <a:lnTo>
                      <a:pt x="14653" y="715"/>
                    </a:lnTo>
                    <a:lnTo>
                      <a:pt x="14678" y="364"/>
                    </a:lnTo>
                    <a:lnTo>
                      <a:pt x="146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6">
                <a:extLst>
                  <a:ext uri="{FF2B5EF4-FFF2-40B4-BE49-F238E27FC236}">
                    <a16:creationId xmlns:a16="http://schemas.microsoft.com/office/drawing/2014/main" id="{572AB4DF-8B0F-9A19-AA90-8434F559B469}"/>
                  </a:ext>
                </a:extLst>
              </p:cNvPr>
              <p:cNvSpPr/>
              <p:nvPr/>
            </p:nvSpPr>
            <p:spPr>
              <a:xfrm>
                <a:off x="5159510" y="3141089"/>
                <a:ext cx="136933" cy="54957"/>
              </a:xfrm>
              <a:custGeom>
                <a:avLst/>
                <a:gdLst/>
                <a:ahLst/>
                <a:cxnLst/>
                <a:rect l="l" t="t" r="r" b="b"/>
                <a:pathLst>
                  <a:path w="6092" h="2445" extrusionOk="0">
                    <a:moveTo>
                      <a:pt x="514" y="0"/>
                    </a:moveTo>
                    <a:lnTo>
                      <a:pt x="1" y="2444"/>
                    </a:lnTo>
                    <a:lnTo>
                      <a:pt x="6092" y="2444"/>
                    </a:lnTo>
                    <a:lnTo>
                      <a:pt x="557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a:extLst>
                  <a:ext uri="{FF2B5EF4-FFF2-40B4-BE49-F238E27FC236}">
                    <a16:creationId xmlns:a16="http://schemas.microsoft.com/office/drawing/2014/main" id="{960E1CDF-D99F-03F3-FA6B-AF67DC537B8F}"/>
                  </a:ext>
                </a:extLst>
              </p:cNvPr>
              <p:cNvSpPr/>
              <p:nvPr/>
            </p:nvSpPr>
            <p:spPr>
              <a:xfrm>
                <a:off x="5062879" y="3007820"/>
                <a:ext cx="330194" cy="165120"/>
              </a:xfrm>
              <a:custGeom>
                <a:avLst/>
                <a:gdLst/>
                <a:ahLst/>
                <a:cxnLst/>
                <a:rect l="l" t="t" r="r" b="b"/>
                <a:pathLst>
                  <a:path w="14690" h="7346" extrusionOk="0">
                    <a:moveTo>
                      <a:pt x="1" y="1"/>
                    </a:moveTo>
                    <a:lnTo>
                      <a:pt x="13" y="364"/>
                    </a:lnTo>
                    <a:lnTo>
                      <a:pt x="38" y="715"/>
                    </a:lnTo>
                    <a:lnTo>
                      <a:pt x="76" y="1066"/>
                    </a:lnTo>
                    <a:lnTo>
                      <a:pt x="138" y="1417"/>
                    </a:lnTo>
                    <a:lnTo>
                      <a:pt x="214" y="1730"/>
                    </a:lnTo>
                    <a:lnTo>
                      <a:pt x="289" y="2044"/>
                    </a:lnTo>
                    <a:lnTo>
                      <a:pt x="389" y="2345"/>
                    </a:lnTo>
                    <a:lnTo>
                      <a:pt x="489" y="2645"/>
                    </a:lnTo>
                    <a:lnTo>
                      <a:pt x="615" y="2934"/>
                    </a:lnTo>
                    <a:lnTo>
                      <a:pt x="740" y="3222"/>
                    </a:lnTo>
                    <a:lnTo>
                      <a:pt x="890" y="3498"/>
                    </a:lnTo>
                    <a:lnTo>
                      <a:pt x="1041" y="3773"/>
                    </a:lnTo>
                    <a:lnTo>
                      <a:pt x="1204" y="4037"/>
                    </a:lnTo>
                    <a:lnTo>
                      <a:pt x="1379" y="4287"/>
                    </a:lnTo>
                    <a:lnTo>
                      <a:pt x="1567" y="4538"/>
                    </a:lnTo>
                    <a:lnTo>
                      <a:pt x="1768" y="4776"/>
                    </a:lnTo>
                    <a:lnTo>
                      <a:pt x="1981" y="5014"/>
                    </a:lnTo>
                    <a:lnTo>
                      <a:pt x="2194" y="5227"/>
                    </a:lnTo>
                    <a:lnTo>
                      <a:pt x="2419" y="5440"/>
                    </a:lnTo>
                    <a:lnTo>
                      <a:pt x="2658" y="5641"/>
                    </a:lnTo>
                    <a:lnTo>
                      <a:pt x="2896" y="5841"/>
                    </a:lnTo>
                    <a:lnTo>
                      <a:pt x="3146" y="6029"/>
                    </a:lnTo>
                    <a:lnTo>
                      <a:pt x="3410" y="6192"/>
                    </a:lnTo>
                    <a:lnTo>
                      <a:pt x="3673" y="6355"/>
                    </a:lnTo>
                    <a:lnTo>
                      <a:pt x="3949" y="6506"/>
                    </a:lnTo>
                    <a:lnTo>
                      <a:pt x="4224" y="6644"/>
                    </a:lnTo>
                    <a:lnTo>
                      <a:pt x="4513" y="6781"/>
                    </a:lnTo>
                    <a:lnTo>
                      <a:pt x="4813" y="6894"/>
                    </a:lnTo>
                    <a:lnTo>
                      <a:pt x="5102" y="6994"/>
                    </a:lnTo>
                    <a:lnTo>
                      <a:pt x="5415" y="7082"/>
                    </a:lnTo>
                    <a:lnTo>
                      <a:pt x="5728" y="7157"/>
                    </a:lnTo>
                    <a:lnTo>
                      <a:pt x="6042" y="7220"/>
                    </a:lnTo>
                    <a:lnTo>
                      <a:pt x="6355" y="7270"/>
                    </a:lnTo>
                    <a:lnTo>
                      <a:pt x="6681" y="7308"/>
                    </a:lnTo>
                    <a:lnTo>
                      <a:pt x="7019" y="7333"/>
                    </a:lnTo>
                    <a:lnTo>
                      <a:pt x="7345" y="7345"/>
                    </a:lnTo>
                    <a:lnTo>
                      <a:pt x="7684" y="7333"/>
                    </a:lnTo>
                    <a:lnTo>
                      <a:pt x="8009" y="7308"/>
                    </a:lnTo>
                    <a:lnTo>
                      <a:pt x="8335" y="7270"/>
                    </a:lnTo>
                    <a:lnTo>
                      <a:pt x="8649" y="7220"/>
                    </a:lnTo>
                    <a:lnTo>
                      <a:pt x="8974" y="7157"/>
                    </a:lnTo>
                    <a:lnTo>
                      <a:pt x="9275" y="7082"/>
                    </a:lnTo>
                    <a:lnTo>
                      <a:pt x="9589" y="6994"/>
                    </a:lnTo>
                    <a:lnTo>
                      <a:pt x="9889" y="6894"/>
                    </a:lnTo>
                    <a:lnTo>
                      <a:pt x="10178" y="6781"/>
                    </a:lnTo>
                    <a:lnTo>
                      <a:pt x="10466" y="6644"/>
                    </a:lnTo>
                    <a:lnTo>
                      <a:pt x="10742" y="6506"/>
                    </a:lnTo>
                    <a:lnTo>
                      <a:pt x="11017" y="6355"/>
                    </a:lnTo>
                    <a:lnTo>
                      <a:pt x="11293" y="6192"/>
                    </a:lnTo>
                    <a:lnTo>
                      <a:pt x="11544" y="6029"/>
                    </a:lnTo>
                    <a:lnTo>
                      <a:pt x="11795" y="5841"/>
                    </a:lnTo>
                    <a:lnTo>
                      <a:pt x="12045" y="5641"/>
                    </a:lnTo>
                    <a:lnTo>
                      <a:pt x="12271" y="5440"/>
                    </a:lnTo>
                    <a:lnTo>
                      <a:pt x="12496" y="5227"/>
                    </a:lnTo>
                    <a:lnTo>
                      <a:pt x="12722" y="5014"/>
                    </a:lnTo>
                    <a:lnTo>
                      <a:pt x="12923" y="4776"/>
                    </a:lnTo>
                    <a:lnTo>
                      <a:pt x="13123" y="4538"/>
                    </a:lnTo>
                    <a:lnTo>
                      <a:pt x="13311" y="4287"/>
                    </a:lnTo>
                    <a:lnTo>
                      <a:pt x="13487" y="4037"/>
                    </a:lnTo>
                    <a:lnTo>
                      <a:pt x="13649" y="3773"/>
                    </a:lnTo>
                    <a:lnTo>
                      <a:pt x="13800" y="3498"/>
                    </a:lnTo>
                    <a:lnTo>
                      <a:pt x="13950" y="3222"/>
                    </a:lnTo>
                    <a:lnTo>
                      <a:pt x="14076" y="2934"/>
                    </a:lnTo>
                    <a:lnTo>
                      <a:pt x="14201" y="2645"/>
                    </a:lnTo>
                    <a:lnTo>
                      <a:pt x="14314" y="2345"/>
                    </a:lnTo>
                    <a:lnTo>
                      <a:pt x="14401" y="2044"/>
                    </a:lnTo>
                    <a:lnTo>
                      <a:pt x="14489" y="1730"/>
                    </a:lnTo>
                    <a:lnTo>
                      <a:pt x="14552" y="1417"/>
                    </a:lnTo>
                    <a:lnTo>
                      <a:pt x="14615" y="1066"/>
                    </a:lnTo>
                    <a:lnTo>
                      <a:pt x="14652" y="715"/>
                    </a:lnTo>
                    <a:lnTo>
                      <a:pt x="14677" y="364"/>
                    </a:lnTo>
                    <a:lnTo>
                      <a:pt x="146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a:extLst>
                  <a:ext uri="{FF2B5EF4-FFF2-40B4-BE49-F238E27FC236}">
                    <a16:creationId xmlns:a16="http://schemas.microsoft.com/office/drawing/2014/main" id="{D83A3B3A-D7B3-2B40-0291-9520E4BCD0C0}"/>
                  </a:ext>
                </a:extLst>
              </p:cNvPr>
              <p:cNvSpPr/>
              <p:nvPr/>
            </p:nvSpPr>
            <p:spPr>
              <a:xfrm>
                <a:off x="5062879" y="3007820"/>
                <a:ext cx="330194" cy="31873"/>
              </a:xfrm>
              <a:custGeom>
                <a:avLst/>
                <a:gdLst/>
                <a:ahLst/>
                <a:cxnLst/>
                <a:rect l="l" t="t" r="r" b="b"/>
                <a:pathLst>
                  <a:path w="14690" h="1418" extrusionOk="0">
                    <a:moveTo>
                      <a:pt x="1" y="1"/>
                    </a:moveTo>
                    <a:lnTo>
                      <a:pt x="13" y="364"/>
                    </a:lnTo>
                    <a:lnTo>
                      <a:pt x="38" y="715"/>
                    </a:lnTo>
                    <a:lnTo>
                      <a:pt x="76" y="1066"/>
                    </a:lnTo>
                    <a:lnTo>
                      <a:pt x="138" y="1417"/>
                    </a:lnTo>
                    <a:lnTo>
                      <a:pt x="14552" y="1417"/>
                    </a:lnTo>
                    <a:lnTo>
                      <a:pt x="14615" y="1066"/>
                    </a:lnTo>
                    <a:lnTo>
                      <a:pt x="14652" y="715"/>
                    </a:lnTo>
                    <a:lnTo>
                      <a:pt x="14677" y="364"/>
                    </a:lnTo>
                    <a:lnTo>
                      <a:pt x="146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16">
              <a:extLst>
                <a:ext uri="{FF2B5EF4-FFF2-40B4-BE49-F238E27FC236}">
                  <a16:creationId xmlns:a16="http://schemas.microsoft.com/office/drawing/2014/main" id="{6AAAA935-4247-5CEF-0DB8-D3A2686E238D}"/>
                </a:ext>
              </a:extLst>
            </p:cNvPr>
            <p:cNvSpPr/>
            <p:nvPr/>
          </p:nvSpPr>
          <p:spPr>
            <a:xfrm>
              <a:off x="3543200" y="2810025"/>
              <a:ext cx="43725" cy="10000"/>
            </a:xfrm>
            <a:custGeom>
              <a:avLst/>
              <a:gdLst/>
              <a:ahLst/>
              <a:cxnLst/>
              <a:rect l="l" t="t" r="r" b="b"/>
              <a:pathLst>
                <a:path w="1749" h="400" extrusionOk="0">
                  <a:moveTo>
                    <a:pt x="0" y="57"/>
                  </a:moveTo>
                  <a:cubicBezTo>
                    <a:pt x="169" y="113"/>
                    <a:pt x="724" y="405"/>
                    <a:pt x="1015" y="395"/>
                  </a:cubicBezTo>
                  <a:cubicBezTo>
                    <a:pt x="1307" y="386"/>
                    <a:pt x="1627" y="66"/>
                    <a:pt x="1749" y="0"/>
                  </a:cubicBezTo>
                </a:path>
              </a:pathLst>
            </a:custGeom>
            <a:noFill/>
            <a:ln w="9525" cap="flat" cmpd="sng">
              <a:solidFill>
                <a:schemeClr val="accent1"/>
              </a:solidFill>
              <a:prstDash val="solid"/>
              <a:round/>
              <a:headEnd type="none" w="med" len="med"/>
              <a:tailEnd type="none" w="med" len="med"/>
            </a:ln>
          </p:spPr>
        </p:sp>
        <p:sp>
          <p:nvSpPr>
            <p:cNvPr id="370" name="Google Shape;370;p16">
              <a:extLst>
                <a:ext uri="{FF2B5EF4-FFF2-40B4-BE49-F238E27FC236}">
                  <a16:creationId xmlns:a16="http://schemas.microsoft.com/office/drawing/2014/main" id="{DDDA9EBA-7222-FD3F-33B4-5EE889BFBD7A}"/>
                </a:ext>
              </a:extLst>
            </p:cNvPr>
            <p:cNvSpPr/>
            <p:nvPr/>
          </p:nvSpPr>
          <p:spPr>
            <a:xfrm>
              <a:off x="5684925" y="2725425"/>
              <a:ext cx="46525" cy="9875"/>
            </a:xfrm>
            <a:custGeom>
              <a:avLst/>
              <a:gdLst/>
              <a:ahLst/>
              <a:cxnLst/>
              <a:rect l="l" t="t" r="r" b="b"/>
              <a:pathLst>
                <a:path w="1861" h="395" extrusionOk="0">
                  <a:moveTo>
                    <a:pt x="0" y="0"/>
                  </a:moveTo>
                  <a:cubicBezTo>
                    <a:pt x="169" y="66"/>
                    <a:pt x="705" y="395"/>
                    <a:pt x="1015" y="395"/>
                  </a:cubicBezTo>
                  <a:cubicBezTo>
                    <a:pt x="1325" y="395"/>
                    <a:pt x="1720" y="66"/>
                    <a:pt x="1861" y="0"/>
                  </a:cubicBezTo>
                </a:path>
              </a:pathLst>
            </a:custGeom>
            <a:noFill/>
            <a:ln w="9525" cap="flat" cmpd="sng">
              <a:solidFill>
                <a:schemeClr val="accent1"/>
              </a:solidFill>
              <a:prstDash val="solid"/>
              <a:round/>
              <a:headEnd type="none" w="med" len="med"/>
              <a:tailEnd type="none" w="med" len="med"/>
            </a:ln>
          </p:spPr>
        </p:sp>
      </p:grpSp>
      <p:sp>
        <p:nvSpPr>
          <p:cNvPr id="2" name="Google Shape;47;p15">
            <a:extLst>
              <a:ext uri="{FF2B5EF4-FFF2-40B4-BE49-F238E27FC236}">
                <a16:creationId xmlns:a16="http://schemas.microsoft.com/office/drawing/2014/main" id="{0D70484A-E06D-9047-9660-603E17524055}"/>
              </a:ext>
            </a:extLst>
          </p:cNvPr>
          <p:cNvSpPr txBox="1">
            <a:spLocks/>
          </p:cNvSpPr>
          <p:nvPr/>
        </p:nvSpPr>
        <p:spPr>
          <a:xfrm>
            <a:off x="398012" y="1046620"/>
            <a:ext cx="3928661" cy="409688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dirty="0"/>
          </a:p>
          <a:p>
            <a:r>
              <a:rPr lang="en-US" b="1" dirty="0"/>
              <a:t>Challenge :</a:t>
            </a:r>
          </a:p>
          <a:p>
            <a:endParaRPr lang="en-US" b="1" dirty="0"/>
          </a:p>
          <a:p>
            <a:r>
              <a:rPr lang="en-US" dirty="0"/>
              <a:t>Existing restaurant operations rely heavily on manual coordination and fragmented systems, leading to inefficiencies in table allocation, inventory tracking, pricing control, and menu updates, ultimately affecting service quality and revenue optimization.</a:t>
            </a:r>
          </a:p>
          <a:p>
            <a:endParaRPr lang="en-US" dirty="0"/>
          </a:p>
          <a:p>
            <a:r>
              <a:rPr lang="en-US" dirty="0"/>
              <a:t>Thus, there is a need for a centralized system that streamlines table management, order processing, and menu control to improve efficiency, reduce errors, and enhance overall service quality.</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44744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953C8CA-2668-E521-379F-8681F08089C3}"/>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4536EC91-EEE5-E85A-374C-533370FAB994}"/>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Statement </a:t>
            </a:r>
            <a:endParaRPr dirty="0"/>
          </a:p>
        </p:txBody>
      </p:sp>
      <p:grpSp>
        <p:nvGrpSpPr>
          <p:cNvPr id="235" name="Google Shape;235;p16">
            <a:extLst>
              <a:ext uri="{FF2B5EF4-FFF2-40B4-BE49-F238E27FC236}">
                <a16:creationId xmlns:a16="http://schemas.microsoft.com/office/drawing/2014/main" id="{166F4A28-5895-DD54-EBAB-E282978AB64B}"/>
              </a:ext>
            </a:extLst>
          </p:cNvPr>
          <p:cNvGrpSpPr/>
          <p:nvPr/>
        </p:nvGrpSpPr>
        <p:grpSpPr>
          <a:xfrm>
            <a:off x="5206580" y="2103935"/>
            <a:ext cx="3758473" cy="2333511"/>
            <a:chOff x="2693095" y="2398451"/>
            <a:chExt cx="3758473" cy="2333511"/>
          </a:xfrm>
        </p:grpSpPr>
        <p:grpSp>
          <p:nvGrpSpPr>
            <p:cNvPr id="236" name="Google Shape;236;p16">
              <a:extLst>
                <a:ext uri="{FF2B5EF4-FFF2-40B4-BE49-F238E27FC236}">
                  <a16:creationId xmlns:a16="http://schemas.microsoft.com/office/drawing/2014/main" id="{890E017D-BEE4-585A-D514-F6BE36D5B6D7}"/>
                </a:ext>
              </a:extLst>
            </p:cNvPr>
            <p:cNvGrpSpPr/>
            <p:nvPr/>
          </p:nvGrpSpPr>
          <p:grpSpPr>
            <a:xfrm>
              <a:off x="2693095" y="2398451"/>
              <a:ext cx="3758473" cy="2333511"/>
              <a:chOff x="2408781" y="2012246"/>
              <a:chExt cx="4380505" cy="2719710"/>
            </a:xfrm>
          </p:grpSpPr>
          <p:sp>
            <p:nvSpPr>
              <p:cNvPr id="237" name="Google Shape;237;p16">
                <a:extLst>
                  <a:ext uri="{FF2B5EF4-FFF2-40B4-BE49-F238E27FC236}">
                    <a16:creationId xmlns:a16="http://schemas.microsoft.com/office/drawing/2014/main" id="{DA3926EE-3330-5E01-8944-65DFDFE184E1}"/>
                  </a:ext>
                </a:extLst>
              </p:cNvPr>
              <p:cNvSpPr/>
              <p:nvPr/>
            </p:nvSpPr>
            <p:spPr>
              <a:xfrm>
                <a:off x="3399881" y="3313221"/>
                <a:ext cx="311044" cy="1412261"/>
              </a:xfrm>
              <a:custGeom>
                <a:avLst/>
                <a:gdLst/>
                <a:ahLst/>
                <a:cxnLst/>
                <a:rect l="l" t="t" r="r" b="b"/>
                <a:pathLst>
                  <a:path w="13838" h="62830" extrusionOk="0">
                    <a:moveTo>
                      <a:pt x="9163" y="0"/>
                    </a:moveTo>
                    <a:lnTo>
                      <a:pt x="1" y="62830"/>
                    </a:lnTo>
                    <a:lnTo>
                      <a:pt x="4688" y="62830"/>
                    </a:lnTo>
                    <a:lnTo>
                      <a:pt x="1383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a:extLst>
                  <a:ext uri="{FF2B5EF4-FFF2-40B4-BE49-F238E27FC236}">
                    <a16:creationId xmlns:a16="http://schemas.microsoft.com/office/drawing/2014/main" id="{9C6FF776-316A-4931-3E38-029D5C55FE4B}"/>
                  </a:ext>
                </a:extLst>
              </p:cNvPr>
              <p:cNvSpPr/>
              <p:nvPr/>
            </p:nvSpPr>
            <p:spPr>
              <a:xfrm>
                <a:off x="2566280" y="3151788"/>
                <a:ext cx="885186" cy="222864"/>
              </a:xfrm>
              <a:custGeom>
                <a:avLst/>
                <a:gdLst/>
                <a:ahLst/>
                <a:cxnLst/>
                <a:rect l="l" t="t" r="r" b="b"/>
                <a:pathLst>
                  <a:path w="39381" h="9915" extrusionOk="0">
                    <a:moveTo>
                      <a:pt x="27812" y="0"/>
                    </a:moveTo>
                    <a:lnTo>
                      <a:pt x="0" y="13"/>
                    </a:lnTo>
                    <a:lnTo>
                      <a:pt x="11180" y="9914"/>
                    </a:lnTo>
                    <a:lnTo>
                      <a:pt x="38979" y="9914"/>
                    </a:lnTo>
                    <a:lnTo>
                      <a:pt x="39343" y="7796"/>
                    </a:lnTo>
                    <a:lnTo>
                      <a:pt x="39368" y="7571"/>
                    </a:lnTo>
                    <a:lnTo>
                      <a:pt x="39380" y="7345"/>
                    </a:lnTo>
                    <a:lnTo>
                      <a:pt x="39380" y="7119"/>
                    </a:lnTo>
                    <a:lnTo>
                      <a:pt x="39368" y="6894"/>
                    </a:lnTo>
                    <a:lnTo>
                      <a:pt x="39330" y="6681"/>
                    </a:lnTo>
                    <a:lnTo>
                      <a:pt x="39292" y="6468"/>
                    </a:lnTo>
                    <a:lnTo>
                      <a:pt x="39230" y="6255"/>
                    </a:lnTo>
                    <a:lnTo>
                      <a:pt x="39155" y="6054"/>
                    </a:lnTo>
                    <a:lnTo>
                      <a:pt x="39067" y="5841"/>
                    </a:lnTo>
                    <a:lnTo>
                      <a:pt x="38967" y="5653"/>
                    </a:lnTo>
                    <a:lnTo>
                      <a:pt x="38854" y="5465"/>
                    </a:lnTo>
                    <a:lnTo>
                      <a:pt x="38728" y="5277"/>
                    </a:lnTo>
                    <a:lnTo>
                      <a:pt x="38591" y="5114"/>
                    </a:lnTo>
                    <a:lnTo>
                      <a:pt x="38440" y="4951"/>
                    </a:lnTo>
                    <a:lnTo>
                      <a:pt x="38277" y="4788"/>
                    </a:lnTo>
                    <a:lnTo>
                      <a:pt x="38102" y="4650"/>
                    </a:lnTo>
                    <a:lnTo>
                      <a:pt x="35395" y="2582"/>
                    </a:lnTo>
                    <a:lnTo>
                      <a:pt x="34981" y="2269"/>
                    </a:lnTo>
                    <a:lnTo>
                      <a:pt x="34567" y="1993"/>
                    </a:lnTo>
                    <a:lnTo>
                      <a:pt x="34129" y="1717"/>
                    </a:lnTo>
                    <a:lnTo>
                      <a:pt x="33678" y="1467"/>
                    </a:lnTo>
                    <a:lnTo>
                      <a:pt x="33226" y="1241"/>
                    </a:lnTo>
                    <a:lnTo>
                      <a:pt x="32763" y="1028"/>
                    </a:lnTo>
                    <a:lnTo>
                      <a:pt x="32299" y="840"/>
                    </a:lnTo>
                    <a:lnTo>
                      <a:pt x="31823" y="665"/>
                    </a:lnTo>
                    <a:lnTo>
                      <a:pt x="31334" y="514"/>
                    </a:lnTo>
                    <a:lnTo>
                      <a:pt x="30845" y="376"/>
                    </a:lnTo>
                    <a:lnTo>
                      <a:pt x="30344" y="264"/>
                    </a:lnTo>
                    <a:lnTo>
                      <a:pt x="29842" y="176"/>
                    </a:lnTo>
                    <a:lnTo>
                      <a:pt x="29341" y="101"/>
                    </a:lnTo>
                    <a:lnTo>
                      <a:pt x="28827" y="51"/>
                    </a:lnTo>
                    <a:lnTo>
                      <a:pt x="28326" y="13"/>
                    </a:lnTo>
                    <a:lnTo>
                      <a:pt x="27812"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a:extLst>
                  <a:ext uri="{FF2B5EF4-FFF2-40B4-BE49-F238E27FC236}">
                    <a16:creationId xmlns:a16="http://schemas.microsoft.com/office/drawing/2014/main" id="{F01D001B-54AF-AD32-BEAE-6DBFABC13C3B}"/>
                  </a:ext>
                </a:extLst>
              </p:cNvPr>
              <p:cNvSpPr/>
              <p:nvPr/>
            </p:nvSpPr>
            <p:spPr>
              <a:xfrm>
                <a:off x="3125768" y="3222772"/>
                <a:ext cx="325699" cy="1502711"/>
              </a:xfrm>
              <a:custGeom>
                <a:avLst/>
                <a:gdLst/>
                <a:ahLst/>
                <a:cxnLst/>
                <a:rect l="l" t="t" r="r" b="b"/>
                <a:pathLst>
                  <a:path w="14490" h="66854" extrusionOk="0">
                    <a:moveTo>
                      <a:pt x="11256" y="1"/>
                    </a:moveTo>
                    <a:lnTo>
                      <a:pt x="1" y="66854"/>
                    </a:lnTo>
                    <a:lnTo>
                      <a:pt x="3974" y="66854"/>
                    </a:lnTo>
                    <a:lnTo>
                      <a:pt x="14452" y="4663"/>
                    </a:lnTo>
                    <a:lnTo>
                      <a:pt x="14477" y="4438"/>
                    </a:lnTo>
                    <a:lnTo>
                      <a:pt x="14489" y="4212"/>
                    </a:lnTo>
                    <a:lnTo>
                      <a:pt x="14489" y="3986"/>
                    </a:lnTo>
                    <a:lnTo>
                      <a:pt x="14477" y="3773"/>
                    </a:lnTo>
                    <a:lnTo>
                      <a:pt x="14452" y="3560"/>
                    </a:lnTo>
                    <a:lnTo>
                      <a:pt x="14401" y="3335"/>
                    </a:lnTo>
                    <a:lnTo>
                      <a:pt x="14339" y="3134"/>
                    </a:lnTo>
                    <a:lnTo>
                      <a:pt x="14276" y="2921"/>
                    </a:lnTo>
                    <a:lnTo>
                      <a:pt x="14188" y="2721"/>
                    </a:lnTo>
                    <a:lnTo>
                      <a:pt x="14088" y="2533"/>
                    </a:lnTo>
                    <a:lnTo>
                      <a:pt x="13975" y="2345"/>
                    </a:lnTo>
                    <a:lnTo>
                      <a:pt x="13850" y="2157"/>
                    </a:lnTo>
                    <a:lnTo>
                      <a:pt x="13712" y="1994"/>
                    </a:lnTo>
                    <a:lnTo>
                      <a:pt x="13562" y="1831"/>
                    </a:lnTo>
                    <a:lnTo>
                      <a:pt x="13399" y="1668"/>
                    </a:lnTo>
                    <a:lnTo>
                      <a:pt x="13223" y="1530"/>
                    </a:lnTo>
                    <a:lnTo>
                      <a:pt x="1125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a:extLst>
                  <a:ext uri="{FF2B5EF4-FFF2-40B4-BE49-F238E27FC236}">
                    <a16:creationId xmlns:a16="http://schemas.microsoft.com/office/drawing/2014/main" id="{414DC699-55F7-C073-4726-DBDEB804F0AA}"/>
                  </a:ext>
                </a:extLst>
              </p:cNvPr>
              <p:cNvSpPr/>
              <p:nvPr/>
            </p:nvSpPr>
            <p:spPr>
              <a:xfrm>
                <a:off x="3203518" y="3820876"/>
                <a:ext cx="872801" cy="78604"/>
              </a:xfrm>
              <a:custGeom>
                <a:avLst/>
                <a:gdLst/>
                <a:ahLst/>
                <a:cxnLst/>
                <a:rect l="l" t="t" r="r" b="b"/>
                <a:pathLst>
                  <a:path w="38830" h="3497" extrusionOk="0">
                    <a:moveTo>
                      <a:pt x="3485" y="0"/>
                    </a:moveTo>
                    <a:lnTo>
                      <a:pt x="3310" y="13"/>
                    </a:lnTo>
                    <a:lnTo>
                      <a:pt x="3134" y="25"/>
                    </a:lnTo>
                    <a:lnTo>
                      <a:pt x="2959" y="50"/>
                    </a:lnTo>
                    <a:lnTo>
                      <a:pt x="2783" y="75"/>
                    </a:lnTo>
                    <a:lnTo>
                      <a:pt x="2620" y="113"/>
                    </a:lnTo>
                    <a:lnTo>
                      <a:pt x="2457" y="163"/>
                    </a:lnTo>
                    <a:lnTo>
                      <a:pt x="2294" y="213"/>
                    </a:lnTo>
                    <a:lnTo>
                      <a:pt x="2131" y="276"/>
                    </a:lnTo>
                    <a:lnTo>
                      <a:pt x="1981" y="351"/>
                    </a:lnTo>
                    <a:lnTo>
                      <a:pt x="1831" y="426"/>
                    </a:lnTo>
                    <a:lnTo>
                      <a:pt x="1680" y="514"/>
                    </a:lnTo>
                    <a:lnTo>
                      <a:pt x="1542" y="602"/>
                    </a:lnTo>
                    <a:lnTo>
                      <a:pt x="1405" y="702"/>
                    </a:lnTo>
                    <a:lnTo>
                      <a:pt x="1267" y="802"/>
                    </a:lnTo>
                    <a:lnTo>
                      <a:pt x="1141" y="915"/>
                    </a:lnTo>
                    <a:lnTo>
                      <a:pt x="1016" y="1028"/>
                    </a:lnTo>
                    <a:lnTo>
                      <a:pt x="903" y="1153"/>
                    </a:lnTo>
                    <a:lnTo>
                      <a:pt x="790" y="1279"/>
                    </a:lnTo>
                    <a:lnTo>
                      <a:pt x="690" y="1404"/>
                    </a:lnTo>
                    <a:lnTo>
                      <a:pt x="590" y="1542"/>
                    </a:lnTo>
                    <a:lnTo>
                      <a:pt x="502" y="1692"/>
                    </a:lnTo>
                    <a:lnTo>
                      <a:pt x="414" y="1830"/>
                    </a:lnTo>
                    <a:lnTo>
                      <a:pt x="339" y="1980"/>
                    </a:lnTo>
                    <a:lnTo>
                      <a:pt x="277" y="2143"/>
                    </a:lnTo>
                    <a:lnTo>
                      <a:pt x="214" y="2294"/>
                    </a:lnTo>
                    <a:lnTo>
                      <a:pt x="151" y="2457"/>
                    </a:lnTo>
                    <a:lnTo>
                      <a:pt x="114" y="2620"/>
                    </a:lnTo>
                    <a:lnTo>
                      <a:pt x="76" y="2795"/>
                    </a:lnTo>
                    <a:lnTo>
                      <a:pt x="38" y="2971"/>
                    </a:lnTo>
                    <a:lnTo>
                      <a:pt x="13" y="3133"/>
                    </a:lnTo>
                    <a:lnTo>
                      <a:pt x="1" y="3321"/>
                    </a:lnTo>
                    <a:lnTo>
                      <a:pt x="1" y="3497"/>
                    </a:lnTo>
                    <a:lnTo>
                      <a:pt x="38829" y="3497"/>
                    </a:lnTo>
                    <a:lnTo>
                      <a:pt x="38817" y="3321"/>
                    </a:lnTo>
                    <a:lnTo>
                      <a:pt x="38804" y="3133"/>
                    </a:lnTo>
                    <a:lnTo>
                      <a:pt x="38792" y="2971"/>
                    </a:lnTo>
                    <a:lnTo>
                      <a:pt x="38754" y="2795"/>
                    </a:lnTo>
                    <a:lnTo>
                      <a:pt x="38717" y="2620"/>
                    </a:lnTo>
                    <a:lnTo>
                      <a:pt x="38666" y="2457"/>
                    </a:lnTo>
                    <a:lnTo>
                      <a:pt x="38616" y="2294"/>
                    </a:lnTo>
                    <a:lnTo>
                      <a:pt x="38554" y="2143"/>
                    </a:lnTo>
                    <a:lnTo>
                      <a:pt x="38478" y="1980"/>
                    </a:lnTo>
                    <a:lnTo>
                      <a:pt x="38403" y="1830"/>
                    </a:lnTo>
                    <a:lnTo>
                      <a:pt x="38316" y="1692"/>
                    </a:lnTo>
                    <a:lnTo>
                      <a:pt x="38228" y="1542"/>
                    </a:lnTo>
                    <a:lnTo>
                      <a:pt x="38128" y="1404"/>
                    </a:lnTo>
                    <a:lnTo>
                      <a:pt x="38027" y="1279"/>
                    </a:lnTo>
                    <a:lnTo>
                      <a:pt x="37914" y="1153"/>
                    </a:lnTo>
                    <a:lnTo>
                      <a:pt x="37802" y="1028"/>
                    </a:lnTo>
                    <a:lnTo>
                      <a:pt x="37676" y="915"/>
                    </a:lnTo>
                    <a:lnTo>
                      <a:pt x="37551" y="802"/>
                    </a:lnTo>
                    <a:lnTo>
                      <a:pt x="37426" y="702"/>
                    </a:lnTo>
                    <a:lnTo>
                      <a:pt x="37288" y="602"/>
                    </a:lnTo>
                    <a:lnTo>
                      <a:pt x="37150" y="514"/>
                    </a:lnTo>
                    <a:lnTo>
                      <a:pt x="37000" y="426"/>
                    </a:lnTo>
                    <a:lnTo>
                      <a:pt x="36849" y="351"/>
                    </a:lnTo>
                    <a:lnTo>
                      <a:pt x="36699" y="276"/>
                    </a:lnTo>
                    <a:lnTo>
                      <a:pt x="36536" y="213"/>
                    </a:lnTo>
                    <a:lnTo>
                      <a:pt x="36373" y="163"/>
                    </a:lnTo>
                    <a:lnTo>
                      <a:pt x="36210" y="113"/>
                    </a:lnTo>
                    <a:lnTo>
                      <a:pt x="36034" y="75"/>
                    </a:lnTo>
                    <a:lnTo>
                      <a:pt x="35872" y="50"/>
                    </a:lnTo>
                    <a:lnTo>
                      <a:pt x="35696" y="25"/>
                    </a:lnTo>
                    <a:lnTo>
                      <a:pt x="35521" y="13"/>
                    </a:lnTo>
                    <a:lnTo>
                      <a:pt x="35333"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a:extLst>
                  <a:ext uri="{FF2B5EF4-FFF2-40B4-BE49-F238E27FC236}">
                    <a16:creationId xmlns:a16="http://schemas.microsoft.com/office/drawing/2014/main" id="{AF9B4D52-EBE1-BEBB-26F2-0D8917ADC704}"/>
                  </a:ext>
                </a:extLst>
              </p:cNvPr>
              <p:cNvSpPr/>
              <p:nvPr/>
            </p:nvSpPr>
            <p:spPr>
              <a:xfrm>
                <a:off x="3517371" y="3899457"/>
                <a:ext cx="558948" cy="147093"/>
              </a:xfrm>
              <a:custGeom>
                <a:avLst/>
                <a:gdLst/>
                <a:ahLst/>
                <a:cxnLst/>
                <a:rect l="l" t="t" r="r" b="b"/>
                <a:pathLst>
                  <a:path w="24867" h="6544" extrusionOk="0">
                    <a:moveTo>
                      <a:pt x="0" y="1"/>
                    </a:moveTo>
                    <a:lnTo>
                      <a:pt x="0" y="6543"/>
                    </a:lnTo>
                    <a:lnTo>
                      <a:pt x="24866" y="6543"/>
                    </a:lnTo>
                    <a:lnTo>
                      <a:pt x="2486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a:extLst>
                  <a:ext uri="{FF2B5EF4-FFF2-40B4-BE49-F238E27FC236}">
                    <a16:creationId xmlns:a16="http://schemas.microsoft.com/office/drawing/2014/main" id="{447C967A-E432-211C-B00A-64579CB84574}"/>
                  </a:ext>
                </a:extLst>
              </p:cNvPr>
              <p:cNvSpPr/>
              <p:nvPr/>
            </p:nvSpPr>
            <p:spPr>
              <a:xfrm>
                <a:off x="2644592" y="3899457"/>
                <a:ext cx="872801" cy="147093"/>
              </a:xfrm>
              <a:custGeom>
                <a:avLst/>
                <a:gdLst/>
                <a:ahLst/>
                <a:cxnLst/>
                <a:rect l="l" t="t" r="r" b="b"/>
                <a:pathLst>
                  <a:path w="38830" h="6544" extrusionOk="0">
                    <a:moveTo>
                      <a:pt x="0" y="1"/>
                    </a:moveTo>
                    <a:lnTo>
                      <a:pt x="0" y="6543"/>
                    </a:lnTo>
                    <a:lnTo>
                      <a:pt x="38829" y="6543"/>
                    </a:lnTo>
                    <a:lnTo>
                      <a:pt x="38829"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a:extLst>
                  <a:ext uri="{FF2B5EF4-FFF2-40B4-BE49-F238E27FC236}">
                    <a16:creationId xmlns:a16="http://schemas.microsoft.com/office/drawing/2014/main" id="{EDDB294B-D7DD-8CE9-2646-0D6A7EDCE7B3}"/>
                  </a:ext>
                </a:extLst>
              </p:cNvPr>
              <p:cNvSpPr/>
              <p:nvPr/>
            </p:nvSpPr>
            <p:spPr>
              <a:xfrm>
                <a:off x="2644592" y="3820876"/>
                <a:ext cx="872801" cy="78604"/>
              </a:xfrm>
              <a:custGeom>
                <a:avLst/>
                <a:gdLst/>
                <a:ahLst/>
                <a:cxnLst/>
                <a:rect l="l" t="t" r="r" b="b"/>
                <a:pathLst>
                  <a:path w="38830" h="3497" extrusionOk="0">
                    <a:moveTo>
                      <a:pt x="3485" y="0"/>
                    </a:moveTo>
                    <a:lnTo>
                      <a:pt x="3309" y="13"/>
                    </a:lnTo>
                    <a:lnTo>
                      <a:pt x="3134" y="25"/>
                    </a:lnTo>
                    <a:lnTo>
                      <a:pt x="2958" y="50"/>
                    </a:lnTo>
                    <a:lnTo>
                      <a:pt x="2783" y="75"/>
                    </a:lnTo>
                    <a:lnTo>
                      <a:pt x="2620" y="113"/>
                    </a:lnTo>
                    <a:lnTo>
                      <a:pt x="2444" y="163"/>
                    </a:lnTo>
                    <a:lnTo>
                      <a:pt x="2294" y="213"/>
                    </a:lnTo>
                    <a:lnTo>
                      <a:pt x="2131" y="276"/>
                    </a:lnTo>
                    <a:lnTo>
                      <a:pt x="1981" y="351"/>
                    </a:lnTo>
                    <a:lnTo>
                      <a:pt x="1830" y="426"/>
                    </a:lnTo>
                    <a:lnTo>
                      <a:pt x="1680" y="514"/>
                    </a:lnTo>
                    <a:lnTo>
                      <a:pt x="1542" y="602"/>
                    </a:lnTo>
                    <a:lnTo>
                      <a:pt x="1404" y="702"/>
                    </a:lnTo>
                    <a:lnTo>
                      <a:pt x="1266" y="802"/>
                    </a:lnTo>
                    <a:lnTo>
                      <a:pt x="1141" y="915"/>
                    </a:lnTo>
                    <a:lnTo>
                      <a:pt x="1016" y="1028"/>
                    </a:lnTo>
                    <a:lnTo>
                      <a:pt x="903" y="1153"/>
                    </a:lnTo>
                    <a:lnTo>
                      <a:pt x="790" y="1279"/>
                    </a:lnTo>
                    <a:lnTo>
                      <a:pt x="690" y="1404"/>
                    </a:lnTo>
                    <a:lnTo>
                      <a:pt x="590" y="1542"/>
                    </a:lnTo>
                    <a:lnTo>
                      <a:pt x="502" y="1692"/>
                    </a:lnTo>
                    <a:lnTo>
                      <a:pt x="414" y="1830"/>
                    </a:lnTo>
                    <a:lnTo>
                      <a:pt x="339" y="1980"/>
                    </a:lnTo>
                    <a:lnTo>
                      <a:pt x="276" y="2143"/>
                    </a:lnTo>
                    <a:lnTo>
                      <a:pt x="214" y="2294"/>
                    </a:lnTo>
                    <a:lnTo>
                      <a:pt x="151" y="2457"/>
                    </a:lnTo>
                    <a:lnTo>
                      <a:pt x="113" y="2620"/>
                    </a:lnTo>
                    <a:lnTo>
                      <a:pt x="63" y="2795"/>
                    </a:lnTo>
                    <a:lnTo>
                      <a:pt x="38" y="2971"/>
                    </a:lnTo>
                    <a:lnTo>
                      <a:pt x="13" y="3133"/>
                    </a:lnTo>
                    <a:lnTo>
                      <a:pt x="0" y="3321"/>
                    </a:lnTo>
                    <a:lnTo>
                      <a:pt x="0" y="3497"/>
                    </a:lnTo>
                    <a:lnTo>
                      <a:pt x="38829" y="3497"/>
                    </a:lnTo>
                    <a:lnTo>
                      <a:pt x="38817" y="3321"/>
                    </a:lnTo>
                    <a:lnTo>
                      <a:pt x="38804" y="3133"/>
                    </a:lnTo>
                    <a:lnTo>
                      <a:pt x="38779" y="2971"/>
                    </a:lnTo>
                    <a:lnTo>
                      <a:pt x="38754" y="2795"/>
                    </a:lnTo>
                    <a:lnTo>
                      <a:pt x="38716" y="2620"/>
                    </a:lnTo>
                    <a:lnTo>
                      <a:pt x="38666" y="2457"/>
                    </a:lnTo>
                    <a:lnTo>
                      <a:pt x="38616" y="2294"/>
                    </a:lnTo>
                    <a:lnTo>
                      <a:pt x="38553" y="2143"/>
                    </a:lnTo>
                    <a:lnTo>
                      <a:pt x="38478" y="1980"/>
                    </a:lnTo>
                    <a:lnTo>
                      <a:pt x="38403" y="1830"/>
                    </a:lnTo>
                    <a:lnTo>
                      <a:pt x="38315" y="1692"/>
                    </a:lnTo>
                    <a:lnTo>
                      <a:pt x="38227" y="1542"/>
                    </a:lnTo>
                    <a:lnTo>
                      <a:pt x="38127" y="1404"/>
                    </a:lnTo>
                    <a:lnTo>
                      <a:pt x="38027" y="1279"/>
                    </a:lnTo>
                    <a:lnTo>
                      <a:pt x="37914" y="1153"/>
                    </a:lnTo>
                    <a:lnTo>
                      <a:pt x="37801" y="1028"/>
                    </a:lnTo>
                    <a:lnTo>
                      <a:pt x="37676" y="915"/>
                    </a:lnTo>
                    <a:lnTo>
                      <a:pt x="37551" y="802"/>
                    </a:lnTo>
                    <a:lnTo>
                      <a:pt x="37425" y="702"/>
                    </a:lnTo>
                    <a:lnTo>
                      <a:pt x="37287" y="602"/>
                    </a:lnTo>
                    <a:lnTo>
                      <a:pt x="37150" y="514"/>
                    </a:lnTo>
                    <a:lnTo>
                      <a:pt x="36999" y="426"/>
                    </a:lnTo>
                    <a:lnTo>
                      <a:pt x="36849" y="351"/>
                    </a:lnTo>
                    <a:lnTo>
                      <a:pt x="36698" y="276"/>
                    </a:lnTo>
                    <a:lnTo>
                      <a:pt x="36535" y="213"/>
                    </a:lnTo>
                    <a:lnTo>
                      <a:pt x="36372" y="163"/>
                    </a:lnTo>
                    <a:lnTo>
                      <a:pt x="36210" y="113"/>
                    </a:lnTo>
                    <a:lnTo>
                      <a:pt x="36034" y="75"/>
                    </a:lnTo>
                    <a:lnTo>
                      <a:pt x="35871" y="50"/>
                    </a:lnTo>
                    <a:lnTo>
                      <a:pt x="35696" y="25"/>
                    </a:lnTo>
                    <a:lnTo>
                      <a:pt x="35520" y="13"/>
                    </a:lnTo>
                    <a:lnTo>
                      <a:pt x="35332"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a:extLst>
                  <a:ext uri="{FF2B5EF4-FFF2-40B4-BE49-F238E27FC236}">
                    <a16:creationId xmlns:a16="http://schemas.microsoft.com/office/drawing/2014/main" id="{2A0CD2F7-5841-D72A-5362-B482805657E9}"/>
                  </a:ext>
                </a:extLst>
              </p:cNvPr>
              <p:cNvSpPr/>
              <p:nvPr/>
            </p:nvSpPr>
            <p:spPr>
              <a:xfrm>
                <a:off x="4031791" y="3899457"/>
                <a:ext cx="89033" cy="826026"/>
              </a:xfrm>
              <a:custGeom>
                <a:avLst/>
                <a:gdLst/>
                <a:ahLst/>
                <a:cxnLst/>
                <a:rect l="l" t="t" r="r" b="b"/>
                <a:pathLst>
                  <a:path w="3961" h="36749" extrusionOk="0">
                    <a:moveTo>
                      <a:pt x="0" y="1"/>
                    </a:moveTo>
                    <a:lnTo>
                      <a:pt x="0" y="36749"/>
                    </a:lnTo>
                    <a:lnTo>
                      <a:pt x="3961" y="36749"/>
                    </a:lnTo>
                    <a:lnTo>
                      <a:pt x="396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6">
                <a:extLst>
                  <a:ext uri="{FF2B5EF4-FFF2-40B4-BE49-F238E27FC236}">
                    <a16:creationId xmlns:a16="http://schemas.microsoft.com/office/drawing/2014/main" id="{AB9E7287-99A3-8311-AF81-A779C4E662DC}"/>
                  </a:ext>
                </a:extLst>
              </p:cNvPr>
              <p:cNvSpPr/>
              <p:nvPr/>
            </p:nvSpPr>
            <p:spPr>
              <a:xfrm>
                <a:off x="3517371" y="3899457"/>
                <a:ext cx="89033" cy="826026"/>
              </a:xfrm>
              <a:custGeom>
                <a:avLst/>
                <a:gdLst/>
                <a:ahLst/>
                <a:cxnLst/>
                <a:rect l="l" t="t" r="r" b="b"/>
                <a:pathLst>
                  <a:path w="3961" h="36749" extrusionOk="0">
                    <a:moveTo>
                      <a:pt x="0" y="1"/>
                    </a:moveTo>
                    <a:lnTo>
                      <a:pt x="0" y="36749"/>
                    </a:lnTo>
                    <a:lnTo>
                      <a:pt x="3961" y="36749"/>
                    </a:lnTo>
                    <a:lnTo>
                      <a:pt x="396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a:extLst>
                  <a:ext uri="{FF2B5EF4-FFF2-40B4-BE49-F238E27FC236}">
                    <a16:creationId xmlns:a16="http://schemas.microsoft.com/office/drawing/2014/main" id="{F5D6CA0E-D835-2BB1-E69F-5A77136651BC}"/>
                  </a:ext>
                </a:extLst>
              </p:cNvPr>
              <p:cNvSpPr/>
              <p:nvPr/>
            </p:nvSpPr>
            <p:spPr>
              <a:xfrm>
                <a:off x="2500624" y="3284203"/>
                <a:ext cx="324575" cy="1441280"/>
              </a:xfrm>
              <a:custGeom>
                <a:avLst/>
                <a:gdLst/>
                <a:ahLst/>
                <a:cxnLst/>
                <a:rect l="l" t="t" r="r" b="b"/>
                <a:pathLst>
                  <a:path w="14440" h="64121" extrusionOk="0">
                    <a:moveTo>
                      <a:pt x="10805" y="0"/>
                    </a:moveTo>
                    <a:lnTo>
                      <a:pt x="1" y="64121"/>
                    </a:lnTo>
                    <a:lnTo>
                      <a:pt x="3974" y="64121"/>
                    </a:lnTo>
                    <a:lnTo>
                      <a:pt x="14414" y="2143"/>
                    </a:lnTo>
                    <a:lnTo>
                      <a:pt x="14439" y="1930"/>
                    </a:lnTo>
                    <a:lnTo>
                      <a:pt x="14439" y="1730"/>
                    </a:lnTo>
                    <a:lnTo>
                      <a:pt x="14414" y="1529"/>
                    </a:lnTo>
                    <a:lnTo>
                      <a:pt x="14364" y="1329"/>
                    </a:lnTo>
                    <a:lnTo>
                      <a:pt x="14302" y="1141"/>
                    </a:lnTo>
                    <a:lnTo>
                      <a:pt x="14226" y="965"/>
                    </a:lnTo>
                    <a:lnTo>
                      <a:pt x="14126" y="802"/>
                    </a:lnTo>
                    <a:lnTo>
                      <a:pt x="14001" y="652"/>
                    </a:lnTo>
                    <a:lnTo>
                      <a:pt x="13875" y="501"/>
                    </a:lnTo>
                    <a:lnTo>
                      <a:pt x="13725" y="376"/>
                    </a:lnTo>
                    <a:lnTo>
                      <a:pt x="13562" y="263"/>
                    </a:lnTo>
                    <a:lnTo>
                      <a:pt x="13387" y="176"/>
                    </a:lnTo>
                    <a:lnTo>
                      <a:pt x="13211" y="100"/>
                    </a:lnTo>
                    <a:lnTo>
                      <a:pt x="13011" y="38"/>
                    </a:lnTo>
                    <a:lnTo>
                      <a:pt x="12810" y="13"/>
                    </a:lnTo>
                    <a:lnTo>
                      <a:pt x="12597"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a:extLst>
                  <a:ext uri="{FF2B5EF4-FFF2-40B4-BE49-F238E27FC236}">
                    <a16:creationId xmlns:a16="http://schemas.microsoft.com/office/drawing/2014/main" id="{6D8FB554-F005-673F-BDA6-3A2424786310}"/>
                  </a:ext>
                </a:extLst>
              </p:cNvPr>
              <p:cNvSpPr/>
              <p:nvPr/>
            </p:nvSpPr>
            <p:spPr>
              <a:xfrm>
                <a:off x="2408781" y="3152058"/>
                <a:ext cx="417542" cy="300906"/>
              </a:xfrm>
              <a:custGeom>
                <a:avLst/>
                <a:gdLst/>
                <a:ahLst/>
                <a:cxnLst/>
                <a:rect l="l" t="t" r="r" b="b"/>
                <a:pathLst>
                  <a:path w="18576" h="13387" extrusionOk="0">
                    <a:moveTo>
                      <a:pt x="1304" y="1"/>
                    </a:moveTo>
                    <a:lnTo>
                      <a:pt x="1154" y="13"/>
                    </a:lnTo>
                    <a:lnTo>
                      <a:pt x="1016" y="39"/>
                    </a:lnTo>
                    <a:lnTo>
                      <a:pt x="878" y="76"/>
                    </a:lnTo>
                    <a:lnTo>
                      <a:pt x="753" y="126"/>
                    </a:lnTo>
                    <a:lnTo>
                      <a:pt x="628" y="189"/>
                    </a:lnTo>
                    <a:lnTo>
                      <a:pt x="515" y="264"/>
                    </a:lnTo>
                    <a:lnTo>
                      <a:pt x="415" y="352"/>
                    </a:lnTo>
                    <a:lnTo>
                      <a:pt x="314" y="452"/>
                    </a:lnTo>
                    <a:lnTo>
                      <a:pt x="239" y="565"/>
                    </a:lnTo>
                    <a:lnTo>
                      <a:pt x="164" y="678"/>
                    </a:lnTo>
                    <a:lnTo>
                      <a:pt x="101" y="791"/>
                    </a:lnTo>
                    <a:lnTo>
                      <a:pt x="64" y="928"/>
                    </a:lnTo>
                    <a:lnTo>
                      <a:pt x="26" y="1054"/>
                    </a:lnTo>
                    <a:lnTo>
                      <a:pt x="13" y="1204"/>
                    </a:lnTo>
                    <a:lnTo>
                      <a:pt x="1" y="1342"/>
                    </a:lnTo>
                    <a:lnTo>
                      <a:pt x="13" y="1480"/>
                    </a:lnTo>
                    <a:lnTo>
                      <a:pt x="1141" y="9100"/>
                    </a:lnTo>
                    <a:lnTo>
                      <a:pt x="1154" y="9226"/>
                    </a:lnTo>
                    <a:lnTo>
                      <a:pt x="1192" y="9338"/>
                    </a:lnTo>
                    <a:lnTo>
                      <a:pt x="1229" y="9464"/>
                    </a:lnTo>
                    <a:lnTo>
                      <a:pt x="1279" y="9576"/>
                    </a:lnTo>
                    <a:lnTo>
                      <a:pt x="1342" y="9677"/>
                    </a:lnTo>
                    <a:lnTo>
                      <a:pt x="1405" y="9777"/>
                    </a:lnTo>
                    <a:lnTo>
                      <a:pt x="1480" y="9877"/>
                    </a:lnTo>
                    <a:lnTo>
                      <a:pt x="1568" y="9965"/>
                    </a:lnTo>
                    <a:lnTo>
                      <a:pt x="1655" y="10053"/>
                    </a:lnTo>
                    <a:lnTo>
                      <a:pt x="1743" y="10128"/>
                    </a:lnTo>
                    <a:lnTo>
                      <a:pt x="1843" y="10191"/>
                    </a:lnTo>
                    <a:lnTo>
                      <a:pt x="1956" y="10253"/>
                    </a:lnTo>
                    <a:lnTo>
                      <a:pt x="2069" y="10303"/>
                    </a:lnTo>
                    <a:lnTo>
                      <a:pt x="2182" y="10354"/>
                    </a:lnTo>
                    <a:lnTo>
                      <a:pt x="2307" y="10379"/>
                    </a:lnTo>
                    <a:lnTo>
                      <a:pt x="2432" y="10404"/>
                    </a:lnTo>
                    <a:lnTo>
                      <a:pt x="2834" y="10466"/>
                    </a:lnTo>
                    <a:lnTo>
                      <a:pt x="3260" y="10504"/>
                    </a:lnTo>
                    <a:lnTo>
                      <a:pt x="3673" y="10554"/>
                    </a:lnTo>
                    <a:lnTo>
                      <a:pt x="4099" y="10579"/>
                    </a:lnTo>
                    <a:lnTo>
                      <a:pt x="4952" y="10629"/>
                    </a:lnTo>
                    <a:lnTo>
                      <a:pt x="5804" y="10642"/>
                    </a:lnTo>
                    <a:lnTo>
                      <a:pt x="6631" y="10642"/>
                    </a:lnTo>
                    <a:lnTo>
                      <a:pt x="7446" y="10629"/>
                    </a:lnTo>
                    <a:lnTo>
                      <a:pt x="8223" y="10592"/>
                    </a:lnTo>
                    <a:lnTo>
                      <a:pt x="8962" y="10542"/>
                    </a:lnTo>
                    <a:lnTo>
                      <a:pt x="9652" y="10491"/>
                    </a:lnTo>
                    <a:lnTo>
                      <a:pt x="10278" y="10429"/>
                    </a:lnTo>
                    <a:lnTo>
                      <a:pt x="11319" y="10316"/>
                    </a:lnTo>
                    <a:lnTo>
                      <a:pt x="11995" y="10228"/>
                    </a:lnTo>
                    <a:lnTo>
                      <a:pt x="12234" y="10191"/>
                    </a:lnTo>
                    <a:lnTo>
                      <a:pt x="17585" y="13387"/>
                    </a:lnTo>
                    <a:lnTo>
                      <a:pt x="18538" y="7797"/>
                    </a:lnTo>
                    <a:lnTo>
                      <a:pt x="18563" y="7571"/>
                    </a:lnTo>
                    <a:lnTo>
                      <a:pt x="18576" y="7345"/>
                    </a:lnTo>
                    <a:lnTo>
                      <a:pt x="18576" y="7120"/>
                    </a:lnTo>
                    <a:lnTo>
                      <a:pt x="18563" y="6907"/>
                    </a:lnTo>
                    <a:lnTo>
                      <a:pt x="18525" y="6681"/>
                    </a:lnTo>
                    <a:lnTo>
                      <a:pt x="18488" y="6468"/>
                    </a:lnTo>
                    <a:lnTo>
                      <a:pt x="18425" y="6255"/>
                    </a:lnTo>
                    <a:lnTo>
                      <a:pt x="18350" y="6055"/>
                    </a:lnTo>
                    <a:lnTo>
                      <a:pt x="18262" y="5854"/>
                    </a:lnTo>
                    <a:lnTo>
                      <a:pt x="18162" y="5653"/>
                    </a:lnTo>
                    <a:lnTo>
                      <a:pt x="18049" y="5465"/>
                    </a:lnTo>
                    <a:lnTo>
                      <a:pt x="17924" y="5290"/>
                    </a:lnTo>
                    <a:lnTo>
                      <a:pt x="17786" y="5115"/>
                    </a:lnTo>
                    <a:lnTo>
                      <a:pt x="17636" y="4952"/>
                    </a:lnTo>
                    <a:lnTo>
                      <a:pt x="17473" y="4789"/>
                    </a:lnTo>
                    <a:lnTo>
                      <a:pt x="17297" y="4651"/>
                    </a:lnTo>
                    <a:lnTo>
                      <a:pt x="14602" y="2583"/>
                    </a:lnTo>
                    <a:lnTo>
                      <a:pt x="14176" y="2282"/>
                    </a:lnTo>
                    <a:lnTo>
                      <a:pt x="13763" y="1994"/>
                    </a:lnTo>
                    <a:lnTo>
                      <a:pt x="13324" y="1718"/>
                    </a:lnTo>
                    <a:lnTo>
                      <a:pt x="12873" y="1467"/>
                    </a:lnTo>
                    <a:lnTo>
                      <a:pt x="12422" y="1242"/>
                    </a:lnTo>
                    <a:lnTo>
                      <a:pt x="11958" y="1029"/>
                    </a:lnTo>
                    <a:lnTo>
                      <a:pt x="11494" y="841"/>
                    </a:lnTo>
                    <a:lnTo>
                      <a:pt x="11018" y="665"/>
                    </a:lnTo>
                    <a:lnTo>
                      <a:pt x="10529" y="515"/>
                    </a:lnTo>
                    <a:lnTo>
                      <a:pt x="10040" y="377"/>
                    </a:lnTo>
                    <a:lnTo>
                      <a:pt x="9539" y="264"/>
                    </a:lnTo>
                    <a:lnTo>
                      <a:pt x="9038" y="176"/>
                    </a:lnTo>
                    <a:lnTo>
                      <a:pt x="8536" y="101"/>
                    </a:lnTo>
                    <a:lnTo>
                      <a:pt x="8022" y="51"/>
                    </a:lnTo>
                    <a:lnTo>
                      <a:pt x="7521" y="13"/>
                    </a:lnTo>
                    <a:lnTo>
                      <a:pt x="7007"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a:extLst>
                  <a:ext uri="{FF2B5EF4-FFF2-40B4-BE49-F238E27FC236}">
                    <a16:creationId xmlns:a16="http://schemas.microsoft.com/office/drawing/2014/main" id="{71FA1839-6733-32BD-5C8D-4F5A6AE2C53D}"/>
                  </a:ext>
                </a:extLst>
              </p:cNvPr>
              <p:cNvSpPr/>
              <p:nvPr/>
            </p:nvSpPr>
            <p:spPr>
              <a:xfrm>
                <a:off x="3497366" y="2930924"/>
                <a:ext cx="198634" cy="265122"/>
              </a:xfrm>
              <a:custGeom>
                <a:avLst/>
                <a:gdLst/>
                <a:ahLst/>
                <a:cxnLst/>
                <a:rect l="l" t="t" r="r" b="b"/>
                <a:pathLst>
                  <a:path w="8837" h="11795" extrusionOk="0">
                    <a:moveTo>
                      <a:pt x="3773" y="0"/>
                    </a:moveTo>
                    <a:lnTo>
                      <a:pt x="0" y="3146"/>
                    </a:lnTo>
                    <a:lnTo>
                      <a:pt x="414" y="3948"/>
                    </a:lnTo>
                    <a:lnTo>
                      <a:pt x="878" y="4801"/>
                    </a:lnTo>
                    <a:lnTo>
                      <a:pt x="1429" y="5816"/>
                    </a:lnTo>
                    <a:lnTo>
                      <a:pt x="2031" y="6894"/>
                    </a:lnTo>
                    <a:lnTo>
                      <a:pt x="2331" y="7420"/>
                    </a:lnTo>
                    <a:lnTo>
                      <a:pt x="2632" y="7921"/>
                    </a:lnTo>
                    <a:lnTo>
                      <a:pt x="2920" y="8385"/>
                    </a:lnTo>
                    <a:lnTo>
                      <a:pt x="3196" y="8799"/>
                    </a:lnTo>
                    <a:lnTo>
                      <a:pt x="3434" y="9162"/>
                    </a:lnTo>
                    <a:lnTo>
                      <a:pt x="3660" y="9438"/>
                    </a:lnTo>
                    <a:lnTo>
                      <a:pt x="4048" y="9902"/>
                    </a:lnTo>
                    <a:lnTo>
                      <a:pt x="4249" y="10127"/>
                    </a:lnTo>
                    <a:lnTo>
                      <a:pt x="4462" y="10340"/>
                    </a:lnTo>
                    <a:lnTo>
                      <a:pt x="4675" y="10541"/>
                    </a:lnTo>
                    <a:lnTo>
                      <a:pt x="4913" y="10741"/>
                    </a:lnTo>
                    <a:lnTo>
                      <a:pt x="5164" y="10917"/>
                    </a:lnTo>
                    <a:lnTo>
                      <a:pt x="5427" y="11092"/>
                    </a:lnTo>
                    <a:lnTo>
                      <a:pt x="5728" y="11243"/>
                    </a:lnTo>
                    <a:lnTo>
                      <a:pt x="6054" y="11381"/>
                    </a:lnTo>
                    <a:lnTo>
                      <a:pt x="6417" y="11493"/>
                    </a:lnTo>
                    <a:lnTo>
                      <a:pt x="6806" y="11594"/>
                    </a:lnTo>
                    <a:lnTo>
                      <a:pt x="7245" y="11681"/>
                    </a:lnTo>
                    <a:lnTo>
                      <a:pt x="7733" y="11744"/>
                    </a:lnTo>
                    <a:lnTo>
                      <a:pt x="8260" y="11782"/>
                    </a:lnTo>
                    <a:lnTo>
                      <a:pt x="8836" y="11794"/>
                    </a:lnTo>
                    <a:lnTo>
                      <a:pt x="8147" y="10090"/>
                    </a:lnTo>
                    <a:lnTo>
                      <a:pt x="7420" y="8322"/>
                    </a:lnTo>
                    <a:lnTo>
                      <a:pt x="6568" y="6279"/>
                    </a:lnTo>
                    <a:lnTo>
                      <a:pt x="5678" y="4174"/>
                    </a:lnTo>
                    <a:lnTo>
                      <a:pt x="4863" y="2269"/>
                    </a:lnTo>
                    <a:lnTo>
                      <a:pt x="4500" y="1467"/>
                    </a:lnTo>
                    <a:lnTo>
                      <a:pt x="4199" y="802"/>
                    </a:lnTo>
                    <a:lnTo>
                      <a:pt x="3948" y="301"/>
                    </a:lnTo>
                    <a:lnTo>
                      <a:pt x="3848" y="126"/>
                    </a:lnTo>
                    <a:lnTo>
                      <a:pt x="377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a:extLst>
                  <a:ext uri="{FF2B5EF4-FFF2-40B4-BE49-F238E27FC236}">
                    <a16:creationId xmlns:a16="http://schemas.microsoft.com/office/drawing/2014/main" id="{D24E6A5A-FE2F-4BDA-7D0E-B98E8C4114FC}"/>
                  </a:ext>
                </a:extLst>
              </p:cNvPr>
              <p:cNvSpPr/>
              <p:nvPr/>
            </p:nvSpPr>
            <p:spPr>
              <a:xfrm>
                <a:off x="3042376" y="3403648"/>
                <a:ext cx="773923" cy="425139"/>
              </a:xfrm>
              <a:custGeom>
                <a:avLst/>
                <a:gdLst/>
                <a:ahLst/>
                <a:cxnLst/>
                <a:rect l="l" t="t" r="r" b="b"/>
                <a:pathLst>
                  <a:path w="34431" h="18914" extrusionOk="0">
                    <a:moveTo>
                      <a:pt x="978" y="0"/>
                    </a:moveTo>
                    <a:lnTo>
                      <a:pt x="865" y="1203"/>
                    </a:lnTo>
                    <a:lnTo>
                      <a:pt x="602" y="4161"/>
                    </a:lnTo>
                    <a:lnTo>
                      <a:pt x="452" y="5966"/>
                    </a:lnTo>
                    <a:lnTo>
                      <a:pt x="314" y="7821"/>
                    </a:lnTo>
                    <a:lnTo>
                      <a:pt x="189" y="9601"/>
                    </a:lnTo>
                    <a:lnTo>
                      <a:pt x="101" y="11180"/>
                    </a:lnTo>
                    <a:lnTo>
                      <a:pt x="38" y="12496"/>
                    </a:lnTo>
                    <a:lnTo>
                      <a:pt x="13" y="13135"/>
                    </a:lnTo>
                    <a:lnTo>
                      <a:pt x="1" y="13737"/>
                    </a:lnTo>
                    <a:lnTo>
                      <a:pt x="13" y="14326"/>
                    </a:lnTo>
                    <a:lnTo>
                      <a:pt x="38" y="14890"/>
                    </a:lnTo>
                    <a:lnTo>
                      <a:pt x="63" y="15166"/>
                    </a:lnTo>
                    <a:lnTo>
                      <a:pt x="101" y="15429"/>
                    </a:lnTo>
                    <a:lnTo>
                      <a:pt x="139" y="15679"/>
                    </a:lnTo>
                    <a:lnTo>
                      <a:pt x="189" y="15930"/>
                    </a:lnTo>
                    <a:lnTo>
                      <a:pt x="239" y="16168"/>
                    </a:lnTo>
                    <a:lnTo>
                      <a:pt x="314" y="16394"/>
                    </a:lnTo>
                    <a:lnTo>
                      <a:pt x="389" y="16619"/>
                    </a:lnTo>
                    <a:lnTo>
                      <a:pt x="477" y="16833"/>
                    </a:lnTo>
                    <a:lnTo>
                      <a:pt x="577" y="17033"/>
                    </a:lnTo>
                    <a:lnTo>
                      <a:pt x="690" y="17234"/>
                    </a:lnTo>
                    <a:lnTo>
                      <a:pt x="815" y="17409"/>
                    </a:lnTo>
                    <a:lnTo>
                      <a:pt x="953" y="17585"/>
                    </a:lnTo>
                    <a:lnTo>
                      <a:pt x="1104" y="17747"/>
                    </a:lnTo>
                    <a:lnTo>
                      <a:pt x="1267" y="17898"/>
                    </a:lnTo>
                    <a:lnTo>
                      <a:pt x="1455" y="18048"/>
                    </a:lnTo>
                    <a:lnTo>
                      <a:pt x="1643" y="18174"/>
                    </a:lnTo>
                    <a:lnTo>
                      <a:pt x="1868" y="18286"/>
                    </a:lnTo>
                    <a:lnTo>
                      <a:pt x="2094" y="18399"/>
                    </a:lnTo>
                    <a:lnTo>
                      <a:pt x="2344" y="18487"/>
                    </a:lnTo>
                    <a:lnTo>
                      <a:pt x="2608" y="18562"/>
                    </a:lnTo>
                    <a:lnTo>
                      <a:pt x="2921" y="18637"/>
                    </a:lnTo>
                    <a:lnTo>
                      <a:pt x="3309" y="18700"/>
                    </a:lnTo>
                    <a:lnTo>
                      <a:pt x="3761" y="18750"/>
                    </a:lnTo>
                    <a:lnTo>
                      <a:pt x="4287" y="18800"/>
                    </a:lnTo>
                    <a:lnTo>
                      <a:pt x="4851" y="18825"/>
                    </a:lnTo>
                    <a:lnTo>
                      <a:pt x="5478" y="18863"/>
                    </a:lnTo>
                    <a:lnTo>
                      <a:pt x="6155" y="18888"/>
                    </a:lnTo>
                    <a:lnTo>
                      <a:pt x="6869" y="18901"/>
                    </a:lnTo>
                    <a:lnTo>
                      <a:pt x="8386" y="18913"/>
                    </a:lnTo>
                    <a:lnTo>
                      <a:pt x="10002" y="18913"/>
                    </a:lnTo>
                    <a:lnTo>
                      <a:pt x="11682" y="18901"/>
                    </a:lnTo>
                    <a:lnTo>
                      <a:pt x="13361" y="18863"/>
                    </a:lnTo>
                    <a:lnTo>
                      <a:pt x="15003" y="18825"/>
                    </a:lnTo>
                    <a:lnTo>
                      <a:pt x="16570" y="18775"/>
                    </a:lnTo>
                    <a:lnTo>
                      <a:pt x="19302" y="18675"/>
                    </a:lnTo>
                    <a:lnTo>
                      <a:pt x="21195" y="18600"/>
                    </a:lnTo>
                    <a:lnTo>
                      <a:pt x="21897" y="18562"/>
                    </a:lnTo>
                    <a:lnTo>
                      <a:pt x="22072" y="18061"/>
                    </a:lnTo>
                    <a:lnTo>
                      <a:pt x="22260" y="17497"/>
                    </a:lnTo>
                    <a:lnTo>
                      <a:pt x="22536" y="16745"/>
                    </a:lnTo>
                    <a:lnTo>
                      <a:pt x="22862" y="15855"/>
                    </a:lnTo>
                    <a:lnTo>
                      <a:pt x="23238" y="14877"/>
                    </a:lnTo>
                    <a:lnTo>
                      <a:pt x="23664" y="13812"/>
                    </a:lnTo>
                    <a:lnTo>
                      <a:pt x="24128" y="12722"/>
                    </a:lnTo>
                    <a:lnTo>
                      <a:pt x="24366" y="12183"/>
                    </a:lnTo>
                    <a:lnTo>
                      <a:pt x="24616" y="11631"/>
                    </a:lnTo>
                    <a:lnTo>
                      <a:pt x="24880" y="11092"/>
                    </a:lnTo>
                    <a:lnTo>
                      <a:pt x="25143" y="10566"/>
                    </a:lnTo>
                    <a:lnTo>
                      <a:pt x="25406" y="10065"/>
                    </a:lnTo>
                    <a:lnTo>
                      <a:pt x="25669" y="9576"/>
                    </a:lnTo>
                    <a:lnTo>
                      <a:pt x="25945" y="9112"/>
                    </a:lnTo>
                    <a:lnTo>
                      <a:pt x="26208" y="8686"/>
                    </a:lnTo>
                    <a:lnTo>
                      <a:pt x="26484" y="8285"/>
                    </a:lnTo>
                    <a:lnTo>
                      <a:pt x="26760" y="7921"/>
                    </a:lnTo>
                    <a:lnTo>
                      <a:pt x="27023" y="7608"/>
                    </a:lnTo>
                    <a:lnTo>
                      <a:pt x="27161" y="7458"/>
                    </a:lnTo>
                    <a:lnTo>
                      <a:pt x="27299" y="7332"/>
                    </a:lnTo>
                    <a:lnTo>
                      <a:pt x="27424" y="7207"/>
                    </a:lnTo>
                    <a:lnTo>
                      <a:pt x="27562" y="7107"/>
                    </a:lnTo>
                    <a:lnTo>
                      <a:pt x="27687" y="7019"/>
                    </a:lnTo>
                    <a:lnTo>
                      <a:pt x="27812" y="6944"/>
                    </a:lnTo>
                    <a:lnTo>
                      <a:pt x="27950" y="6881"/>
                    </a:lnTo>
                    <a:lnTo>
                      <a:pt x="28076" y="6831"/>
                    </a:lnTo>
                    <a:lnTo>
                      <a:pt x="28201" y="6806"/>
                    </a:lnTo>
                    <a:lnTo>
                      <a:pt x="28326" y="6793"/>
                    </a:lnTo>
                    <a:lnTo>
                      <a:pt x="29341" y="6743"/>
                    </a:lnTo>
                    <a:lnTo>
                      <a:pt x="30382" y="6718"/>
                    </a:lnTo>
                    <a:lnTo>
                      <a:pt x="32362" y="6681"/>
                    </a:lnTo>
                    <a:lnTo>
                      <a:pt x="33841" y="6668"/>
                    </a:lnTo>
                    <a:lnTo>
                      <a:pt x="34430" y="6655"/>
                    </a:lnTo>
                    <a:lnTo>
                      <a:pt x="32976" y="6442"/>
                    </a:lnTo>
                    <a:lnTo>
                      <a:pt x="31447" y="6204"/>
                    </a:lnTo>
                    <a:lnTo>
                      <a:pt x="29680" y="5929"/>
                    </a:lnTo>
                    <a:lnTo>
                      <a:pt x="27863" y="5628"/>
                    </a:lnTo>
                    <a:lnTo>
                      <a:pt x="26196" y="5327"/>
                    </a:lnTo>
                    <a:lnTo>
                      <a:pt x="25481" y="5189"/>
                    </a:lnTo>
                    <a:lnTo>
                      <a:pt x="24880" y="5064"/>
                    </a:lnTo>
                    <a:lnTo>
                      <a:pt x="24428" y="4951"/>
                    </a:lnTo>
                    <a:lnTo>
                      <a:pt x="24265" y="4901"/>
                    </a:lnTo>
                    <a:lnTo>
                      <a:pt x="24140" y="4863"/>
                    </a:lnTo>
                    <a:lnTo>
                      <a:pt x="24040" y="4813"/>
                    </a:lnTo>
                    <a:lnTo>
                      <a:pt x="23952" y="4738"/>
                    </a:lnTo>
                    <a:lnTo>
                      <a:pt x="23852" y="4638"/>
                    </a:lnTo>
                    <a:lnTo>
                      <a:pt x="23764" y="4525"/>
                    </a:lnTo>
                    <a:lnTo>
                      <a:pt x="23676" y="4399"/>
                    </a:lnTo>
                    <a:lnTo>
                      <a:pt x="23589" y="4249"/>
                    </a:lnTo>
                    <a:lnTo>
                      <a:pt x="23501" y="4086"/>
                    </a:lnTo>
                    <a:lnTo>
                      <a:pt x="23426" y="3923"/>
                    </a:lnTo>
                    <a:lnTo>
                      <a:pt x="23263" y="3547"/>
                    </a:lnTo>
                    <a:lnTo>
                      <a:pt x="23125" y="3134"/>
                    </a:lnTo>
                    <a:lnTo>
                      <a:pt x="22987" y="2707"/>
                    </a:lnTo>
                    <a:lnTo>
                      <a:pt x="22862" y="2269"/>
                    </a:lnTo>
                    <a:lnTo>
                      <a:pt x="22749" y="1843"/>
                    </a:lnTo>
                    <a:lnTo>
                      <a:pt x="22649" y="1429"/>
                    </a:lnTo>
                    <a:lnTo>
                      <a:pt x="22498" y="702"/>
                    </a:lnTo>
                    <a:lnTo>
                      <a:pt x="22398" y="188"/>
                    </a:lnTo>
                    <a:lnTo>
                      <a:pt x="223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a:extLst>
                  <a:ext uri="{FF2B5EF4-FFF2-40B4-BE49-F238E27FC236}">
                    <a16:creationId xmlns:a16="http://schemas.microsoft.com/office/drawing/2014/main" id="{C6C84D37-5314-703A-E134-B22D0930F547}"/>
                  </a:ext>
                </a:extLst>
              </p:cNvPr>
              <p:cNvSpPr/>
              <p:nvPr/>
            </p:nvSpPr>
            <p:spPr>
              <a:xfrm>
                <a:off x="3099851" y="3452672"/>
                <a:ext cx="462047" cy="296096"/>
              </a:xfrm>
              <a:custGeom>
                <a:avLst/>
                <a:gdLst/>
                <a:ahLst/>
                <a:cxnLst/>
                <a:rect l="l" t="t" r="r" b="b"/>
                <a:pathLst>
                  <a:path w="20556" h="13173" extrusionOk="0">
                    <a:moveTo>
                      <a:pt x="715" y="0"/>
                    </a:moveTo>
                    <a:lnTo>
                      <a:pt x="564" y="1228"/>
                    </a:lnTo>
                    <a:lnTo>
                      <a:pt x="427" y="2432"/>
                    </a:lnTo>
                    <a:lnTo>
                      <a:pt x="276" y="3860"/>
                    </a:lnTo>
                    <a:lnTo>
                      <a:pt x="214" y="4625"/>
                    </a:lnTo>
                    <a:lnTo>
                      <a:pt x="138" y="5414"/>
                    </a:lnTo>
                    <a:lnTo>
                      <a:pt x="88" y="6192"/>
                    </a:lnTo>
                    <a:lnTo>
                      <a:pt x="38" y="6956"/>
                    </a:lnTo>
                    <a:lnTo>
                      <a:pt x="13" y="7683"/>
                    </a:lnTo>
                    <a:lnTo>
                      <a:pt x="0" y="8360"/>
                    </a:lnTo>
                    <a:lnTo>
                      <a:pt x="13" y="8986"/>
                    </a:lnTo>
                    <a:lnTo>
                      <a:pt x="26" y="9275"/>
                    </a:lnTo>
                    <a:lnTo>
                      <a:pt x="51" y="9538"/>
                    </a:lnTo>
                    <a:lnTo>
                      <a:pt x="63" y="9651"/>
                    </a:lnTo>
                    <a:lnTo>
                      <a:pt x="101" y="9751"/>
                    </a:lnTo>
                    <a:lnTo>
                      <a:pt x="163" y="9864"/>
                    </a:lnTo>
                    <a:lnTo>
                      <a:pt x="239" y="9977"/>
                    </a:lnTo>
                    <a:lnTo>
                      <a:pt x="339" y="10077"/>
                    </a:lnTo>
                    <a:lnTo>
                      <a:pt x="452" y="10190"/>
                    </a:lnTo>
                    <a:lnTo>
                      <a:pt x="590" y="10290"/>
                    </a:lnTo>
                    <a:lnTo>
                      <a:pt x="752" y="10390"/>
                    </a:lnTo>
                    <a:lnTo>
                      <a:pt x="928" y="10490"/>
                    </a:lnTo>
                    <a:lnTo>
                      <a:pt x="1116" y="10591"/>
                    </a:lnTo>
                    <a:lnTo>
                      <a:pt x="1329" y="10691"/>
                    </a:lnTo>
                    <a:lnTo>
                      <a:pt x="1567" y="10791"/>
                    </a:lnTo>
                    <a:lnTo>
                      <a:pt x="1818" y="10879"/>
                    </a:lnTo>
                    <a:lnTo>
                      <a:pt x="2094" y="10979"/>
                    </a:lnTo>
                    <a:lnTo>
                      <a:pt x="2708" y="11155"/>
                    </a:lnTo>
                    <a:lnTo>
                      <a:pt x="3397" y="11330"/>
                    </a:lnTo>
                    <a:lnTo>
                      <a:pt x="4162" y="11506"/>
                    </a:lnTo>
                    <a:lnTo>
                      <a:pt x="5001" y="11669"/>
                    </a:lnTo>
                    <a:lnTo>
                      <a:pt x="5929" y="11832"/>
                    </a:lnTo>
                    <a:lnTo>
                      <a:pt x="6944" y="11994"/>
                    </a:lnTo>
                    <a:lnTo>
                      <a:pt x="8022" y="12145"/>
                    </a:lnTo>
                    <a:lnTo>
                      <a:pt x="9200" y="12283"/>
                    </a:lnTo>
                    <a:lnTo>
                      <a:pt x="10441" y="12433"/>
                    </a:lnTo>
                    <a:lnTo>
                      <a:pt x="12321" y="12609"/>
                    </a:lnTo>
                    <a:lnTo>
                      <a:pt x="14126" y="12772"/>
                    </a:lnTo>
                    <a:lnTo>
                      <a:pt x="15830" y="12897"/>
                    </a:lnTo>
                    <a:lnTo>
                      <a:pt x="17359" y="12997"/>
                    </a:lnTo>
                    <a:lnTo>
                      <a:pt x="18650" y="13072"/>
                    </a:lnTo>
                    <a:lnTo>
                      <a:pt x="19653" y="13135"/>
                    </a:lnTo>
                    <a:lnTo>
                      <a:pt x="20543" y="13173"/>
                    </a:lnTo>
                    <a:lnTo>
                      <a:pt x="20555" y="12897"/>
                    </a:lnTo>
                    <a:lnTo>
                      <a:pt x="19665" y="12847"/>
                    </a:lnTo>
                    <a:lnTo>
                      <a:pt x="18663" y="12797"/>
                    </a:lnTo>
                    <a:lnTo>
                      <a:pt x="17372" y="12721"/>
                    </a:lnTo>
                    <a:lnTo>
                      <a:pt x="15843" y="12621"/>
                    </a:lnTo>
                    <a:lnTo>
                      <a:pt x="14151" y="12483"/>
                    </a:lnTo>
                    <a:lnTo>
                      <a:pt x="12346" y="12333"/>
                    </a:lnTo>
                    <a:lnTo>
                      <a:pt x="10478" y="12145"/>
                    </a:lnTo>
                    <a:lnTo>
                      <a:pt x="8924" y="11969"/>
                    </a:lnTo>
                    <a:lnTo>
                      <a:pt x="7546" y="11794"/>
                    </a:lnTo>
                    <a:lnTo>
                      <a:pt x="6317" y="11606"/>
                    </a:lnTo>
                    <a:lnTo>
                      <a:pt x="5227" y="11430"/>
                    </a:lnTo>
                    <a:lnTo>
                      <a:pt x="4274" y="11242"/>
                    </a:lnTo>
                    <a:lnTo>
                      <a:pt x="3460" y="11054"/>
                    </a:lnTo>
                    <a:lnTo>
                      <a:pt x="2745" y="10879"/>
                    </a:lnTo>
                    <a:lnTo>
                      <a:pt x="2156" y="10704"/>
                    </a:lnTo>
                    <a:lnTo>
                      <a:pt x="1667" y="10528"/>
                    </a:lnTo>
                    <a:lnTo>
                      <a:pt x="1266" y="10353"/>
                    </a:lnTo>
                    <a:lnTo>
                      <a:pt x="1103" y="10277"/>
                    </a:lnTo>
                    <a:lnTo>
                      <a:pt x="953" y="10190"/>
                    </a:lnTo>
                    <a:lnTo>
                      <a:pt x="828" y="10114"/>
                    </a:lnTo>
                    <a:lnTo>
                      <a:pt x="715" y="10039"/>
                    </a:lnTo>
                    <a:lnTo>
                      <a:pt x="615" y="9964"/>
                    </a:lnTo>
                    <a:lnTo>
                      <a:pt x="539" y="9889"/>
                    </a:lnTo>
                    <a:lnTo>
                      <a:pt x="477" y="9814"/>
                    </a:lnTo>
                    <a:lnTo>
                      <a:pt x="427" y="9751"/>
                    </a:lnTo>
                    <a:lnTo>
                      <a:pt x="389" y="9688"/>
                    </a:lnTo>
                    <a:lnTo>
                      <a:pt x="351" y="9626"/>
                    </a:lnTo>
                    <a:lnTo>
                      <a:pt x="339" y="9563"/>
                    </a:lnTo>
                    <a:lnTo>
                      <a:pt x="326" y="9513"/>
                    </a:lnTo>
                    <a:lnTo>
                      <a:pt x="314" y="9250"/>
                    </a:lnTo>
                    <a:lnTo>
                      <a:pt x="301" y="8961"/>
                    </a:lnTo>
                    <a:lnTo>
                      <a:pt x="289" y="8347"/>
                    </a:lnTo>
                    <a:lnTo>
                      <a:pt x="301" y="7658"/>
                    </a:lnTo>
                    <a:lnTo>
                      <a:pt x="326" y="6918"/>
                    </a:lnTo>
                    <a:lnTo>
                      <a:pt x="376" y="6154"/>
                    </a:lnTo>
                    <a:lnTo>
                      <a:pt x="427" y="5364"/>
                    </a:lnTo>
                    <a:lnTo>
                      <a:pt x="502" y="4575"/>
                    </a:lnTo>
                    <a:lnTo>
                      <a:pt x="564" y="3798"/>
                    </a:lnTo>
                    <a:lnTo>
                      <a:pt x="715" y="2369"/>
                    </a:lnTo>
                    <a:lnTo>
                      <a:pt x="853" y="1166"/>
                    </a:lnTo>
                    <a:lnTo>
                      <a:pt x="1003" y="38"/>
                    </a:lnTo>
                    <a:lnTo>
                      <a:pt x="71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a:extLst>
                  <a:ext uri="{FF2B5EF4-FFF2-40B4-BE49-F238E27FC236}">
                    <a16:creationId xmlns:a16="http://schemas.microsoft.com/office/drawing/2014/main" id="{F2BFF37F-F4EF-2A62-F50A-224D096BB38C}"/>
                  </a:ext>
                </a:extLst>
              </p:cNvPr>
              <p:cNvSpPr/>
              <p:nvPr/>
            </p:nvSpPr>
            <p:spPr>
              <a:xfrm>
                <a:off x="3457356" y="3521970"/>
                <a:ext cx="183147" cy="302862"/>
              </a:xfrm>
              <a:custGeom>
                <a:avLst/>
                <a:gdLst/>
                <a:ahLst/>
                <a:cxnLst/>
                <a:rect l="l" t="t" r="r" b="b"/>
                <a:pathLst>
                  <a:path w="8148" h="13474" extrusionOk="0">
                    <a:moveTo>
                      <a:pt x="8097" y="0"/>
                    </a:moveTo>
                    <a:lnTo>
                      <a:pt x="7621" y="75"/>
                    </a:lnTo>
                    <a:lnTo>
                      <a:pt x="7157" y="163"/>
                    </a:lnTo>
                    <a:lnTo>
                      <a:pt x="6606" y="276"/>
                    </a:lnTo>
                    <a:lnTo>
                      <a:pt x="6016" y="414"/>
                    </a:lnTo>
                    <a:lnTo>
                      <a:pt x="5427" y="564"/>
                    </a:lnTo>
                    <a:lnTo>
                      <a:pt x="5139" y="652"/>
                    </a:lnTo>
                    <a:lnTo>
                      <a:pt x="4876" y="740"/>
                    </a:lnTo>
                    <a:lnTo>
                      <a:pt x="4650" y="827"/>
                    </a:lnTo>
                    <a:lnTo>
                      <a:pt x="4437" y="915"/>
                    </a:lnTo>
                    <a:lnTo>
                      <a:pt x="4362" y="965"/>
                    </a:lnTo>
                    <a:lnTo>
                      <a:pt x="4274" y="1053"/>
                    </a:lnTo>
                    <a:lnTo>
                      <a:pt x="4162" y="1178"/>
                    </a:lnTo>
                    <a:lnTo>
                      <a:pt x="4036" y="1379"/>
                    </a:lnTo>
                    <a:lnTo>
                      <a:pt x="3886" y="1667"/>
                    </a:lnTo>
                    <a:lnTo>
                      <a:pt x="3710" y="2043"/>
                    </a:lnTo>
                    <a:lnTo>
                      <a:pt x="3497" y="2532"/>
                    </a:lnTo>
                    <a:lnTo>
                      <a:pt x="3259" y="3134"/>
                    </a:lnTo>
                    <a:lnTo>
                      <a:pt x="2946" y="3998"/>
                    </a:lnTo>
                    <a:lnTo>
                      <a:pt x="2595" y="4989"/>
                    </a:lnTo>
                    <a:lnTo>
                      <a:pt x="2206" y="6117"/>
                    </a:lnTo>
                    <a:lnTo>
                      <a:pt x="1805" y="7382"/>
                    </a:lnTo>
                    <a:lnTo>
                      <a:pt x="1454" y="8498"/>
                    </a:lnTo>
                    <a:lnTo>
                      <a:pt x="1128" y="9588"/>
                    </a:lnTo>
                    <a:lnTo>
                      <a:pt x="552" y="11506"/>
                    </a:lnTo>
                    <a:lnTo>
                      <a:pt x="151" y="12872"/>
                    </a:lnTo>
                    <a:lnTo>
                      <a:pt x="0" y="13398"/>
                    </a:lnTo>
                    <a:lnTo>
                      <a:pt x="276" y="13474"/>
                    </a:lnTo>
                    <a:lnTo>
                      <a:pt x="427" y="12947"/>
                    </a:lnTo>
                    <a:lnTo>
                      <a:pt x="815" y="11594"/>
                    </a:lnTo>
                    <a:lnTo>
                      <a:pt x="1392" y="9676"/>
                    </a:lnTo>
                    <a:lnTo>
                      <a:pt x="1730" y="8586"/>
                    </a:lnTo>
                    <a:lnTo>
                      <a:pt x="2081" y="7470"/>
                    </a:lnTo>
                    <a:lnTo>
                      <a:pt x="2382" y="6505"/>
                    </a:lnTo>
                    <a:lnTo>
                      <a:pt x="2670" y="5640"/>
                    </a:lnTo>
                    <a:lnTo>
                      <a:pt x="2933" y="4876"/>
                    </a:lnTo>
                    <a:lnTo>
                      <a:pt x="3171" y="4199"/>
                    </a:lnTo>
                    <a:lnTo>
                      <a:pt x="3384" y="3622"/>
                    </a:lnTo>
                    <a:lnTo>
                      <a:pt x="3572" y="3109"/>
                    </a:lnTo>
                    <a:lnTo>
                      <a:pt x="3748" y="2682"/>
                    </a:lnTo>
                    <a:lnTo>
                      <a:pt x="3898" y="2319"/>
                    </a:lnTo>
                    <a:lnTo>
                      <a:pt x="4036" y="2006"/>
                    </a:lnTo>
                    <a:lnTo>
                      <a:pt x="4149" y="1767"/>
                    </a:lnTo>
                    <a:lnTo>
                      <a:pt x="4249" y="1567"/>
                    </a:lnTo>
                    <a:lnTo>
                      <a:pt x="4337" y="1429"/>
                    </a:lnTo>
                    <a:lnTo>
                      <a:pt x="4412" y="1316"/>
                    </a:lnTo>
                    <a:lnTo>
                      <a:pt x="4475" y="1241"/>
                    </a:lnTo>
                    <a:lnTo>
                      <a:pt x="4525" y="1191"/>
                    </a:lnTo>
                    <a:lnTo>
                      <a:pt x="4563" y="1166"/>
                    </a:lnTo>
                    <a:lnTo>
                      <a:pt x="4763" y="1078"/>
                    </a:lnTo>
                    <a:lnTo>
                      <a:pt x="4989" y="990"/>
                    </a:lnTo>
                    <a:lnTo>
                      <a:pt x="5252" y="915"/>
                    </a:lnTo>
                    <a:lnTo>
                      <a:pt x="5528" y="827"/>
                    </a:lnTo>
                    <a:lnTo>
                      <a:pt x="6117" y="677"/>
                    </a:lnTo>
                    <a:lnTo>
                      <a:pt x="6706" y="539"/>
                    </a:lnTo>
                    <a:lnTo>
                      <a:pt x="7257" y="439"/>
                    </a:lnTo>
                    <a:lnTo>
                      <a:pt x="7708" y="351"/>
                    </a:lnTo>
                    <a:lnTo>
                      <a:pt x="8147" y="276"/>
                    </a:lnTo>
                    <a:lnTo>
                      <a:pt x="809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a:extLst>
                  <a:ext uri="{FF2B5EF4-FFF2-40B4-BE49-F238E27FC236}">
                    <a16:creationId xmlns:a16="http://schemas.microsoft.com/office/drawing/2014/main" id="{6ECD3109-43A0-A82A-E66C-12DFEEE16E25}"/>
                  </a:ext>
                </a:extLst>
              </p:cNvPr>
              <p:cNvSpPr/>
              <p:nvPr/>
            </p:nvSpPr>
            <p:spPr>
              <a:xfrm>
                <a:off x="3675410" y="3552944"/>
                <a:ext cx="460339" cy="972242"/>
              </a:xfrm>
              <a:custGeom>
                <a:avLst/>
                <a:gdLst/>
                <a:ahLst/>
                <a:cxnLst/>
                <a:rect l="l" t="t" r="r" b="b"/>
                <a:pathLst>
                  <a:path w="20480" h="43254" extrusionOk="0">
                    <a:moveTo>
                      <a:pt x="12007" y="1"/>
                    </a:moveTo>
                    <a:lnTo>
                      <a:pt x="10854" y="26"/>
                    </a:lnTo>
                    <a:lnTo>
                      <a:pt x="9714" y="64"/>
                    </a:lnTo>
                    <a:lnTo>
                      <a:pt x="9162" y="89"/>
                    </a:lnTo>
                    <a:lnTo>
                      <a:pt x="8623" y="126"/>
                    </a:lnTo>
                    <a:lnTo>
                      <a:pt x="8109" y="164"/>
                    </a:lnTo>
                    <a:lnTo>
                      <a:pt x="7621" y="214"/>
                    </a:lnTo>
                    <a:lnTo>
                      <a:pt x="7157" y="277"/>
                    </a:lnTo>
                    <a:lnTo>
                      <a:pt x="6731" y="339"/>
                    </a:lnTo>
                    <a:lnTo>
                      <a:pt x="6342" y="415"/>
                    </a:lnTo>
                    <a:lnTo>
                      <a:pt x="5991" y="502"/>
                    </a:lnTo>
                    <a:lnTo>
                      <a:pt x="5678" y="603"/>
                    </a:lnTo>
                    <a:lnTo>
                      <a:pt x="5415" y="703"/>
                    </a:lnTo>
                    <a:lnTo>
                      <a:pt x="5314" y="753"/>
                    </a:lnTo>
                    <a:lnTo>
                      <a:pt x="5214" y="816"/>
                    </a:lnTo>
                    <a:lnTo>
                      <a:pt x="5139" y="878"/>
                    </a:lnTo>
                    <a:lnTo>
                      <a:pt x="5064" y="941"/>
                    </a:lnTo>
                    <a:lnTo>
                      <a:pt x="4951" y="1104"/>
                    </a:lnTo>
                    <a:lnTo>
                      <a:pt x="4826" y="1304"/>
                    </a:lnTo>
                    <a:lnTo>
                      <a:pt x="4700" y="1543"/>
                    </a:lnTo>
                    <a:lnTo>
                      <a:pt x="4575" y="1818"/>
                    </a:lnTo>
                    <a:lnTo>
                      <a:pt x="4437" y="2132"/>
                    </a:lnTo>
                    <a:lnTo>
                      <a:pt x="4312" y="2483"/>
                    </a:lnTo>
                    <a:lnTo>
                      <a:pt x="4186" y="2859"/>
                    </a:lnTo>
                    <a:lnTo>
                      <a:pt x="4049" y="3260"/>
                    </a:lnTo>
                    <a:lnTo>
                      <a:pt x="3785" y="4124"/>
                    </a:lnTo>
                    <a:lnTo>
                      <a:pt x="3535" y="5039"/>
                    </a:lnTo>
                    <a:lnTo>
                      <a:pt x="3284" y="6004"/>
                    </a:lnTo>
                    <a:lnTo>
                      <a:pt x="3046" y="6969"/>
                    </a:lnTo>
                    <a:lnTo>
                      <a:pt x="2820" y="7922"/>
                    </a:lnTo>
                    <a:lnTo>
                      <a:pt x="2620" y="8824"/>
                    </a:lnTo>
                    <a:lnTo>
                      <a:pt x="2281" y="10404"/>
                    </a:lnTo>
                    <a:lnTo>
                      <a:pt x="2056" y="11507"/>
                    </a:lnTo>
                    <a:lnTo>
                      <a:pt x="1968" y="11920"/>
                    </a:lnTo>
                    <a:lnTo>
                      <a:pt x="8724" y="11920"/>
                    </a:lnTo>
                    <a:lnTo>
                      <a:pt x="0" y="42802"/>
                    </a:lnTo>
                    <a:lnTo>
                      <a:pt x="4738" y="43254"/>
                    </a:lnTo>
                    <a:lnTo>
                      <a:pt x="5252" y="42251"/>
                    </a:lnTo>
                    <a:lnTo>
                      <a:pt x="6618" y="39531"/>
                    </a:lnTo>
                    <a:lnTo>
                      <a:pt x="8586" y="35571"/>
                    </a:lnTo>
                    <a:lnTo>
                      <a:pt x="9714" y="33277"/>
                    </a:lnTo>
                    <a:lnTo>
                      <a:pt x="10904" y="30846"/>
                    </a:lnTo>
                    <a:lnTo>
                      <a:pt x="12108" y="28339"/>
                    </a:lnTo>
                    <a:lnTo>
                      <a:pt x="13311" y="25820"/>
                    </a:lnTo>
                    <a:lnTo>
                      <a:pt x="14464" y="23351"/>
                    </a:lnTo>
                    <a:lnTo>
                      <a:pt x="15554" y="20969"/>
                    </a:lnTo>
                    <a:lnTo>
                      <a:pt x="16056" y="19841"/>
                    </a:lnTo>
                    <a:lnTo>
                      <a:pt x="16532" y="18763"/>
                    </a:lnTo>
                    <a:lnTo>
                      <a:pt x="16983" y="17736"/>
                    </a:lnTo>
                    <a:lnTo>
                      <a:pt x="17384" y="16758"/>
                    </a:lnTo>
                    <a:lnTo>
                      <a:pt x="17748" y="15868"/>
                    </a:lnTo>
                    <a:lnTo>
                      <a:pt x="18061" y="15053"/>
                    </a:lnTo>
                    <a:lnTo>
                      <a:pt x="18324" y="14314"/>
                    </a:lnTo>
                    <a:lnTo>
                      <a:pt x="18537" y="13675"/>
                    </a:lnTo>
                    <a:lnTo>
                      <a:pt x="18901" y="12472"/>
                    </a:lnTo>
                    <a:lnTo>
                      <a:pt x="19239" y="11281"/>
                    </a:lnTo>
                    <a:lnTo>
                      <a:pt x="19552" y="10078"/>
                    </a:lnTo>
                    <a:lnTo>
                      <a:pt x="19703" y="9489"/>
                    </a:lnTo>
                    <a:lnTo>
                      <a:pt x="19828" y="8912"/>
                    </a:lnTo>
                    <a:lnTo>
                      <a:pt x="19954" y="8336"/>
                    </a:lnTo>
                    <a:lnTo>
                      <a:pt x="20066" y="7759"/>
                    </a:lnTo>
                    <a:lnTo>
                      <a:pt x="20179" y="7208"/>
                    </a:lnTo>
                    <a:lnTo>
                      <a:pt x="20267" y="6656"/>
                    </a:lnTo>
                    <a:lnTo>
                      <a:pt x="20342" y="6117"/>
                    </a:lnTo>
                    <a:lnTo>
                      <a:pt x="20392" y="5603"/>
                    </a:lnTo>
                    <a:lnTo>
                      <a:pt x="20442" y="5089"/>
                    </a:lnTo>
                    <a:lnTo>
                      <a:pt x="20467" y="4601"/>
                    </a:lnTo>
                    <a:lnTo>
                      <a:pt x="20480" y="4137"/>
                    </a:lnTo>
                    <a:lnTo>
                      <a:pt x="20480" y="3673"/>
                    </a:lnTo>
                    <a:lnTo>
                      <a:pt x="20455" y="3247"/>
                    </a:lnTo>
                    <a:lnTo>
                      <a:pt x="20405" y="2833"/>
                    </a:lnTo>
                    <a:lnTo>
                      <a:pt x="20342" y="2445"/>
                    </a:lnTo>
                    <a:lnTo>
                      <a:pt x="20254" y="2094"/>
                    </a:lnTo>
                    <a:lnTo>
                      <a:pt x="20204" y="1919"/>
                    </a:lnTo>
                    <a:lnTo>
                      <a:pt x="20142" y="1756"/>
                    </a:lnTo>
                    <a:lnTo>
                      <a:pt x="20079" y="1593"/>
                    </a:lnTo>
                    <a:lnTo>
                      <a:pt x="20004" y="1442"/>
                    </a:lnTo>
                    <a:lnTo>
                      <a:pt x="19928" y="1304"/>
                    </a:lnTo>
                    <a:lnTo>
                      <a:pt x="19853" y="1167"/>
                    </a:lnTo>
                    <a:lnTo>
                      <a:pt x="19766" y="1041"/>
                    </a:lnTo>
                    <a:lnTo>
                      <a:pt x="19665" y="916"/>
                    </a:lnTo>
                    <a:lnTo>
                      <a:pt x="19565" y="803"/>
                    </a:lnTo>
                    <a:lnTo>
                      <a:pt x="19465" y="703"/>
                    </a:lnTo>
                    <a:lnTo>
                      <a:pt x="19339" y="603"/>
                    </a:lnTo>
                    <a:lnTo>
                      <a:pt x="19227" y="515"/>
                    </a:lnTo>
                    <a:lnTo>
                      <a:pt x="19101" y="440"/>
                    </a:lnTo>
                    <a:lnTo>
                      <a:pt x="18963" y="364"/>
                    </a:lnTo>
                    <a:lnTo>
                      <a:pt x="18813" y="302"/>
                    </a:lnTo>
                    <a:lnTo>
                      <a:pt x="18663" y="252"/>
                    </a:lnTo>
                    <a:lnTo>
                      <a:pt x="18512" y="201"/>
                    </a:lnTo>
                    <a:lnTo>
                      <a:pt x="18349" y="176"/>
                    </a:lnTo>
                    <a:lnTo>
                      <a:pt x="18174" y="151"/>
                    </a:lnTo>
                    <a:lnTo>
                      <a:pt x="17998" y="126"/>
                    </a:lnTo>
                    <a:lnTo>
                      <a:pt x="17484" y="101"/>
                    </a:lnTo>
                    <a:lnTo>
                      <a:pt x="16156" y="64"/>
                    </a:lnTo>
                    <a:lnTo>
                      <a:pt x="15254" y="39"/>
                    </a:lnTo>
                    <a:lnTo>
                      <a:pt x="14238" y="13"/>
                    </a:lnTo>
                    <a:lnTo>
                      <a:pt x="13148" y="1"/>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a:extLst>
                  <a:ext uri="{FF2B5EF4-FFF2-40B4-BE49-F238E27FC236}">
                    <a16:creationId xmlns:a16="http://schemas.microsoft.com/office/drawing/2014/main" id="{DFD13FC4-3D36-A8EB-11B7-7600D1733698}"/>
                  </a:ext>
                </a:extLst>
              </p:cNvPr>
              <p:cNvSpPr/>
              <p:nvPr/>
            </p:nvSpPr>
            <p:spPr>
              <a:xfrm>
                <a:off x="3584983" y="4419227"/>
                <a:ext cx="347929" cy="312729"/>
              </a:xfrm>
              <a:custGeom>
                <a:avLst/>
                <a:gdLst/>
                <a:ahLst/>
                <a:cxnLst/>
                <a:rect l="l" t="t" r="r" b="b"/>
                <a:pathLst>
                  <a:path w="15479" h="13913" extrusionOk="0">
                    <a:moveTo>
                      <a:pt x="4688" y="1"/>
                    </a:moveTo>
                    <a:lnTo>
                      <a:pt x="3046" y="3836"/>
                    </a:lnTo>
                    <a:lnTo>
                      <a:pt x="1792" y="6756"/>
                    </a:lnTo>
                    <a:lnTo>
                      <a:pt x="1304" y="7935"/>
                    </a:lnTo>
                    <a:lnTo>
                      <a:pt x="978" y="8724"/>
                    </a:lnTo>
                    <a:lnTo>
                      <a:pt x="877" y="9012"/>
                    </a:lnTo>
                    <a:lnTo>
                      <a:pt x="790" y="9338"/>
                    </a:lnTo>
                    <a:lnTo>
                      <a:pt x="689" y="9702"/>
                    </a:lnTo>
                    <a:lnTo>
                      <a:pt x="602" y="10090"/>
                    </a:lnTo>
                    <a:lnTo>
                      <a:pt x="439" y="10892"/>
                    </a:lnTo>
                    <a:lnTo>
                      <a:pt x="288" y="11707"/>
                    </a:lnTo>
                    <a:lnTo>
                      <a:pt x="163" y="12447"/>
                    </a:lnTo>
                    <a:lnTo>
                      <a:pt x="75" y="13061"/>
                    </a:lnTo>
                    <a:lnTo>
                      <a:pt x="0" y="13625"/>
                    </a:lnTo>
                    <a:lnTo>
                      <a:pt x="1429" y="13625"/>
                    </a:lnTo>
                    <a:lnTo>
                      <a:pt x="2808" y="10354"/>
                    </a:lnTo>
                    <a:lnTo>
                      <a:pt x="2933" y="10780"/>
                    </a:lnTo>
                    <a:lnTo>
                      <a:pt x="3083" y="11218"/>
                    </a:lnTo>
                    <a:lnTo>
                      <a:pt x="3271" y="11745"/>
                    </a:lnTo>
                    <a:lnTo>
                      <a:pt x="3472" y="12309"/>
                    </a:lnTo>
                    <a:lnTo>
                      <a:pt x="3697" y="12848"/>
                    </a:lnTo>
                    <a:lnTo>
                      <a:pt x="3810" y="13086"/>
                    </a:lnTo>
                    <a:lnTo>
                      <a:pt x="3923" y="13299"/>
                    </a:lnTo>
                    <a:lnTo>
                      <a:pt x="4036" y="13487"/>
                    </a:lnTo>
                    <a:lnTo>
                      <a:pt x="4136" y="13625"/>
                    </a:lnTo>
                    <a:lnTo>
                      <a:pt x="4174" y="13662"/>
                    </a:lnTo>
                    <a:lnTo>
                      <a:pt x="4224" y="13687"/>
                    </a:lnTo>
                    <a:lnTo>
                      <a:pt x="4362" y="13738"/>
                    </a:lnTo>
                    <a:lnTo>
                      <a:pt x="4550" y="13775"/>
                    </a:lnTo>
                    <a:lnTo>
                      <a:pt x="4788" y="13813"/>
                    </a:lnTo>
                    <a:lnTo>
                      <a:pt x="5064" y="13850"/>
                    </a:lnTo>
                    <a:lnTo>
                      <a:pt x="5389" y="13875"/>
                    </a:lnTo>
                    <a:lnTo>
                      <a:pt x="6141" y="13900"/>
                    </a:lnTo>
                    <a:lnTo>
                      <a:pt x="7006" y="13913"/>
                    </a:lnTo>
                    <a:lnTo>
                      <a:pt x="7971" y="13913"/>
                    </a:lnTo>
                    <a:lnTo>
                      <a:pt x="8974" y="13900"/>
                    </a:lnTo>
                    <a:lnTo>
                      <a:pt x="10014" y="13875"/>
                    </a:lnTo>
                    <a:lnTo>
                      <a:pt x="12032" y="13800"/>
                    </a:lnTo>
                    <a:lnTo>
                      <a:pt x="13787" y="13725"/>
                    </a:lnTo>
                    <a:lnTo>
                      <a:pt x="15479" y="13625"/>
                    </a:lnTo>
                    <a:lnTo>
                      <a:pt x="15441" y="13499"/>
                    </a:lnTo>
                    <a:lnTo>
                      <a:pt x="15354" y="13148"/>
                    </a:lnTo>
                    <a:lnTo>
                      <a:pt x="15216" y="12647"/>
                    </a:lnTo>
                    <a:lnTo>
                      <a:pt x="15015" y="12033"/>
                    </a:lnTo>
                    <a:lnTo>
                      <a:pt x="14890" y="11707"/>
                    </a:lnTo>
                    <a:lnTo>
                      <a:pt x="14764" y="11381"/>
                    </a:lnTo>
                    <a:lnTo>
                      <a:pt x="14627" y="11043"/>
                    </a:lnTo>
                    <a:lnTo>
                      <a:pt x="14464" y="10730"/>
                    </a:lnTo>
                    <a:lnTo>
                      <a:pt x="14301" y="10429"/>
                    </a:lnTo>
                    <a:lnTo>
                      <a:pt x="14125" y="10153"/>
                    </a:lnTo>
                    <a:lnTo>
                      <a:pt x="14025" y="10028"/>
                    </a:lnTo>
                    <a:lnTo>
                      <a:pt x="13937" y="9902"/>
                    </a:lnTo>
                    <a:lnTo>
                      <a:pt x="13837" y="9802"/>
                    </a:lnTo>
                    <a:lnTo>
                      <a:pt x="13737" y="9702"/>
                    </a:lnTo>
                    <a:lnTo>
                      <a:pt x="13624" y="9614"/>
                    </a:lnTo>
                    <a:lnTo>
                      <a:pt x="13499" y="9526"/>
                    </a:lnTo>
                    <a:lnTo>
                      <a:pt x="13348" y="9426"/>
                    </a:lnTo>
                    <a:lnTo>
                      <a:pt x="13198" y="9351"/>
                    </a:lnTo>
                    <a:lnTo>
                      <a:pt x="12847" y="9175"/>
                    </a:lnTo>
                    <a:lnTo>
                      <a:pt x="12458" y="9012"/>
                    </a:lnTo>
                    <a:lnTo>
                      <a:pt x="12032" y="8862"/>
                    </a:lnTo>
                    <a:lnTo>
                      <a:pt x="11594" y="8724"/>
                    </a:lnTo>
                    <a:lnTo>
                      <a:pt x="11155" y="8586"/>
                    </a:lnTo>
                    <a:lnTo>
                      <a:pt x="10704" y="8461"/>
                    </a:lnTo>
                    <a:lnTo>
                      <a:pt x="9876" y="8248"/>
                    </a:lnTo>
                    <a:lnTo>
                      <a:pt x="9162" y="8098"/>
                    </a:lnTo>
                    <a:lnTo>
                      <a:pt x="8498" y="7960"/>
                    </a:lnTo>
                    <a:lnTo>
                      <a:pt x="10541" y="1405"/>
                    </a:lnTo>
                    <a:lnTo>
                      <a:pt x="4688" y="1"/>
                    </a:lnTo>
                    <a:close/>
                  </a:path>
                </a:pathLst>
              </a:custGeom>
              <a:solidFill>
                <a:srgbClr val="6C5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a:extLst>
                  <a:ext uri="{FF2B5EF4-FFF2-40B4-BE49-F238E27FC236}">
                    <a16:creationId xmlns:a16="http://schemas.microsoft.com/office/drawing/2014/main" id="{C570918B-9397-701D-6211-79D1A57AB2C7}"/>
                  </a:ext>
                </a:extLst>
              </p:cNvPr>
              <p:cNvSpPr/>
              <p:nvPr/>
            </p:nvSpPr>
            <p:spPr>
              <a:xfrm>
                <a:off x="3490308" y="3552944"/>
                <a:ext cx="460362" cy="972242"/>
              </a:xfrm>
              <a:custGeom>
                <a:avLst/>
                <a:gdLst/>
                <a:ahLst/>
                <a:cxnLst/>
                <a:rect l="l" t="t" r="r" b="b"/>
                <a:pathLst>
                  <a:path w="20481" h="43254" extrusionOk="0">
                    <a:moveTo>
                      <a:pt x="11995" y="1"/>
                    </a:moveTo>
                    <a:lnTo>
                      <a:pt x="10842" y="26"/>
                    </a:lnTo>
                    <a:lnTo>
                      <a:pt x="9714" y="64"/>
                    </a:lnTo>
                    <a:lnTo>
                      <a:pt x="9163" y="89"/>
                    </a:lnTo>
                    <a:lnTo>
                      <a:pt x="8624" y="126"/>
                    </a:lnTo>
                    <a:lnTo>
                      <a:pt x="8110" y="164"/>
                    </a:lnTo>
                    <a:lnTo>
                      <a:pt x="7621" y="214"/>
                    </a:lnTo>
                    <a:lnTo>
                      <a:pt x="7157" y="277"/>
                    </a:lnTo>
                    <a:lnTo>
                      <a:pt x="6731" y="339"/>
                    </a:lnTo>
                    <a:lnTo>
                      <a:pt x="6330" y="415"/>
                    </a:lnTo>
                    <a:lnTo>
                      <a:pt x="5979" y="502"/>
                    </a:lnTo>
                    <a:lnTo>
                      <a:pt x="5678" y="603"/>
                    </a:lnTo>
                    <a:lnTo>
                      <a:pt x="5415" y="703"/>
                    </a:lnTo>
                    <a:lnTo>
                      <a:pt x="5302" y="753"/>
                    </a:lnTo>
                    <a:lnTo>
                      <a:pt x="5215" y="816"/>
                    </a:lnTo>
                    <a:lnTo>
                      <a:pt x="5127" y="878"/>
                    </a:lnTo>
                    <a:lnTo>
                      <a:pt x="5064" y="941"/>
                    </a:lnTo>
                    <a:lnTo>
                      <a:pt x="4939" y="1104"/>
                    </a:lnTo>
                    <a:lnTo>
                      <a:pt x="4826" y="1304"/>
                    </a:lnTo>
                    <a:lnTo>
                      <a:pt x="4701" y="1543"/>
                    </a:lnTo>
                    <a:lnTo>
                      <a:pt x="4563" y="1818"/>
                    </a:lnTo>
                    <a:lnTo>
                      <a:pt x="4438" y="2132"/>
                    </a:lnTo>
                    <a:lnTo>
                      <a:pt x="4312" y="2483"/>
                    </a:lnTo>
                    <a:lnTo>
                      <a:pt x="4174" y="2859"/>
                    </a:lnTo>
                    <a:lnTo>
                      <a:pt x="4049" y="3260"/>
                    </a:lnTo>
                    <a:lnTo>
                      <a:pt x="3786" y="4124"/>
                    </a:lnTo>
                    <a:lnTo>
                      <a:pt x="3535" y="5039"/>
                    </a:lnTo>
                    <a:lnTo>
                      <a:pt x="3285" y="6004"/>
                    </a:lnTo>
                    <a:lnTo>
                      <a:pt x="3046" y="6969"/>
                    </a:lnTo>
                    <a:lnTo>
                      <a:pt x="2821" y="7922"/>
                    </a:lnTo>
                    <a:lnTo>
                      <a:pt x="2620" y="8824"/>
                    </a:lnTo>
                    <a:lnTo>
                      <a:pt x="2269" y="10404"/>
                    </a:lnTo>
                    <a:lnTo>
                      <a:pt x="2056" y="11507"/>
                    </a:lnTo>
                    <a:lnTo>
                      <a:pt x="1969" y="11920"/>
                    </a:lnTo>
                    <a:lnTo>
                      <a:pt x="8724" y="11920"/>
                    </a:lnTo>
                    <a:lnTo>
                      <a:pt x="1" y="42802"/>
                    </a:lnTo>
                    <a:lnTo>
                      <a:pt x="4738" y="43254"/>
                    </a:lnTo>
                    <a:lnTo>
                      <a:pt x="5252" y="42251"/>
                    </a:lnTo>
                    <a:lnTo>
                      <a:pt x="6619" y="39531"/>
                    </a:lnTo>
                    <a:lnTo>
                      <a:pt x="8586" y="35571"/>
                    </a:lnTo>
                    <a:lnTo>
                      <a:pt x="9714" y="33277"/>
                    </a:lnTo>
                    <a:lnTo>
                      <a:pt x="10892" y="30846"/>
                    </a:lnTo>
                    <a:lnTo>
                      <a:pt x="12108" y="28339"/>
                    </a:lnTo>
                    <a:lnTo>
                      <a:pt x="13311" y="25820"/>
                    </a:lnTo>
                    <a:lnTo>
                      <a:pt x="14464" y="23351"/>
                    </a:lnTo>
                    <a:lnTo>
                      <a:pt x="15555" y="20969"/>
                    </a:lnTo>
                    <a:lnTo>
                      <a:pt x="16056" y="19841"/>
                    </a:lnTo>
                    <a:lnTo>
                      <a:pt x="16532" y="18763"/>
                    </a:lnTo>
                    <a:lnTo>
                      <a:pt x="16971" y="17736"/>
                    </a:lnTo>
                    <a:lnTo>
                      <a:pt x="17385" y="16758"/>
                    </a:lnTo>
                    <a:lnTo>
                      <a:pt x="17736" y="15868"/>
                    </a:lnTo>
                    <a:lnTo>
                      <a:pt x="18062" y="15053"/>
                    </a:lnTo>
                    <a:lnTo>
                      <a:pt x="18325" y="14314"/>
                    </a:lnTo>
                    <a:lnTo>
                      <a:pt x="18538" y="13675"/>
                    </a:lnTo>
                    <a:lnTo>
                      <a:pt x="18901" y="12472"/>
                    </a:lnTo>
                    <a:lnTo>
                      <a:pt x="19240" y="11281"/>
                    </a:lnTo>
                    <a:lnTo>
                      <a:pt x="19553" y="10078"/>
                    </a:lnTo>
                    <a:lnTo>
                      <a:pt x="19691" y="9489"/>
                    </a:lnTo>
                    <a:lnTo>
                      <a:pt x="19829" y="8912"/>
                    </a:lnTo>
                    <a:lnTo>
                      <a:pt x="19954" y="8336"/>
                    </a:lnTo>
                    <a:lnTo>
                      <a:pt x="20067" y="7759"/>
                    </a:lnTo>
                    <a:lnTo>
                      <a:pt x="20167" y="7208"/>
                    </a:lnTo>
                    <a:lnTo>
                      <a:pt x="20255" y="6656"/>
                    </a:lnTo>
                    <a:lnTo>
                      <a:pt x="20330" y="6117"/>
                    </a:lnTo>
                    <a:lnTo>
                      <a:pt x="20393" y="5603"/>
                    </a:lnTo>
                    <a:lnTo>
                      <a:pt x="20443" y="5089"/>
                    </a:lnTo>
                    <a:lnTo>
                      <a:pt x="20468" y="4601"/>
                    </a:lnTo>
                    <a:lnTo>
                      <a:pt x="20480" y="4137"/>
                    </a:lnTo>
                    <a:lnTo>
                      <a:pt x="20480" y="3673"/>
                    </a:lnTo>
                    <a:lnTo>
                      <a:pt x="20443" y="3247"/>
                    </a:lnTo>
                    <a:lnTo>
                      <a:pt x="20405" y="2833"/>
                    </a:lnTo>
                    <a:lnTo>
                      <a:pt x="20343" y="2445"/>
                    </a:lnTo>
                    <a:lnTo>
                      <a:pt x="20255" y="2094"/>
                    </a:lnTo>
                    <a:lnTo>
                      <a:pt x="20192" y="1919"/>
                    </a:lnTo>
                    <a:lnTo>
                      <a:pt x="20142" y="1756"/>
                    </a:lnTo>
                    <a:lnTo>
                      <a:pt x="20079" y="1593"/>
                    </a:lnTo>
                    <a:lnTo>
                      <a:pt x="20004" y="1442"/>
                    </a:lnTo>
                    <a:lnTo>
                      <a:pt x="19929" y="1304"/>
                    </a:lnTo>
                    <a:lnTo>
                      <a:pt x="19854" y="1167"/>
                    </a:lnTo>
                    <a:lnTo>
                      <a:pt x="19766" y="1041"/>
                    </a:lnTo>
                    <a:lnTo>
                      <a:pt x="19666" y="916"/>
                    </a:lnTo>
                    <a:lnTo>
                      <a:pt x="19566" y="803"/>
                    </a:lnTo>
                    <a:lnTo>
                      <a:pt x="19453" y="703"/>
                    </a:lnTo>
                    <a:lnTo>
                      <a:pt x="19340" y="603"/>
                    </a:lnTo>
                    <a:lnTo>
                      <a:pt x="19215" y="515"/>
                    </a:lnTo>
                    <a:lnTo>
                      <a:pt x="19089" y="440"/>
                    </a:lnTo>
                    <a:lnTo>
                      <a:pt x="18951" y="364"/>
                    </a:lnTo>
                    <a:lnTo>
                      <a:pt x="18814" y="302"/>
                    </a:lnTo>
                    <a:lnTo>
                      <a:pt x="18663" y="252"/>
                    </a:lnTo>
                    <a:lnTo>
                      <a:pt x="18513" y="201"/>
                    </a:lnTo>
                    <a:lnTo>
                      <a:pt x="18337" y="176"/>
                    </a:lnTo>
                    <a:lnTo>
                      <a:pt x="18174" y="151"/>
                    </a:lnTo>
                    <a:lnTo>
                      <a:pt x="17986" y="126"/>
                    </a:lnTo>
                    <a:lnTo>
                      <a:pt x="17485" y="101"/>
                    </a:lnTo>
                    <a:lnTo>
                      <a:pt x="16144" y="64"/>
                    </a:lnTo>
                    <a:lnTo>
                      <a:pt x="15242" y="39"/>
                    </a:lnTo>
                    <a:lnTo>
                      <a:pt x="14239" y="13"/>
                    </a:lnTo>
                    <a:lnTo>
                      <a:pt x="13136"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a:extLst>
                  <a:ext uri="{FF2B5EF4-FFF2-40B4-BE49-F238E27FC236}">
                    <a16:creationId xmlns:a16="http://schemas.microsoft.com/office/drawing/2014/main" id="{D71B2710-BE0B-A9EA-6C94-FC481AA52425}"/>
                  </a:ext>
                </a:extLst>
              </p:cNvPr>
              <p:cNvSpPr/>
              <p:nvPr/>
            </p:nvSpPr>
            <p:spPr>
              <a:xfrm>
                <a:off x="2905174" y="2952885"/>
                <a:ext cx="192452" cy="252175"/>
              </a:xfrm>
              <a:custGeom>
                <a:avLst/>
                <a:gdLst/>
                <a:ahLst/>
                <a:cxnLst/>
                <a:rect l="l" t="t" r="r" b="b"/>
                <a:pathLst>
                  <a:path w="8562" h="11219" extrusionOk="0">
                    <a:moveTo>
                      <a:pt x="3021" y="1"/>
                    </a:moveTo>
                    <a:lnTo>
                      <a:pt x="1" y="4613"/>
                    </a:lnTo>
                    <a:lnTo>
                      <a:pt x="101" y="4939"/>
                    </a:lnTo>
                    <a:lnTo>
                      <a:pt x="364" y="5766"/>
                    </a:lnTo>
                    <a:lnTo>
                      <a:pt x="552" y="6318"/>
                    </a:lnTo>
                    <a:lnTo>
                      <a:pt x="778" y="6919"/>
                    </a:lnTo>
                    <a:lnTo>
                      <a:pt x="1016" y="7571"/>
                    </a:lnTo>
                    <a:lnTo>
                      <a:pt x="1279" y="8223"/>
                    </a:lnTo>
                    <a:lnTo>
                      <a:pt x="1555" y="8862"/>
                    </a:lnTo>
                    <a:lnTo>
                      <a:pt x="1856" y="9476"/>
                    </a:lnTo>
                    <a:lnTo>
                      <a:pt x="2006" y="9764"/>
                    </a:lnTo>
                    <a:lnTo>
                      <a:pt x="2157" y="10028"/>
                    </a:lnTo>
                    <a:lnTo>
                      <a:pt x="2307" y="10278"/>
                    </a:lnTo>
                    <a:lnTo>
                      <a:pt x="2457" y="10504"/>
                    </a:lnTo>
                    <a:lnTo>
                      <a:pt x="2608" y="10704"/>
                    </a:lnTo>
                    <a:lnTo>
                      <a:pt x="2758" y="10880"/>
                    </a:lnTo>
                    <a:lnTo>
                      <a:pt x="2896" y="11018"/>
                    </a:lnTo>
                    <a:lnTo>
                      <a:pt x="3047" y="11118"/>
                    </a:lnTo>
                    <a:lnTo>
                      <a:pt x="3122" y="11156"/>
                    </a:lnTo>
                    <a:lnTo>
                      <a:pt x="3197" y="11193"/>
                    </a:lnTo>
                    <a:lnTo>
                      <a:pt x="3260" y="11206"/>
                    </a:lnTo>
                    <a:lnTo>
                      <a:pt x="3335" y="11218"/>
                    </a:lnTo>
                    <a:lnTo>
                      <a:pt x="3397" y="11218"/>
                    </a:lnTo>
                    <a:lnTo>
                      <a:pt x="3473" y="11193"/>
                    </a:lnTo>
                    <a:lnTo>
                      <a:pt x="3535" y="11168"/>
                    </a:lnTo>
                    <a:lnTo>
                      <a:pt x="3598" y="11130"/>
                    </a:lnTo>
                    <a:lnTo>
                      <a:pt x="3736" y="11030"/>
                    </a:lnTo>
                    <a:lnTo>
                      <a:pt x="3886" y="10905"/>
                    </a:lnTo>
                    <a:lnTo>
                      <a:pt x="4049" y="10742"/>
                    </a:lnTo>
                    <a:lnTo>
                      <a:pt x="4212" y="10566"/>
                    </a:lnTo>
                    <a:lnTo>
                      <a:pt x="4388" y="10366"/>
                    </a:lnTo>
                    <a:lnTo>
                      <a:pt x="4576" y="10140"/>
                    </a:lnTo>
                    <a:lnTo>
                      <a:pt x="4964" y="9626"/>
                    </a:lnTo>
                    <a:lnTo>
                      <a:pt x="5365" y="9075"/>
                    </a:lnTo>
                    <a:lnTo>
                      <a:pt x="5779" y="8473"/>
                    </a:lnTo>
                    <a:lnTo>
                      <a:pt x="6192" y="7847"/>
                    </a:lnTo>
                    <a:lnTo>
                      <a:pt x="6606" y="7220"/>
                    </a:lnTo>
                    <a:lnTo>
                      <a:pt x="7358" y="6004"/>
                    </a:lnTo>
                    <a:lnTo>
                      <a:pt x="7972" y="4977"/>
                    </a:lnTo>
                    <a:lnTo>
                      <a:pt x="8561" y="3986"/>
                    </a:lnTo>
                    <a:lnTo>
                      <a:pt x="3021"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a:extLst>
                  <a:ext uri="{FF2B5EF4-FFF2-40B4-BE49-F238E27FC236}">
                    <a16:creationId xmlns:a16="http://schemas.microsoft.com/office/drawing/2014/main" id="{8372CE46-21D3-1B39-D42C-A03932A9525E}"/>
                  </a:ext>
                </a:extLst>
              </p:cNvPr>
              <p:cNvSpPr/>
              <p:nvPr/>
            </p:nvSpPr>
            <p:spPr>
              <a:xfrm>
                <a:off x="3044624" y="3403648"/>
                <a:ext cx="540382" cy="89888"/>
              </a:xfrm>
              <a:custGeom>
                <a:avLst/>
                <a:gdLst/>
                <a:ahLst/>
                <a:cxnLst/>
                <a:rect l="l" t="t" r="r" b="b"/>
                <a:pathLst>
                  <a:path w="24041" h="3999" extrusionOk="0">
                    <a:moveTo>
                      <a:pt x="878" y="0"/>
                    </a:moveTo>
                    <a:lnTo>
                      <a:pt x="1" y="3998"/>
                    </a:lnTo>
                    <a:lnTo>
                      <a:pt x="13487" y="3998"/>
                    </a:lnTo>
                    <a:lnTo>
                      <a:pt x="14728" y="1329"/>
                    </a:lnTo>
                    <a:lnTo>
                      <a:pt x="15730" y="3998"/>
                    </a:lnTo>
                    <a:lnTo>
                      <a:pt x="24040" y="3998"/>
                    </a:lnTo>
                    <a:lnTo>
                      <a:pt x="22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a:extLst>
                  <a:ext uri="{FF2B5EF4-FFF2-40B4-BE49-F238E27FC236}">
                    <a16:creationId xmlns:a16="http://schemas.microsoft.com/office/drawing/2014/main" id="{225D9082-7F4D-D6B2-07BB-BE58CE8BED40}"/>
                  </a:ext>
                </a:extLst>
              </p:cNvPr>
              <p:cNvSpPr/>
              <p:nvPr/>
            </p:nvSpPr>
            <p:spPr>
              <a:xfrm>
                <a:off x="3064359" y="2616531"/>
                <a:ext cx="540067" cy="787140"/>
              </a:xfrm>
              <a:custGeom>
                <a:avLst/>
                <a:gdLst/>
                <a:ahLst/>
                <a:cxnLst/>
                <a:rect l="l" t="t" r="r" b="b"/>
                <a:pathLst>
                  <a:path w="24027" h="35019" extrusionOk="0">
                    <a:moveTo>
                      <a:pt x="8398" y="0"/>
                    </a:moveTo>
                    <a:lnTo>
                      <a:pt x="1642" y="1429"/>
                    </a:lnTo>
                    <a:lnTo>
                      <a:pt x="1529" y="4086"/>
                    </a:lnTo>
                    <a:lnTo>
                      <a:pt x="1279" y="10039"/>
                    </a:lnTo>
                    <a:lnTo>
                      <a:pt x="1128" y="13310"/>
                    </a:lnTo>
                    <a:lnTo>
                      <a:pt x="978" y="16281"/>
                    </a:lnTo>
                    <a:lnTo>
                      <a:pt x="903" y="17522"/>
                    </a:lnTo>
                    <a:lnTo>
                      <a:pt x="840" y="18549"/>
                    </a:lnTo>
                    <a:lnTo>
                      <a:pt x="790" y="19314"/>
                    </a:lnTo>
                    <a:lnTo>
                      <a:pt x="740" y="19765"/>
                    </a:lnTo>
                    <a:lnTo>
                      <a:pt x="690" y="20179"/>
                    </a:lnTo>
                    <a:lnTo>
                      <a:pt x="639" y="20843"/>
                    </a:lnTo>
                    <a:lnTo>
                      <a:pt x="527" y="22761"/>
                    </a:lnTo>
                    <a:lnTo>
                      <a:pt x="401" y="25230"/>
                    </a:lnTo>
                    <a:lnTo>
                      <a:pt x="276" y="27937"/>
                    </a:lnTo>
                    <a:lnTo>
                      <a:pt x="75" y="32837"/>
                    </a:lnTo>
                    <a:lnTo>
                      <a:pt x="0" y="35018"/>
                    </a:lnTo>
                    <a:lnTo>
                      <a:pt x="21808" y="35018"/>
                    </a:lnTo>
                    <a:lnTo>
                      <a:pt x="19954" y="18048"/>
                    </a:lnTo>
                    <a:lnTo>
                      <a:pt x="20154" y="17860"/>
                    </a:lnTo>
                    <a:lnTo>
                      <a:pt x="20680" y="17371"/>
                    </a:lnTo>
                    <a:lnTo>
                      <a:pt x="21019" y="17033"/>
                    </a:lnTo>
                    <a:lnTo>
                      <a:pt x="21395" y="16657"/>
                    </a:lnTo>
                    <a:lnTo>
                      <a:pt x="21808" y="16231"/>
                    </a:lnTo>
                    <a:lnTo>
                      <a:pt x="22210" y="15792"/>
                    </a:lnTo>
                    <a:lnTo>
                      <a:pt x="22611" y="15328"/>
                    </a:lnTo>
                    <a:lnTo>
                      <a:pt x="22999" y="14852"/>
                    </a:lnTo>
                    <a:lnTo>
                      <a:pt x="23175" y="14626"/>
                    </a:lnTo>
                    <a:lnTo>
                      <a:pt x="23338" y="14388"/>
                    </a:lnTo>
                    <a:lnTo>
                      <a:pt x="23488" y="14163"/>
                    </a:lnTo>
                    <a:lnTo>
                      <a:pt x="23626" y="13950"/>
                    </a:lnTo>
                    <a:lnTo>
                      <a:pt x="23739" y="13724"/>
                    </a:lnTo>
                    <a:lnTo>
                      <a:pt x="23851" y="13524"/>
                    </a:lnTo>
                    <a:lnTo>
                      <a:pt x="23927" y="13323"/>
                    </a:lnTo>
                    <a:lnTo>
                      <a:pt x="23989" y="13135"/>
                    </a:lnTo>
                    <a:lnTo>
                      <a:pt x="24027" y="12960"/>
                    </a:lnTo>
                    <a:lnTo>
                      <a:pt x="24027" y="12784"/>
                    </a:lnTo>
                    <a:lnTo>
                      <a:pt x="24027" y="12709"/>
                    </a:lnTo>
                    <a:lnTo>
                      <a:pt x="24014" y="12634"/>
                    </a:lnTo>
                    <a:lnTo>
                      <a:pt x="23989" y="12571"/>
                    </a:lnTo>
                    <a:lnTo>
                      <a:pt x="23964" y="12508"/>
                    </a:lnTo>
                    <a:lnTo>
                      <a:pt x="23801" y="12145"/>
                    </a:lnTo>
                    <a:lnTo>
                      <a:pt x="23551" y="11618"/>
                    </a:lnTo>
                    <a:lnTo>
                      <a:pt x="22899" y="10114"/>
                    </a:lnTo>
                    <a:lnTo>
                      <a:pt x="22059" y="8234"/>
                    </a:lnTo>
                    <a:lnTo>
                      <a:pt x="21132" y="6166"/>
                    </a:lnTo>
                    <a:lnTo>
                      <a:pt x="20655" y="5139"/>
                    </a:lnTo>
                    <a:lnTo>
                      <a:pt x="20192" y="4149"/>
                    </a:lnTo>
                    <a:lnTo>
                      <a:pt x="19740" y="3221"/>
                    </a:lnTo>
                    <a:lnTo>
                      <a:pt x="19314" y="2381"/>
                    </a:lnTo>
                    <a:lnTo>
                      <a:pt x="18926" y="1667"/>
                    </a:lnTo>
                    <a:lnTo>
                      <a:pt x="18750" y="1366"/>
                    </a:lnTo>
                    <a:lnTo>
                      <a:pt x="18587" y="1103"/>
                    </a:lnTo>
                    <a:lnTo>
                      <a:pt x="18437" y="877"/>
                    </a:lnTo>
                    <a:lnTo>
                      <a:pt x="18312" y="702"/>
                    </a:lnTo>
                    <a:lnTo>
                      <a:pt x="18186" y="577"/>
                    </a:lnTo>
                    <a:lnTo>
                      <a:pt x="18136" y="539"/>
                    </a:lnTo>
                    <a:lnTo>
                      <a:pt x="18099" y="501"/>
                    </a:lnTo>
                    <a:lnTo>
                      <a:pt x="18011" y="476"/>
                    </a:lnTo>
                    <a:lnTo>
                      <a:pt x="17898" y="451"/>
                    </a:lnTo>
                    <a:lnTo>
                      <a:pt x="17572" y="389"/>
                    </a:lnTo>
                    <a:lnTo>
                      <a:pt x="17159" y="326"/>
                    </a:lnTo>
                    <a:lnTo>
                      <a:pt x="16707" y="263"/>
                    </a:lnTo>
                    <a:lnTo>
                      <a:pt x="15918" y="163"/>
                    </a:lnTo>
                    <a:lnTo>
                      <a:pt x="15554" y="125"/>
                    </a:lnTo>
                    <a:lnTo>
                      <a:pt x="83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a:extLst>
                  <a:ext uri="{FF2B5EF4-FFF2-40B4-BE49-F238E27FC236}">
                    <a16:creationId xmlns:a16="http://schemas.microsoft.com/office/drawing/2014/main" id="{7393D427-2A65-53BD-466F-2C1E12ACAFD5}"/>
                  </a:ext>
                </a:extLst>
              </p:cNvPr>
              <p:cNvSpPr/>
              <p:nvPr/>
            </p:nvSpPr>
            <p:spPr>
              <a:xfrm>
                <a:off x="3217319" y="3094605"/>
                <a:ext cx="272180" cy="240037"/>
              </a:xfrm>
              <a:custGeom>
                <a:avLst/>
                <a:gdLst/>
                <a:ahLst/>
                <a:cxnLst/>
                <a:rect l="l" t="t" r="r" b="b"/>
                <a:pathLst>
                  <a:path w="12109" h="10679" extrusionOk="0">
                    <a:moveTo>
                      <a:pt x="11920" y="0"/>
                    </a:moveTo>
                    <a:lnTo>
                      <a:pt x="1" y="10466"/>
                    </a:lnTo>
                    <a:lnTo>
                      <a:pt x="189" y="10679"/>
                    </a:lnTo>
                    <a:lnTo>
                      <a:pt x="12108" y="213"/>
                    </a:lnTo>
                    <a:lnTo>
                      <a:pt x="1192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a:extLst>
                  <a:ext uri="{FF2B5EF4-FFF2-40B4-BE49-F238E27FC236}">
                    <a16:creationId xmlns:a16="http://schemas.microsoft.com/office/drawing/2014/main" id="{68726378-08D6-E121-C377-7F3BFFEC1B11}"/>
                  </a:ext>
                </a:extLst>
              </p:cNvPr>
              <p:cNvSpPr/>
              <p:nvPr/>
            </p:nvSpPr>
            <p:spPr>
              <a:xfrm>
                <a:off x="3391722" y="3207577"/>
                <a:ext cx="72423" cy="96923"/>
              </a:xfrm>
              <a:custGeom>
                <a:avLst/>
                <a:gdLst/>
                <a:ahLst/>
                <a:cxnLst/>
                <a:rect l="l" t="t" r="r" b="b"/>
                <a:pathLst>
                  <a:path w="3222" h="4312" extrusionOk="0">
                    <a:moveTo>
                      <a:pt x="2983" y="0"/>
                    </a:moveTo>
                    <a:lnTo>
                      <a:pt x="0" y="4149"/>
                    </a:lnTo>
                    <a:lnTo>
                      <a:pt x="238" y="4311"/>
                    </a:lnTo>
                    <a:lnTo>
                      <a:pt x="3221" y="163"/>
                    </a:lnTo>
                    <a:lnTo>
                      <a:pt x="298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a:extLst>
                  <a:ext uri="{FF2B5EF4-FFF2-40B4-BE49-F238E27FC236}">
                    <a16:creationId xmlns:a16="http://schemas.microsoft.com/office/drawing/2014/main" id="{CF2B6C75-EB7D-7D48-4F0D-F3D933E70E41}"/>
                  </a:ext>
                </a:extLst>
              </p:cNvPr>
              <p:cNvSpPr/>
              <p:nvPr/>
            </p:nvSpPr>
            <p:spPr>
              <a:xfrm>
                <a:off x="3173937" y="2616531"/>
                <a:ext cx="243724" cy="169615"/>
              </a:xfrm>
              <a:custGeom>
                <a:avLst/>
                <a:gdLst/>
                <a:ahLst/>
                <a:cxnLst/>
                <a:rect l="l" t="t" r="r" b="b"/>
                <a:pathLst>
                  <a:path w="10843" h="7546" extrusionOk="0">
                    <a:moveTo>
                      <a:pt x="3523" y="0"/>
                    </a:moveTo>
                    <a:lnTo>
                      <a:pt x="1" y="752"/>
                    </a:lnTo>
                    <a:lnTo>
                      <a:pt x="214" y="1166"/>
                    </a:lnTo>
                    <a:lnTo>
                      <a:pt x="490" y="1642"/>
                    </a:lnTo>
                    <a:lnTo>
                      <a:pt x="853" y="2244"/>
                    </a:lnTo>
                    <a:lnTo>
                      <a:pt x="1116" y="2645"/>
                    </a:lnTo>
                    <a:lnTo>
                      <a:pt x="1405" y="3071"/>
                    </a:lnTo>
                    <a:lnTo>
                      <a:pt x="1718" y="3522"/>
                    </a:lnTo>
                    <a:lnTo>
                      <a:pt x="2069" y="3973"/>
                    </a:lnTo>
                    <a:lnTo>
                      <a:pt x="2432" y="4437"/>
                    </a:lnTo>
                    <a:lnTo>
                      <a:pt x="2833" y="4888"/>
                    </a:lnTo>
                    <a:lnTo>
                      <a:pt x="3247" y="5327"/>
                    </a:lnTo>
                    <a:lnTo>
                      <a:pt x="3460" y="5540"/>
                    </a:lnTo>
                    <a:lnTo>
                      <a:pt x="3686" y="5753"/>
                    </a:lnTo>
                    <a:lnTo>
                      <a:pt x="3911" y="5953"/>
                    </a:lnTo>
                    <a:lnTo>
                      <a:pt x="4137" y="6154"/>
                    </a:lnTo>
                    <a:lnTo>
                      <a:pt x="4375" y="6329"/>
                    </a:lnTo>
                    <a:lnTo>
                      <a:pt x="4613" y="6505"/>
                    </a:lnTo>
                    <a:lnTo>
                      <a:pt x="4851" y="6680"/>
                    </a:lnTo>
                    <a:lnTo>
                      <a:pt x="5102" y="6831"/>
                    </a:lnTo>
                    <a:lnTo>
                      <a:pt x="5353" y="6969"/>
                    </a:lnTo>
                    <a:lnTo>
                      <a:pt x="5603" y="7094"/>
                    </a:lnTo>
                    <a:lnTo>
                      <a:pt x="5866" y="7207"/>
                    </a:lnTo>
                    <a:lnTo>
                      <a:pt x="6117" y="7307"/>
                    </a:lnTo>
                    <a:lnTo>
                      <a:pt x="6380" y="7395"/>
                    </a:lnTo>
                    <a:lnTo>
                      <a:pt x="6656" y="7457"/>
                    </a:lnTo>
                    <a:lnTo>
                      <a:pt x="6919" y="7508"/>
                    </a:lnTo>
                    <a:lnTo>
                      <a:pt x="7182" y="7533"/>
                    </a:lnTo>
                    <a:lnTo>
                      <a:pt x="7458" y="7545"/>
                    </a:lnTo>
                    <a:lnTo>
                      <a:pt x="7734" y="7533"/>
                    </a:lnTo>
                    <a:lnTo>
                      <a:pt x="7960" y="7495"/>
                    </a:lnTo>
                    <a:lnTo>
                      <a:pt x="8185" y="7457"/>
                    </a:lnTo>
                    <a:lnTo>
                      <a:pt x="8398" y="7407"/>
                    </a:lnTo>
                    <a:lnTo>
                      <a:pt x="8599" y="7332"/>
                    </a:lnTo>
                    <a:lnTo>
                      <a:pt x="8787" y="7257"/>
                    </a:lnTo>
                    <a:lnTo>
                      <a:pt x="8962" y="7157"/>
                    </a:lnTo>
                    <a:lnTo>
                      <a:pt x="9125" y="7056"/>
                    </a:lnTo>
                    <a:lnTo>
                      <a:pt x="9288" y="6944"/>
                    </a:lnTo>
                    <a:lnTo>
                      <a:pt x="9438" y="6818"/>
                    </a:lnTo>
                    <a:lnTo>
                      <a:pt x="9576" y="6680"/>
                    </a:lnTo>
                    <a:lnTo>
                      <a:pt x="9702" y="6542"/>
                    </a:lnTo>
                    <a:lnTo>
                      <a:pt x="9827" y="6392"/>
                    </a:lnTo>
                    <a:lnTo>
                      <a:pt x="9940" y="6229"/>
                    </a:lnTo>
                    <a:lnTo>
                      <a:pt x="10040" y="6066"/>
                    </a:lnTo>
                    <a:lnTo>
                      <a:pt x="10140" y="5891"/>
                    </a:lnTo>
                    <a:lnTo>
                      <a:pt x="10228" y="5715"/>
                    </a:lnTo>
                    <a:lnTo>
                      <a:pt x="10316" y="5527"/>
                    </a:lnTo>
                    <a:lnTo>
                      <a:pt x="10391" y="5339"/>
                    </a:lnTo>
                    <a:lnTo>
                      <a:pt x="10454" y="5151"/>
                    </a:lnTo>
                    <a:lnTo>
                      <a:pt x="10516" y="4951"/>
                    </a:lnTo>
                    <a:lnTo>
                      <a:pt x="10617" y="4550"/>
                    </a:lnTo>
                    <a:lnTo>
                      <a:pt x="10704" y="4136"/>
                    </a:lnTo>
                    <a:lnTo>
                      <a:pt x="10767" y="3722"/>
                    </a:lnTo>
                    <a:lnTo>
                      <a:pt x="10805" y="3309"/>
                    </a:lnTo>
                    <a:lnTo>
                      <a:pt x="10830" y="2895"/>
                    </a:lnTo>
                    <a:lnTo>
                      <a:pt x="10842" y="2507"/>
                    </a:lnTo>
                    <a:lnTo>
                      <a:pt x="10842" y="2018"/>
                    </a:lnTo>
                    <a:lnTo>
                      <a:pt x="10830" y="1579"/>
                    </a:lnTo>
                    <a:lnTo>
                      <a:pt x="10805" y="1166"/>
                    </a:lnTo>
                    <a:lnTo>
                      <a:pt x="10767" y="815"/>
                    </a:lnTo>
                    <a:lnTo>
                      <a:pt x="10704" y="313"/>
                    </a:lnTo>
                    <a:lnTo>
                      <a:pt x="10679" y="125"/>
                    </a:lnTo>
                    <a:lnTo>
                      <a:pt x="352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a:extLst>
                  <a:ext uri="{FF2B5EF4-FFF2-40B4-BE49-F238E27FC236}">
                    <a16:creationId xmlns:a16="http://schemas.microsoft.com/office/drawing/2014/main" id="{9D3BC363-251C-5AF8-C2E6-78D2FBA10E9C}"/>
                  </a:ext>
                </a:extLst>
              </p:cNvPr>
              <p:cNvSpPr/>
              <p:nvPr/>
            </p:nvSpPr>
            <p:spPr>
              <a:xfrm>
                <a:off x="2905174" y="2026879"/>
                <a:ext cx="384590" cy="452742"/>
              </a:xfrm>
              <a:custGeom>
                <a:avLst/>
                <a:gdLst/>
                <a:ahLst/>
                <a:cxnLst/>
                <a:rect l="l" t="t" r="r" b="b"/>
                <a:pathLst>
                  <a:path w="17110" h="20142" extrusionOk="0">
                    <a:moveTo>
                      <a:pt x="9739" y="1"/>
                    </a:moveTo>
                    <a:lnTo>
                      <a:pt x="9301" y="13"/>
                    </a:lnTo>
                    <a:lnTo>
                      <a:pt x="8862" y="38"/>
                    </a:lnTo>
                    <a:lnTo>
                      <a:pt x="8649" y="63"/>
                    </a:lnTo>
                    <a:lnTo>
                      <a:pt x="8436" y="101"/>
                    </a:lnTo>
                    <a:lnTo>
                      <a:pt x="8223" y="139"/>
                    </a:lnTo>
                    <a:lnTo>
                      <a:pt x="8022" y="189"/>
                    </a:lnTo>
                    <a:lnTo>
                      <a:pt x="7822" y="251"/>
                    </a:lnTo>
                    <a:lnTo>
                      <a:pt x="7621" y="314"/>
                    </a:lnTo>
                    <a:lnTo>
                      <a:pt x="7433" y="402"/>
                    </a:lnTo>
                    <a:lnTo>
                      <a:pt x="7245" y="490"/>
                    </a:lnTo>
                    <a:lnTo>
                      <a:pt x="7070" y="590"/>
                    </a:lnTo>
                    <a:lnTo>
                      <a:pt x="6894" y="690"/>
                    </a:lnTo>
                    <a:lnTo>
                      <a:pt x="6731" y="815"/>
                    </a:lnTo>
                    <a:lnTo>
                      <a:pt x="6568" y="953"/>
                    </a:lnTo>
                    <a:lnTo>
                      <a:pt x="6431" y="1091"/>
                    </a:lnTo>
                    <a:lnTo>
                      <a:pt x="6293" y="1242"/>
                    </a:lnTo>
                    <a:lnTo>
                      <a:pt x="6167" y="1392"/>
                    </a:lnTo>
                    <a:lnTo>
                      <a:pt x="6042" y="1555"/>
                    </a:lnTo>
                    <a:lnTo>
                      <a:pt x="5942" y="1718"/>
                    </a:lnTo>
                    <a:lnTo>
                      <a:pt x="5841" y="1893"/>
                    </a:lnTo>
                    <a:lnTo>
                      <a:pt x="5741" y="2069"/>
                    </a:lnTo>
                    <a:lnTo>
                      <a:pt x="5666" y="2257"/>
                    </a:lnTo>
                    <a:lnTo>
                      <a:pt x="5578" y="2432"/>
                    </a:lnTo>
                    <a:lnTo>
                      <a:pt x="5516" y="2633"/>
                    </a:lnTo>
                    <a:lnTo>
                      <a:pt x="5378" y="3009"/>
                    </a:lnTo>
                    <a:lnTo>
                      <a:pt x="5277" y="3410"/>
                    </a:lnTo>
                    <a:lnTo>
                      <a:pt x="5190" y="3798"/>
                    </a:lnTo>
                    <a:lnTo>
                      <a:pt x="5102" y="4350"/>
                    </a:lnTo>
                    <a:lnTo>
                      <a:pt x="5027" y="4901"/>
                    </a:lnTo>
                    <a:lnTo>
                      <a:pt x="4964" y="5453"/>
                    </a:lnTo>
                    <a:lnTo>
                      <a:pt x="4927" y="6004"/>
                    </a:lnTo>
                    <a:lnTo>
                      <a:pt x="4901" y="6556"/>
                    </a:lnTo>
                    <a:lnTo>
                      <a:pt x="4876" y="7120"/>
                    </a:lnTo>
                    <a:lnTo>
                      <a:pt x="4864" y="8235"/>
                    </a:lnTo>
                    <a:lnTo>
                      <a:pt x="4864" y="9351"/>
                    </a:lnTo>
                    <a:lnTo>
                      <a:pt x="4864" y="10466"/>
                    </a:lnTo>
                    <a:lnTo>
                      <a:pt x="4851" y="11018"/>
                    </a:lnTo>
                    <a:lnTo>
                      <a:pt x="4826" y="11582"/>
                    </a:lnTo>
                    <a:lnTo>
                      <a:pt x="4789" y="12133"/>
                    </a:lnTo>
                    <a:lnTo>
                      <a:pt x="4751" y="12684"/>
                    </a:lnTo>
                    <a:lnTo>
                      <a:pt x="4688" y="13161"/>
                    </a:lnTo>
                    <a:lnTo>
                      <a:pt x="4613" y="13637"/>
                    </a:lnTo>
                    <a:lnTo>
                      <a:pt x="4563" y="13875"/>
                    </a:lnTo>
                    <a:lnTo>
                      <a:pt x="4500" y="14101"/>
                    </a:lnTo>
                    <a:lnTo>
                      <a:pt x="4438" y="14339"/>
                    </a:lnTo>
                    <a:lnTo>
                      <a:pt x="4363" y="14564"/>
                    </a:lnTo>
                    <a:lnTo>
                      <a:pt x="4287" y="14778"/>
                    </a:lnTo>
                    <a:lnTo>
                      <a:pt x="4200" y="15003"/>
                    </a:lnTo>
                    <a:lnTo>
                      <a:pt x="4099" y="15216"/>
                    </a:lnTo>
                    <a:lnTo>
                      <a:pt x="3987" y="15417"/>
                    </a:lnTo>
                    <a:lnTo>
                      <a:pt x="3861" y="15617"/>
                    </a:lnTo>
                    <a:lnTo>
                      <a:pt x="3723" y="15805"/>
                    </a:lnTo>
                    <a:lnTo>
                      <a:pt x="3573" y="15981"/>
                    </a:lnTo>
                    <a:lnTo>
                      <a:pt x="3410" y="16156"/>
                    </a:lnTo>
                    <a:lnTo>
                      <a:pt x="3235" y="16319"/>
                    </a:lnTo>
                    <a:lnTo>
                      <a:pt x="3034" y="16457"/>
                    </a:lnTo>
                    <a:lnTo>
                      <a:pt x="2833" y="16582"/>
                    </a:lnTo>
                    <a:lnTo>
                      <a:pt x="2620" y="16683"/>
                    </a:lnTo>
                    <a:lnTo>
                      <a:pt x="2395" y="16770"/>
                    </a:lnTo>
                    <a:lnTo>
                      <a:pt x="2157" y="16833"/>
                    </a:lnTo>
                    <a:lnTo>
                      <a:pt x="1918" y="16883"/>
                    </a:lnTo>
                    <a:lnTo>
                      <a:pt x="1680" y="16908"/>
                    </a:lnTo>
                    <a:lnTo>
                      <a:pt x="1455" y="16908"/>
                    </a:lnTo>
                    <a:lnTo>
                      <a:pt x="1217" y="16896"/>
                    </a:lnTo>
                    <a:lnTo>
                      <a:pt x="991" y="16858"/>
                    </a:lnTo>
                    <a:lnTo>
                      <a:pt x="778" y="16783"/>
                    </a:lnTo>
                    <a:lnTo>
                      <a:pt x="565" y="16695"/>
                    </a:lnTo>
                    <a:lnTo>
                      <a:pt x="377" y="16582"/>
                    </a:lnTo>
                    <a:lnTo>
                      <a:pt x="289" y="16507"/>
                    </a:lnTo>
                    <a:lnTo>
                      <a:pt x="201" y="16432"/>
                    </a:lnTo>
                    <a:lnTo>
                      <a:pt x="114" y="16357"/>
                    </a:lnTo>
                    <a:lnTo>
                      <a:pt x="38" y="16269"/>
                    </a:lnTo>
                    <a:lnTo>
                      <a:pt x="13" y="16457"/>
                    </a:lnTo>
                    <a:lnTo>
                      <a:pt x="1" y="16658"/>
                    </a:lnTo>
                    <a:lnTo>
                      <a:pt x="13" y="16846"/>
                    </a:lnTo>
                    <a:lnTo>
                      <a:pt x="38" y="17046"/>
                    </a:lnTo>
                    <a:lnTo>
                      <a:pt x="89" y="17247"/>
                    </a:lnTo>
                    <a:lnTo>
                      <a:pt x="151" y="17435"/>
                    </a:lnTo>
                    <a:lnTo>
                      <a:pt x="226" y="17635"/>
                    </a:lnTo>
                    <a:lnTo>
                      <a:pt x="314" y="17823"/>
                    </a:lnTo>
                    <a:lnTo>
                      <a:pt x="414" y="18011"/>
                    </a:lnTo>
                    <a:lnTo>
                      <a:pt x="515" y="18187"/>
                    </a:lnTo>
                    <a:lnTo>
                      <a:pt x="640" y="18362"/>
                    </a:lnTo>
                    <a:lnTo>
                      <a:pt x="765" y="18525"/>
                    </a:lnTo>
                    <a:lnTo>
                      <a:pt x="891" y="18688"/>
                    </a:lnTo>
                    <a:lnTo>
                      <a:pt x="1041" y="18838"/>
                    </a:lnTo>
                    <a:lnTo>
                      <a:pt x="1179" y="18976"/>
                    </a:lnTo>
                    <a:lnTo>
                      <a:pt x="1329" y="19102"/>
                    </a:lnTo>
                    <a:lnTo>
                      <a:pt x="1480" y="19227"/>
                    </a:lnTo>
                    <a:lnTo>
                      <a:pt x="1643" y="19340"/>
                    </a:lnTo>
                    <a:lnTo>
                      <a:pt x="1806" y="19440"/>
                    </a:lnTo>
                    <a:lnTo>
                      <a:pt x="1969" y="19540"/>
                    </a:lnTo>
                    <a:lnTo>
                      <a:pt x="2144" y="19615"/>
                    </a:lnTo>
                    <a:lnTo>
                      <a:pt x="2320" y="19703"/>
                    </a:lnTo>
                    <a:lnTo>
                      <a:pt x="2495" y="19778"/>
                    </a:lnTo>
                    <a:lnTo>
                      <a:pt x="2671" y="19841"/>
                    </a:lnTo>
                    <a:lnTo>
                      <a:pt x="3047" y="19941"/>
                    </a:lnTo>
                    <a:lnTo>
                      <a:pt x="3423" y="20029"/>
                    </a:lnTo>
                    <a:lnTo>
                      <a:pt x="3811" y="20092"/>
                    </a:lnTo>
                    <a:lnTo>
                      <a:pt x="4200" y="20129"/>
                    </a:lnTo>
                    <a:lnTo>
                      <a:pt x="4638" y="20142"/>
                    </a:lnTo>
                    <a:lnTo>
                      <a:pt x="5077" y="20129"/>
                    </a:lnTo>
                    <a:lnTo>
                      <a:pt x="5516" y="20092"/>
                    </a:lnTo>
                    <a:lnTo>
                      <a:pt x="5942" y="20017"/>
                    </a:lnTo>
                    <a:lnTo>
                      <a:pt x="6368" y="19916"/>
                    </a:lnTo>
                    <a:lnTo>
                      <a:pt x="6794" y="19791"/>
                    </a:lnTo>
                    <a:lnTo>
                      <a:pt x="7208" y="19641"/>
                    </a:lnTo>
                    <a:lnTo>
                      <a:pt x="7408" y="19553"/>
                    </a:lnTo>
                    <a:lnTo>
                      <a:pt x="7596" y="19465"/>
                    </a:lnTo>
                    <a:lnTo>
                      <a:pt x="7797" y="19365"/>
                    </a:lnTo>
                    <a:lnTo>
                      <a:pt x="7985" y="19265"/>
                    </a:lnTo>
                    <a:lnTo>
                      <a:pt x="8173" y="19152"/>
                    </a:lnTo>
                    <a:lnTo>
                      <a:pt x="8348" y="19026"/>
                    </a:lnTo>
                    <a:lnTo>
                      <a:pt x="8524" y="18901"/>
                    </a:lnTo>
                    <a:lnTo>
                      <a:pt x="8687" y="18776"/>
                    </a:lnTo>
                    <a:lnTo>
                      <a:pt x="8849" y="18638"/>
                    </a:lnTo>
                    <a:lnTo>
                      <a:pt x="9012" y="18487"/>
                    </a:lnTo>
                    <a:lnTo>
                      <a:pt x="9163" y="18337"/>
                    </a:lnTo>
                    <a:lnTo>
                      <a:pt x="9313" y="18187"/>
                    </a:lnTo>
                    <a:lnTo>
                      <a:pt x="9451" y="18024"/>
                    </a:lnTo>
                    <a:lnTo>
                      <a:pt x="9576" y="17848"/>
                    </a:lnTo>
                    <a:lnTo>
                      <a:pt x="9702" y="17673"/>
                    </a:lnTo>
                    <a:lnTo>
                      <a:pt x="9815" y="17497"/>
                    </a:lnTo>
                    <a:lnTo>
                      <a:pt x="9915" y="17309"/>
                    </a:lnTo>
                    <a:lnTo>
                      <a:pt x="10015" y="17109"/>
                    </a:lnTo>
                    <a:lnTo>
                      <a:pt x="10128" y="16858"/>
                    </a:lnTo>
                    <a:lnTo>
                      <a:pt x="10228" y="16607"/>
                    </a:lnTo>
                    <a:lnTo>
                      <a:pt x="10303" y="16357"/>
                    </a:lnTo>
                    <a:lnTo>
                      <a:pt x="10379" y="16094"/>
                    </a:lnTo>
                    <a:lnTo>
                      <a:pt x="10441" y="15830"/>
                    </a:lnTo>
                    <a:lnTo>
                      <a:pt x="10479" y="15555"/>
                    </a:lnTo>
                    <a:lnTo>
                      <a:pt x="10529" y="15291"/>
                    </a:lnTo>
                    <a:lnTo>
                      <a:pt x="10554" y="15016"/>
                    </a:lnTo>
                    <a:lnTo>
                      <a:pt x="10592" y="14464"/>
                    </a:lnTo>
                    <a:lnTo>
                      <a:pt x="10604" y="13913"/>
                    </a:lnTo>
                    <a:lnTo>
                      <a:pt x="10604" y="13361"/>
                    </a:lnTo>
                    <a:lnTo>
                      <a:pt x="10592" y="12810"/>
                    </a:lnTo>
                    <a:lnTo>
                      <a:pt x="10567" y="12058"/>
                    </a:lnTo>
                    <a:lnTo>
                      <a:pt x="10529" y="11293"/>
                    </a:lnTo>
                    <a:lnTo>
                      <a:pt x="10441" y="9752"/>
                    </a:lnTo>
                    <a:lnTo>
                      <a:pt x="10416" y="8987"/>
                    </a:lnTo>
                    <a:lnTo>
                      <a:pt x="10404" y="8223"/>
                    </a:lnTo>
                    <a:lnTo>
                      <a:pt x="10416" y="7458"/>
                    </a:lnTo>
                    <a:lnTo>
                      <a:pt x="10429" y="7082"/>
                    </a:lnTo>
                    <a:lnTo>
                      <a:pt x="10466" y="6706"/>
                    </a:lnTo>
                    <a:lnTo>
                      <a:pt x="10479" y="6556"/>
                    </a:lnTo>
                    <a:lnTo>
                      <a:pt x="10504" y="6418"/>
                    </a:lnTo>
                    <a:lnTo>
                      <a:pt x="10529" y="6280"/>
                    </a:lnTo>
                    <a:lnTo>
                      <a:pt x="10579" y="6155"/>
                    </a:lnTo>
                    <a:lnTo>
                      <a:pt x="10617" y="6042"/>
                    </a:lnTo>
                    <a:lnTo>
                      <a:pt x="10667" y="5929"/>
                    </a:lnTo>
                    <a:lnTo>
                      <a:pt x="10730" y="5829"/>
                    </a:lnTo>
                    <a:lnTo>
                      <a:pt x="10792" y="5741"/>
                    </a:lnTo>
                    <a:lnTo>
                      <a:pt x="10867" y="5666"/>
                    </a:lnTo>
                    <a:lnTo>
                      <a:pt x="10943" y="5591"/>
                    </a:lnTo>
                    <a:lnTo>
                      <a:pt x="11018" y="5528"/>
                    </a:lnTo>
                    <a:lnTo>
                      <a:pt x="11093" y="5478"/>
                    </a:lnTo>
                    <a:lnTo>
                      <a:pt x="11181" y="5440"/>
                    </a:lnTo>
                    <a:lnTo>
                      <a:pt x="11268" y="5403"/>
                    </a:lnTo>
                    <a:lnTo>
                      <a:pt x="11369" y="5378"/>
                    </a:lnTo>
                    <a:lnTo>
                      <a:pt x="11469" y="5352"/>
                    </a:lnTo>
                    <a:lnTo>
                      <a:pt x="11757" y="5352"/>
                    </a:lnTo>
                    <a:lnTo>
                      <a:pt x="11870" y="5365"/>
                    </a:lnTo>
                    <a:lnTo>
                      <a:pt x="11970" y="5390"/>
                    </a:lnTo>
                    <a:lnTo>
                      <a:pt x="12071" y="5428"/>
                    </a:lnTo>
                    <a:lnTo>
                      <a:pt x="12284" y="5515"/>
                    </a:lnTo>
                    <a:lnTo>
                      <a:pt x="12497" y="5628"/>
                    </a:lnTo>
                    <a:lnTo>
                      <a:pt x="12697" y="5779"/>
                    </a:lnTo>
                    <a:lnTo>
                      <a:pt x="12885" y="5954"/>
                    </a:lnTo>
                    <a:lnTo>
                      <a:pt x="13073" y="6167"/>
                    </a:lnTo>
                    <a:lnTo>
                      <a:pt x="13199" y="6330"/>
                    </a:lnTo>
                    <a:lnTo>
                      <a:pt x="13299" y="6518"/>
                    </a:lnTo>
                    <a:lnTo>
                      <a:pt x="13399" y="6706"/>
                    </a:lnTo>
                    <a:lnTo>
                      <a:pt x="13499" y="6919"/>
                    </a:lnTo>
                    <a:lnTo>
                      <a:pt x="13700" y="7345"/>
                    </a:lnTo>
                    <a:lnTo>
                      <a:pt x="13813" y="7546"/>
                    </a:lnTo>
                    <a:lnTo>
                      <a:pt x="13913" y="7759"/>
                    </a:lnTo>
                    <a:lnTo>
                      <a:pt x="14038" y="7947"/>
                    </a:lnTo>
                    <a:lnTo>
                      <a:pt x="14164" y="8122"/>
                    </a:lnTo>
                    <a:lnTo>
                      <a:pt x="14314" y="8273"/>
                    </a:lnTo>
                    <a:lnTo>
                      <a:pt x="14389" y="8348"/>
                    </a:lnTo>
                    <a:lnTo>
                      <a:pt x="14477" y="8398"/>
                    </a:lnTo>
                    <a:lnTo>
                      <a:pt x="14565" y="8461"/>
                    </a:lnTo>
                    <a:lnTo>
                      <a:pt x="14652" y="8498"/>
                    </a:lnTo>
                    <a:lnTo>
                      <a:pt x="14753" y="8536"/>
                    </a:lnTo>
                    <a:lnTo>
                      <a:pt x="14853" y="8574"/>
                    </a:lnTo>
                    <a:lnTo>
                      <a:pt x="14966" y="8586"/>
                    </a:lnTo>
                    <a:lnTo>
                      <a:pt x="15079" y="8599"/>
                    </a:lnTo>
                    <a:lnTo>
                      <a:pt x="15191" y="8599"/>
                    </a:lnTo>
                    <a:lnTo>
                      <a:pt x="15329" y="8586"/>
                    </a:lnTo>
                    <a:lnTo>
                      <a:pt x="15517" y="8548"/>
                    </a:lnTo>
                    <a:lnTo>
                      <a:pt x="15705" y="8486"/>
                    </a:lnTo>
                    <a:lnTo>
                      <a:pt x="15881" y="8398"/>
                    </a:lnTo>
                    <a:lnTo>
                      <a:pt x="16044" y="8285"/>
                    </a:lnTo>
                    <a:lnTo>
                      <a:pt x="16194" y="8172"/>
                    </a:lnTo>
                    <a:lnTo>
                      <a:pt x="16332" y="8022"/>
                    </a:lnTo>
                    <a:lnTo>
                      <a:pt x="16457" y="7872"/>
                    </a:lnTo>
                    <a:lnTo>
                      <a:pt x="16570" y="7709"/>
                    </a:lnTo>
                    <a:lnTo>
                      <a:pt x="16683" y="7533"/>
                    </a:lnTo>
                    <a:lnTo>
                      <a:pt x="16771" y="7358"/>
                    </a:lnTo>
                    <a:lnTo>
                      <a:pt x="16858" y="7170"/>
                    </a:lnTo>
                    <a:lnTo>
                      <a:pt x="16921" y="6982"/>
                    </a:lnTo>
                    <a:lnTo>
                      <a:pt x="16984" y="6794"/>
                    </a:lnTo>
                    <a:lnTo>
                      <a:pt x="17034" y="6606"/>
                    </a:lnTo>
                    <a:lnTo>
                      <a:pt x="17071" y="6405"/>
                    </a:lnTo>
                    <a:lnTo>
                      <a:pt x="17096" y="6230"/>
                    </a:lnTo>
                    <a:lnTo>
                      <a:pt x="17109" y="5967"/>
                    </a:lnTo>
                    <a:lnTo>
                      <a:pt x="17109" y="5829"/>
                    </a:lnTo>
                    <a:lnTo>
                      <a:pt x="17096" y="5716"/>
                    </a:lnTo>
                    <a:lnTo>
                      <a:pt x="17021" y="5290"/>
                    </a:lnTo>
                    <a:lnTo>
                      <a:pt x="16934" y="4876"/>
                    </a:lnTo>
                    <a:lnTo>
                      <a:pt x="16808" y="4463"/>
                    </a:lnTo>
                    <a:lnTo>
                      <a:pt x="16658" y="4062"/>
                    </a:lnTo>
                    <a:lnTo>
                      <a:pt x="16470" y="3673"/>
                    </a:lnTo>
                    <a:lnTo>
                      <a:pt x="16269" y="3297"/>
                    </a:lnTo>
                    <a:lnTo>
                      <a:pt x="16044" y="2921"/>
                    </a:lnTo>
                    <a:lnTo>
                      <a:pt x="15793" y="2570"/>
                    </a:lnTo>
                    <a:lnTo>
                      <a:pt x="15530" y="2244"/>
                    </a:lnTo>
                    <a:lnTo>
                      <a:pt x="15229" y="1931"/>
                    </a:lnTo>
                    <a:lnTo>
                      <a:pt x="15079" y="1793"/>
                    </a:lnTo>
                    <a:lnTo>
                      <a:pt x="14916" y="1643"/>
                    </a:lnTo>
                    <a:lnTo>
                      <a:pt x="14753" y="1505"/>
                    </a:lnTo>
                    <a:lnTo>
                      <a:pt x="14590" y="1379"/>
                    </a:lnTo>
                    <a:lnTo>
                      <a:pt x="14414" y="1254"/>
                    </a:lnTo>
                    <a:lnTo>
                      <a:pt x="14239" y="1141"/>
                    </a:lnTo>
                    <a:lnTo>
                      <a:pt x="14063" y="1041"/>
                    </a:lnTo>
                    <a:lnTo>
                      <a:pt x="13875" y="941"/>
                    </a:lnTo>
                    <a:lnTo>
                      <a:pt x="13687" y="840"/>
                    </a:lnTo>
                    <a:lnTo>
                      <a:pt x="13487" y="753"/>
                    </a:lnTo>
                    <a:lnTo>
                      <a:pt x="13299" y="678"/>
                    </a:lnTo>
                    <a:lnTo>
                      <a:pt x="13098" y="615"/>
                    </a:lnTo>
                    <a:lnTo>
                      <a:pt x="12722" y="502"/>
                    </a:lnTo>
                    <a:lnTo>
                      <a:pt x="12334" y="402"/>
                    </a:lnTo>
                    <a:lnTo>
                      <a:pt x="11933" y="302"/>
                    </a:lnTo>
                    <a:lnTo>
                      <a:pt x="11507" y="214"/>
                    </a:lnTo>
                    <a:lnTo>
                      <a:pt x="11080" y="126"/>
                    </a:lnTo>
                    <a:lnTo>
                      <a:pt x="10629" y="76"/>
                    </a:lnTo>
                    <a:lnTo>
                      <a:pt x="10191" y="26"/>
                    </a:lnTo>
                    <a:lnTo>
                      <a:pt x="97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a:extLst>
                  <a:ext uri="{FF2B5EF4-FFF2-40B4-BE49-F238E27FC236}">
                    <a16:creationId xmlns:a16="http://schemas.microsoft.com/office/drawing/2014/main" id="{11158F32-ECE8-9DBA-6281-897A47B920EE}"/>
                  </a:ext>
                </a:extLst>
              </p:cNvPr>
              <p:cNvSpPr/>
              <p:nvPr/>
            </p:nvSpPr>
            <p:spPr>
              <a:xfrm>
                <a:off x="3190278" y="2121262"/>
                <a:ext cx="180607" cy="150734"/>
              </a:xfrm>
              <a:custGeom>
                <a:avLst/>
                <a:gdLst/>
                <a:ahLst/>
                <a:cxnLst/>
                <a:rect l="l" t="t" r="r" b="b"/>
                <a:pathLst>
                  <a:path w="8035" h="6706" extrusionOk="0">
                    <a:moveTo>
                      <a:pt x="3786" y="0"/>
                    </a:moveTo>
                    <a:lnTo>
                      <a:pt x="3510" y="25"/>
                    </a:lnTo>
                    <a:lnTo>
                      <a:pt x="3247" y="51"/>
                    </a:lnTo>
                    <a:lnTo>
                      <a:pt x="2971" y="101"/>
                    </a:lnTo>
                    <a:lnTo>
                      <a:pt x="2708" y="176"/>
                    </a:lnTo>
                    <a:lnTo>
                      <a:pt x="2457" y="251"/>
                    </a:lnTo>
                    <a:lnTo>
                      <a:pt x="2194" y="364"/>
                    </a:lnTo>
                    <a:lnTo>
                      <a:pt x="1943" y="477"/>
                    </a:lnTo>
                    <a:lnTo>
                      <a:pt x="1693" y="627"/>
                    </a:lnTo>
                    <a:lnTo>
                      <a:pt x="1467" y="790"/>
                    </a:lnTo>
                    <a:lnTo>
                      <a:pt x="1254" y="978"/>
                    </a:lnTo>
                    <a:lnTo>
                      <a:pt x="1054" y="1166"/>
                    </a:lnTo>
                    <a:lnTo>
                      <a:pt x="891" y="1367"/>
                    </a:lnTo>
                    <a:lnTo>
                      <a:pt x="740" y="1580"/>
                    </a:lnTo>
                    <a:lnTo>
                      <a:pt x="602" y="1805"/>
                    </a:lnTo>
                    <a:lnTo>
                      <a:pt x="477" y="2043"/>
                    </a:lnTo>
                    <a:lnTo>
                      <a:pt x="377" y="2281"/>
                    </a:lnTo>
                    <a:lnTo>
                      <a:pt x="289" y="2532"/>
                    </a:lnTo>
                    <a:lnTo>
                      <a:pt x="214" y="2783"/>
                    </a:lnTo>
                    <a:lnTo>
                      <a:pt x="151" y="3033"/>
                    </a:lnTo>
                    <a:lnTo>
                      <a:pt x="101" y="3284"/>
                    </a:lnTo>
                    <a:lnTo>
                      <a:pt x="63" y="3547"/>
                    </a:lnTo>
                    <a:lnTo>
                      <a:pt x="38" y="3798"/>
                    </a:lnTo>
                    <a:lnTo>
                      <a:pt x="13" y="4049"/>
                    </a:lnTo>
                    <a:lnTo>
                      <a:pt x="1" y="4299"/>
                    </a:lnTo>
                    <a:lnTo>
                      <a:pt x="13" y="4776"/>
                    </a:lnTo>
                    <a:lnTo>
                      <a:pt x="26" y="5227"/>
                    </a:lnTo>
                    <a:lnTo>
                      <a:pt x="76" y="5640"/>
                    </a:lnTo>
                    <a:lnTo>
                      <a:pt x="126" y="5991"/>
                    </a:lnTo>
                    <a:lnTo>
                      <a:pt x="176" y="6292"/>
                    </a:lnTo>
                    <a:lnTo>
                      <a:pt x="214" y="6518"/>
                    </a:lnTo>
                    <a:lnTo>
                      <a:pt x="264" y="6706"/>
                    </a:lnTo>
                    <a:lnTo>
                      <a:pt x="377" y="6568"/>
                    </a:lnTo>
                    <a:lnTo>
                      <a:pt x="515" y="6405"/>
                    </a:lnTo>
                    <a:lnTo>
                      <a:pt x="703" y="6192"/>
                    </a:lnTo>
                    <a:lnTo>
                      <a:pt x="966" y="5929"/>
                    </a:lnTo>
                    <a:lnTo>
                      <a:pt x="1279" y="5603"/>
                    </a:lnTo>
                    <a:lnTo>
                      <a:pt x="1655" y="5252"/>
                    </a:lnTo>
                    <a:lnTo>
                      <a:pt x="2094" y="4863"/>
                    </a:lnTo>
                    <a:lnTo>
                      <a:pt x="2595" y="4450"/>
                    </a:lnTo>
                    <a:lnTo>
                      <a:pt x="3172" y="3999"/>
                    </a:lnTo>
                    <a:lnTo>
                      <a:pt x="3798" y="3535"/>
                    </a:lnTo>
                    <a:lnTo>
                      <a:pt x="4149" y="3309"/>
                    </a:lnTo>
                    <a:lnTo>
                      <a:pt x="4513" y="3059"/>
                    </a:lnTo>
                    <a:lnTo>
                      <a:pt x="4889" y="2820"/>
                    </a:lnTo>
                    <a:lnTo>
                      <a:pt x="5290" y="2582"/>
                    </a:lnTo>
                    <a:lnTo>
                      <a:pt x="5703" y="2332"/>
                    </a:lnTo>
                    <a:lnTo>
                      <a:pt x="6130" y="2093"/>
                    </a:lnTo>
                    <a:lnTo>
                      <a:pt x="6581" y="1855"/>
                    </a:lnTo>
                    <a:lnTo>
                      <a:pt x="7045" y="1605"/>
                    </a:lnTo>
                    <a:lnTo>
                      <a:pt x="7533" y="1367"/>
                    </a:lnTo>
                    <a:lnTo>
                      <a:pt x="8035" y="1128"/>
                    </a:lnTo>
                    <a:lnTo>
                      <a:pt x="7872" y="1041"/>
                    </a:lnTo>
                    <a:lnTo>
                      <a:pt x="7671" y="940"/>
                    </a:lnTo>
                    <a:lnTo>
                      <a:pt x="7408" y="815"/>
                    </a:lnTo>
                    <a:lnTo>
                      <a:pt x="7095" y="677"/>
                    </a:lnTo>
                    <a:lnTo>
                      <a:pt x="6719" y="539"/>
                    </a:lnTo>
                    <a:lnTo>
                      <a:pt x="6293" y="389"/>
                    </a:lnTo>
                    <a:lnTo>
                      <a:pt x="5841" y="251"/>
                    </a:lnTo>
                    <a:lnTo>
                      <a:pt x="5603" y="188"/>
                    </a:lnTo>
                    <a:lnTo>
                      <a:pt x="5353" y="138"/>
                    </a:lnTo>
                    <a:lnTo>
                      <a:pt x="5102" y="88"/>
                    </a:lnTo>
                    <a:lnTo>
                      <a:pt x="4839" y="51"/>
                    </a:lnTo>
                    <a:lnTo>
                      <a:pt x="4575" y="25"/>
                    </a:lnTo>
                    <a:lnTo>
                      <a:pt x="43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a:extLst>
                  <a:ext uri="{FF2B5EF4-FFF2-40B4-BE49-F238E27FC236}">
                    <a16:creationId xmlns:a16="http://schemas.microsoft.com/office/drawing/2014/main" id="{23425694-1B6F-205F-4EE6-C1A572A29B98}"/>
                  </a:ext>
                </a:extLst>
              </p:cNvPr>
              <p:cNvSpPr/>
              <p:nvPr/>
            </p:nvSpPr>
            <p:spPr>
              <a:xfrm>
                <a:off x="3173937" y="2135355"/>
                <a:ext cx="400077" cy="346536"/>
              </a:xfrm>
              <a:custGeom>
                <a:avLst/>
                <a:gdLst/>
                <a:ahLst/>
                <a:cxnLst/>
                <a:rect l="l" t="t" r="r" b="b"/>
                <a:pathLst>
                  <a:path w="17799" h="15417" extrusionOk="0">
                    <a:moveTo>
                      <a:pt x="9514" y="0"/>
                    </a:moveTo>
                    <a:lnTo>
                      <a:pt x="9138" y="13"/>
                    </a:lnTo>
                    <a:lnTo>
                      <a:pt x="8762" y="38"/>
                    </a:lnTo>
                    <a:lnTo>
                      <a:pt x="8373" y="63"/>
                    </a:lnTo>
                    <a:lnTo>
                      <a:pt x="7997" y="100"/>
                    </a:lnTo>
                    <a:lnTo>
                      <a:pt x="7245" y="188"/>
                    </a:lnTo>
                    <a:lnTo>
                      <a:pt x="6756" y="251"/>
                    </a:lnTo>
                    <a:lnTo>
                      <a:pt x="6268" y="338"/>
                    </a:lnTo>
                    <a:lnTo>
                      <a:pt x="5779" y="439"/>
                    </a:lnTo>
                    <a:lnTo>
                      <a:pt x="5302" y="552"/>
                    </a:lnTo>
                    <a:lnTo>
                      <a:pt x="4839" y="689"/>
                    </a:lnTo>
                    <a:lnTo>
                      <a:pt x="4613" y="777"/>
                    </a:lnTo>
                    <a:lnTo>
                      <a:pt x="4387" y="865"/>
                    </a:lnTo>
                    <a:lnTo>
                      <a:pt x="4162" y="953"/>
                    </a:lnTo>
                    <a:lnTo>
                      <a:pt x="3936" y="1065"/>
                    </a:lnTo>
                    <a:lnTo>
                      <a:pt x="3723" y="1178"/>
                    </a:lnTo>
                    <a:lnTo>
                      <a:pt x="3510" y="1304"/>
                    </a:lnTo>
                    <a:lnTo>
                      <a:pt x="3285" y="1441"/>
                    </a:lnTo>
                    <a:lnTo>
                      <a:pt x="3071" y="1592"/>
                    </a:lnTo>
                    <a:lnTo>
                      <a:pt x="2858" y="1755"/>
                    </a:lnTo>
                    <a:lnTo>
                      <a:pt x="2670" y="1930"/>
                    </a:lnTo>
                    <a:lnTo>
                      <a:pt x="2482" y="2106"/>
                    </a:lnTo>
                    <a:lnTo>
                      <a:pt x="2294" y="2294"/>
                    </a:lnTo>
                    <a:lnTo>
                      <a:pt x="2119" y="2494"/>
                    </a:lnTo>
                    <a:lnTo>
                      <a:pt x="1956" y="2695"/>
                    </a:lnTo>
                    <a:lnTo>
                      <a:pt x="1806" y="2895"/>
                    </a:lnTo>
                    <a:lnTo>
                      <a:pt x="1655" y="3108"/>
                    </a:lnTo>
                    <a:lnTo>
                      <a:pt x="1505" y="3334"/>
                    </a:lnTo>
                    <a:lnTo>
                      <a:pt x="1379" y="3560"/>
                    </a:lnTo>
                    <a:lnTo>
                      <a:pt x="1242" y="3798"/>
                    </a:lnTo>
                    <a:lnTo>
                      <a:pt x="1129" y="4023"/>
                    </a:lnTo>
                    <a:lnTo>
                      <a:pt x="1016" y="4274"/>
                    </a:lnTo>
                    <a:lnTo>
                      <a:pt x="903" y="4512"/>
                    </a:lnTo>
                    <a:lnTo>
                      <a:pt x="715" y="5013"/>
                    </a:lnTo>
                    <a:lnTo>
                      <a:pt x="552" y="5540"/>
                    </a:lnTo>
                    <a:lnTo>
                      <a:pt x="402" y="6066"/>
                    </a:lnTo>
                    <a:lnTo>
                      <a:pt x="289" y="6593"/>
                    </a:lnTo>
                    <a:lnTo>
                      <a:pt x="189" y="7132"/>
                    </a:lnTo>
                    <a:lnTo>
                      <a:pt x="101" y="7670"/>
                    </a:lnTo>
                    <a:lnTo>
                      <a:pt x="51" y="8222"/>
                    </a:lnTo>
                    <a:lnTo>
                      <a:pt x="1" y="8748"/>
                    </a:lnTo>
                    <a:lnTo>
                      <a:pt x="1" y="9174"/>
                    </a:lnTo>
                    <a:lnTo>
                      <a:pt x="13" y="9588"/>
                    </a:lnTo>
                    <a:lnTo>
                      <a:pt x="63" y="9989"/>
                    </a:lnTo>
                    <a:lnTo>
                      <a:pt x="139" y="10390"/>
                    </a:lnTo>
                    <a:lnTo>
                      <a:pt x="239" y="10779"/>
                    </a:lnTo>
                    <a:lnTo>
                      <a:pt x="364" y="11167"/>
                    </a:lnTo>
                    <a:lnTo>
                      <a:pt x="515" y="11531"/>
                    </a:lnTo>
                    <a:lnTo>
                      <a:pt x="690" y="11894"/>
                    </a:lnTo>
                    <a:lnTo>
                      <a:pt x="891" y="12233"/>
                    </a:lnTo>
                    <a:lnTo>
                      <a:pt x="1104" y="12571"/>
                    </a:lnTo>
                    <a:lnTo>
                      <a:pt x="1342" y="12884"/>
                    </a:lnTo>
                    <a:lnTo>
                      <a:pt x="1605" y="13185"/>
                    </a:lnTo>
                    <a:lnTo>
                      <a:pt x="1881" y="13473"/>
                    </a:lnTo>
                    <a:lnTo>
                      <a:pt x="2169" y="13749"/>
                    </a:lnTo>
                    <a:lnTo>
                      <a:pt x="2470" y="14000"/>
                    </a:lnTo>
                    <a:lnTo>
                      <a:pt x="2796" y="14238"/>
                    </a:lnTo>
                    <a:lnTo>
                      <a:pt x="2996" y="14376"/>
                    </a:lnTo>
                    <a:lnTo>
                      <a:pt x="3209" y="14501"/>
                    </a:lnTo>
                    <a:lnTo>
                      <a:pt x="3422" y="14614"/>
                    </a:lnTo>
                    <a:lnTo>
                      <a:pt x="3635" y="14727"/>
                    </a:lnTo>
                    <a:lnTo>
                      <a:pt x="3861" y="14840"/>
                    </a:lnTo>
                    <a:lnTo>
                      <a:pt x="4074" y="14927"/>
                    </a:lnTo>
                    <a:lnTo>
                      <a:pt x="4312" y="15015"/>
                    </a:lnTo>
                    <a:lnTo>
                      <a:pt x="4538" y="15103"/>
                    </a:lnTo>
                    <a:lnTo>
                      <a:pt x="4776" y="15165"/>
                    </a:lnTo>
                    <a:lnTo>
                      <a:pt x="5014" y="15228"/>
                    </a:lnTo>
                    <a:lnTo>
                      <a:pt x="5252" y="15291"/>
                    </a:lnTo>
                    <a:lnTo>
                      <a:pt x="5490" y="15328"/>
                    </a:lnTo>
                    <a:lnTo>
                      <a:pt x="5741" y="15366"/>
                    </a:lnTo>
                    <a:lnTo>
                      <a:pt x="5992" y="15391"/>
                    </a:lnTo>
                    <a:lnTo>
                      <a:pt x="6242" y="15416"/>
                    </a:lnTo>
                    <a:lnTo>
                      <a:pt x="6994" y="15416"/>
                    </a:lnTo>
                    <a:lnTo>
                      <a:pt x="7496" y="15391"/>
                    </a:lnTo>
                    <a:lnTo>
                      <a:pt x="8010" y="15353"/>
                    </a:lnTo>
                    <a:lnTo>
                      <a:pt x="8524" y="15303"/>
                    </a:lnTo>
                    <a:lnTo>
                      <a:pt x="9050" y="15228"/>
                    </a:lnTo>
                    <a:lnTo>
                      <a:pt x="9564" y="15140"/>
                    </a:lnTo>
                    <a:lnTo>
                      <a:pt x="10090" y="15028"/>
                    </a:lnTo>
                    <a:lnTo>
                      <a:pt x="10604" y="14902"/>
                    </a:lnTo>
                    <a:lnTo>
                      <a:pt x="11118" y="14764"/>
                    </a:lnTo>
                    <a:lnTo>
                      <a:pt x="11619" y="14601"/>
                    </a:lnTo>
                    <a:lnTo>
                      <a:pt x="12121" y="14426"/>
                    </a:lnTo>
                    <a:lnTo>
                      <a:pt x="12609" y="14225"/>
                    </a:lnTo>
                    <a:lnTo>
                      <a:pt x="13086" y="14012"/>
                    </a:lnTo>
                    <a:lnTo>
                      <a:pt x="13549" y="13787"/>
                    </a:lnTo>
                    <a:lnTo>
                      <a:pt x="14001" y="13524"/>
                    </a:lnTo>
                    <a:lnTo>
                      <a:pt x="14439" y="13260"/>
                    </a:lnTo>
                    <a:lnTo>
                      <a:pt x="14853" y="12972"/>
                    </a:lnTo>
                    <a:lnTo>
                      <a:pt x="15254" y="12659"/>
                    </a:lnTo>
                    <a:lnTo>
                      <a:pt x="15617" y="12333"/>
                    </a:lnTo>
                    <a:lnTo>
                      <a:pt x="15805" y="12157"/>
                    </a:lnTo>
                    <a:lnTo>
                      <a:pt x="15968" y="11982"/>
                    </a:lnTo>
                    <a:lnTo>
                      <a:pt x="16144" y="11806"/>
                    </a:lnTo>
                    <a:lnTo>
                      <a:pt x="16294" y="11618"/>
                    </a:lnTo>
                    <a:lnTo>
                      <a:pt x="16445" y="11418"/>
                    </a:lnTo>
                    <a:lnTo>
                      <a:pt x="16595" y="11230"/>
                    </a:lnTo>
                    <a:lnTo>
                      <a:pt x="16733" y="11029"/>
                    </a:lnTo>
                    <a:lnTo>
                      <a:pt x="16871" y="10816"/>
                    </a:lnTo>
                    <a:lnTo>
                      <a:pt x="16984" y="10603"/>
                    </a:lnTo>
                    <a:lnTo>
                      <a:pt x="17109" y="10390"/>
                    </a:lnTo>
                    <a:lnTo>
                      <a:pt x="17209" y="10177"/>
                    </a:lnTo>
                    <a:lnTo>
                      <a:pt x="17309" y="9952"/>
                    </a:lnTo>
                    <a:lnTo>
                      <a:pt x="17397" y="9713"/>
                    </a:lnTo>
                    <a:lnTo>
                      <a:pt x="17485" y="9475"/>
                    </a:lnTo>
                    <a:lnTo>
                      <a:pt x="17560" y="9237"/>
                    </a:lnTo>
                    <a:lnTo>
                      <a:pt x="17623" y="8986"/>
                    </a:lnTo>
                    <a:lnTo>
                      <a:pt x="17673" y="8736"/>
                    </a:lnTo>
                    <a:lnTo>
                      <a:pt x="17723" y="8485"/>
                    </a:lnTo>
                    <a:lnTo>
                      <a:pt x="17761" y="8222"/>
                    </a:lnTo>
                    <a:lnTo>
                      <a:pt x="17786" y="7959"/>
                    </a:lnTo>
                    <a:lnTo>
                      <a:pt x="17798" y="7683"/>
                    </a:lnTo>
                    <a:lnTo>
                      <a:pt x="17798" y="7407"/>
                    </a:lnTo>
                    <a:lnTo>
                      <a:pt x="17798" y="7119"/>
                    </a:lnTo>
                    <a:lnTo>
                      <a:pt x="17786" y="6831"/>
                    </a:lnTo>
                    <a:lnTo>
                      <a:pt x="17748" y="6542"/>
                    </a:lnTo>
                    <a:lnTo>
                      <a:pt x="17711" y="6242"/>
                    </a:lnTo>
                    <a:lnTo>
                      <a:pt x="17673" y="6004"/>
                    </a:lnTo>
                    <a:lnTo>
                      <a:pt x="17623" y="5778"/>
                    </a:lnTo>
                    <a:lnTo>
                      <a:pt x="17573" y="5552"/>
                    </a:lnTo>
                    <a:lnTo>
                      <a:pt x="17510" y="5314"/>
                    </a:lnTo>
                    <a:lnTo>
                      <a:pt x="17435" y="5101"/>
                    </a:lnTo>
                    <a:lnTo>
                      <a:pt x="17360" y="4876"/>
                    </a:lnTo>
                    <a:lnTo>
                      <a:pt x="17284" y="4650"/>
                    </a:lnTo>
                    <a:lnTo>
                      <a:pt x="17184" y="4437"/>
                    </a:lnTo>
                    <a:lnTo>
                      <a:pt x="17084" y="4224"/>
                    </a:lnTo>
                    <a:lnTo>
                      <a:pt x="16984" y="4011"/>
                    </a:lnTo>
                    <a:lnTo>
                      <a:pt x="16745" y="3610"/>
                    </a:lnTo>
                    <a:lnTo>
                      <a:pt x="16495" y="3209"/>
                    </a:lnTo>
                    <a:lnTo>
                      <a:pt x="16207" y="2833"/>
                    </a:lnTo>
                    <a:lnTo>
                      <a:pt x="15906" y="2469"/>
                    </a:lnTo>
                    <a:lnTo>
                      <a:pt x="15580" y="2131"/>
                    </a:lnTo>
                    <a:lnTo>
                      <a:pt x="15229" y="1817"/>
                    </a:lnTo>
                    <a:lnTo>
                      <a:pt x="15053" y="1667"/>
                    </a:lnTo>
                    <a:lnTo>
                      <a:pt x="14865" y="1517"/>
                    </a:lnTo>
                    <a:lnTo>
                      <a:pt x="14677" y="1379"/>
                    </a:lnTo>
                    <a:lnTo>
                      <a:pt x="14477" y="1253"/>
                    </a:lnTo>
                    <a:lnTo>
                      <a:pt x="14276" y="1116"/>
                    </a:lnTo>
                    <a:lnTo>
                      <a:pt x="14076" y="1003"/>
                    </a:lnTo>
                    <a:lnTo>
                      <a:pt x="13863" y="890"/>
                    </a:lnTo>
                    <a:lnTo>
                      <a:pt x="13662" y="790"/>
                    </a:lnTo>
                    <a:lnTo>
                      <a:pt x="13437" y="689"/>
                    </a:lnTo>
                    <a:lnTo>
                      <a:pt x="13224" y="602"/>
                    </a:lnTo>
                    <a:lnTo>
                      <a:pt x="12873" y="464"/>
                    </a:lnTo>
                    <a:lnTo>
                      <a:pt x="12509" y="351"/>
                    </a:lnTo>
                    <a:lnTo>
                      <a:pt x="12146" y="263"/>
                    </a:lnTo>
                    <a:lnTo>
                      <a:pt x="11782" y="176"/>
                    </a:lnTo>
                    <a:lnTo>
                      <a:pt x="11406" y="113"/>
                    </a:lnTo>
                    <a:lnTo>
                      <a:pt x="11030" y="75"/>
                    </a:lnTo>
                    <a:lnTo>
                      <a:pt x="10654" y="38"/>
                    </a:lnTo>
                    <a:lnTo>
                      <a:pt x="10278" y="13"/>
                    </a:lnTo>
                    <a:lnTo>
                      <a:pt x="9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a:extLst>
                  <a:ext uri="{FF2B5EF4-FFF2-40B4-BE49-F238E27FC236}">
                    <a16:creationId xmlns:a16="http://schemas.microsoft.com/office/drawing/2014/main" id="{618141C3-CDD0-9ED7-629B-26264DE293AC}"/>
                  </a:ext>
                </a:extLst>
              </p:cNvPr>
              <p:cNvSpPr/>
              <p:nvPr/>
            </p:nvSpPr>
            <p:spPr>
              <a:xfrm>
                <a:off x="3475675" y="2366357"/>
                <a:ext cx="64241" cy="82852"/>
              </a:xfrm>
              <a:custGeom>
                <a:avLst/>
                <a:gdLst/>
                <a:ahLst/>
                <a:cxnLst/>
                <a:rect l="l" t="t" r="r" b="b"/>
                <a:pathLst>
                  <a:path w="2858" h="3686" extrusionOk="0">
                    <a:moveTo>
                      <a:pt x="1366" y="0"/>
                    </a:moveTo>
                    <a:lnTo>
                      <a:pt x="1153" y="13"/>
                    </a:lnTo>
                    <a:lnTo>
                      <a:pt x="953" y="38"/>
                    </a:lnTo>
                    <a:lnTo>
                      <a:pt x="777" y="63"/>
                    </a:lnTo>
                    <a:lnTo>
                      <a:pt x="527" y="126"/>
                    </a:lnTo>
                    <a:lnTo>
                      <a:pt x="426" y="163"/>
                    </a:lnTo>
                    <a:lnTo>
                      <a:pt x="0" y="3435"/>
                    </a:lnTo>
                    <a:lnTo>
                      <a:pt x="326" y="3547"/>
                    </a:lnTo>
                    <a:lnTo>
                      <a:pt x="639" y="3623"/>
                    </a:lnTo>
                    <a:lnTo>
                      <a:pt x="790" y="3660"/>
                    </a:lnTo>
                    <a:lnTo>
                      <a:pt x="940" y="3673"/>
                    </a:lnTo>
                    <a:lnTo>
                      <a:pt x="1091" y="3685"/>
                    </a:lnTo>
                    <a:lnTo>
                      <a:pt x="1354" y="3685"/>
                    </a:lnTo>
                    <a:lnTo>
                      <a:pt x="1492" y="3660"/>
                    </a:lnTo>
                    <a:lnTo>
                      <a:pt x="1617" y="3635"/>
                    </a:lnTo>
                    <a:lnTo>
                      <a:pt x="1730" y="3610"/>
                    </a:lnTo>
                    <a:lnTo>
                      <a:pt x="1843" y="3572"/>
                    </a:lnTo>
                    <a:lnTo>
                      <a:pt x="1955" y="3522"/>
                    </a:lnTo>
                    <a:lnTo>
                      <a:pt x="2056" y="3460"/>
                    </a:lnTo>
                    <a:lnTo>
                      <a:pt x="2156" y="3397"/>
                    </a:lnTo>
                    <a:lnTo>
                      <a:pt x="2244" y="3334"/>
                    </a:lnTo>
                    <a:lnTo>
                      <a:pt x="2331" y="3247"/>
                    </a:lnTo>
                    <a:lnTo>
                      <a:pt x="2419" y="3159"/>
                    </a:lnTo>
                    <a:lnTo>
                      <a:pt x="2494" y="3071"/>
                    </a:lnTo>
                    <a:lnTo>
                      <a:pt x="2557" y="2958"/>
                    </a:lnTo>
                    <a:lnTo>
                      <a:pt x="2620" y="2846"/>
                    </a:lnTo>
                    <a:lnTo>
                      <a:pt x="2670" y="2733"/>
                    </a:lnTo>
                    <a:lnTo>
                      <a:pt x="2720" y="2607"/>
                    </a:lnTo>
                    <a:lnTo>
                      <a:pt x="2757" y="2470"/>
                    </a:lnTo>
                    <a:lnTo>
                      <a:pt x="2795" y="2332"/>
                    </a:lnTo>
                    <a:lnTo>
                      <a:pt x="2820" y="2181"/>
                    </a:lnTo>
                    <a:lnTo>
                      <a:pt x="2845" y="2031"/>
                    </a:lnTo>
                    <a:lnTo>
                      <a:pt x="2858" y="1868"/>
                    </a:lnTo>
                    <a:lnTo>
                      <a:pt x="2858" y="1692"/>
                    </a:lnTo>
                    <a:lnTo>
                      <a:pt x="2858" y="1341"/>
                    </a:lnTo>
                    <a:lnTo>
                      <a:pt x="2833" y="1153"/>
                    </a:lnTo>
                    <a:lnTo>
                      <a:pt x="2808" y="991"/>
                    </a:lnTo>
                    <a:lnTo>
                      <a:pt x="2757" y="840"/>
                    </a:lnTo>
                    <a:lnTo>
                      <a:pt x="2707" y="715"/>
                    </a:lnTo>
                    <a:lnTo>
                      <a:pt x="2645" y="589"/>
                    </a:lnTo>
                    <a:lnTo>
                      <a:pt x="2569" y="489"/>
                    </a:lnTo>
                    <a:lnTo>
                      <a:pt x="2494" y="389"/>
                    </a:lnTo>
                    <a:lnTo>
                      <a:pt x="2407" y="314"/>
                    </a:lnTo>
                    <a:lnTo>
                      <a:pt x="2319" y="239"/>
                    </a:lnTo>
                    <a:lnTo>
                      <a:pt x="2231" y="176"/>
                    </a:lnTo>
                    <a:lnTo>
                      <a:pt x="2131" y="126"/>
                    </a:lnTo>
                    <a:lnTo>
                      <a:pt x="2018" y="88"/>
                    </a:lnTo>
                    <a:lnTo>
                      <a:pt x="1918" y="51"/>
                    </a:lnTo>
                    <a:lnTo>
                      <a:pt x="1805" y="25"/>
                    </a:lnTo>
                    <a:lnTo>
                      <a:pt x="1579" y="0"/>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a:extLst>
                  <a:ext uri="{FF2B5EF4-FFF2-40B4-BE49-F238E27FC236}">
                    <a16:creationId xmlns:a16="http://schemas.microsoft.com/office/drawing/2014/main" id="{6CA24E4E-C135-FF67-19BA-FF1EDD909899}"/>
                  </a:ext>
                </a:extLst>
              </p:cNvPr>
              <p:cNvSpPr/>
              <p:nvPr/>
            </p:nvSpPr>
            <p:spPr>
              <a:xfrm>
                <a:off x="3253103" y="2418752"/>
                <a:ext cx="131583" cy="277799"/>
              </a:xfrm>
              <a:custGeom>
                <a:avLst/>
                <a:gdLst/>
                <a:ahLst/>
                <a:cxnLst/>
                <a:rect l="l" t="t" r="r" b="b"/>
                <a:pathLst>
                  <a:path w="5854" h="12359" extrusionOk="0">
                    <a:moveTo>
                      <a:pt x="214" y="1"/>
                    </a:moveTo>
                    <a:lnTo>
                      <a:pt x="1" y="8799"/>
                    </a:lnTo>
                    <a:lnTo>
                      <a:pt x="1" y="9125"/>
                    </a:lnTo>
                    <a:lnTo>
                      <a:pt x="26" y="9451"/>
                    </a:lnTo>
                    <a:lnTo>
                      <a:pt x="76" y="9764"/>
                    </a:lnTo>
                    <a:lnTo>
                      <a:pt x="151" y="10065"/>
                    </a:lnTo>
                    <a:lnTo>
                      <a:pt x="251" y="10353"/>
                    </a:lnTo>
                    <a:lnTo>
                      <a:pt x="364" y="10641"/>
                    </a:lnTo>
                    <a:lnTo>
                      <a:pt x="515" y="10905"/>
                    </a:lnTo>
                    <a:lnTo>
                      <a:pt x="677" y="11143"/>
                    </a:lnTo>
                    <a:lnTo>
                      <a:pt x="853" y="11368"/>
                    </a:lnTo>
                    <a:lnTo>
                      <a:pt x="1053" y="11581"/>
                    </a:lnTo>
                    <a:lnTo>
                      <a:pt x="1279" y="11769"/>
                    </a:lnTo>
                    <a:lnTo>
                      <a:pt x="1505" y="11932"/>
                    </a:lnTo>
                    <a:lnTo>
                      <a:pt x="1755" y="12070"/>
                    </a:lnTo>
                    <a:lnTo>
                      <a:pt x="1881" y="12133"/>
                    </a:lnTo>
                    <a:lnTo>
                      <a:pt x="2019" y="12183"/>
                    </a:lnTo>
                    <a:lnTo>
                      <a:pt x="2156" y="12233"/>
                    </a:lnTo>
                    <a:lnTo>
                      <a:pt x="2294" y="12271"/>
                    </a:lnTo>
                    <a:lnTo>
                      <a:pt x="2432" y="12308"/>
                    </a:lnTo>
                    <a:lnTo>
                      <a:pt x="2570" y="12333"/>
                    </a:lnTo>
                    <a:lnTo>
                      <a:pt x="2746" y="12346"/>
                    </a:lnTo>
                    <a:lnTo>
                      <a:pt x="2908" y="12359"/>
                    </a:lnTo>
                    <a:lnTo>
                      <a:pt x="3071" y="12346"/>
                    </a:lnTo>
                    <a:lnTo>
                      <a:pt x="3222" y="12333"/>
                    </a:lnTo>
                    <a:lnTo>
                      <a:pt x="3385" y="12308"/>
                    </a:lnTo>
                    <a:lnTo>
                      <a:pt x="3535" y="12283"/>
                    </a:lnTo>
                    <a:lnTo>
                      <a:pt x="3698" y="12233"/>
                    </a:lnTo>
                    <a:lnTo>
                      <a:pt x="3848" y="12183"/>
                    </a:lnTo>
                    <a:lnTo>
                      <a:pt x="3986" y="12133"/>
                    </a:lnTo>
                    <a:lnTo>
                      <a:pt x="4137" y="12058"/>
                    </a:lnTo>
                    <a:lnTo>
                      <a:pt x="4275" y="11983"/>
                    </a:lnTo>
                    <a:lnTo>
                      <a:pt x="4412" y="11895"/>
                    </a:lnTo>
                    <a:lnTo>
                      <a:pt x="4538" y="11807"/>
                    </a:lnTo>
                    <a:lnTo>
                      <a:pt x="4663" y="11707"/>
                    </a:lnTo>
                    <a:lnTo>
                      <a:pt x="4788" y="11594"/>
                    </a:lnTo>
                    <a:lnTo>
                      <a:pt x="4901" y="11481"/>
                    </a:lnTo>
                    <a:lnTo>
                      <a:pt x="5014" y="11356"/>
                    </a:lnTo>
                    <a:lnTo>
                      <a:pt x="5114" y="11231"/>
                    </a:lnTo>
                    <a:lnTo>
                      <a:pt x="5215" y="11105"/>
                    </a:lnTo>
                    <a:lnTo>
                      <a:pt x="5315" y="10955"/>
                    </a:lnTo>
                    <a:lnTo>
                      <a:pt x="5390" y="10817"/>
                    </a:lnTo>
                    <a:lnTo>
                      <a:pt x="5478" y="10667"/>
                    </a:lnTo>
                    <a:lnTo>
                      <a:pt x="5553" y="10504"/>
                    </a:lnTo>
                    <a:lnTo>
                      <a:pt x="5616" y="10353"/>
                    </a:lnTo>
                    <a:lnTo>
                      <a:pt x="5678" y="10178"/>
                    </a:lnTo>
                    <a:lnTo>
                      <a:pt x="5728" y="10015"/>
                    </a:lnTo>
                    <a:lnTo>
                      <a:pt x="5766" y="9839"/>
                    </a:lnTo>
                    <a:lnTo>
                      <a:pt x="5804" y="9664"/>
                    </a:lnTo>
                    <a:lnTo>
                      <a:pt x="5829" y="9476"/>
                    </a:lnTo>
                    <a:lnTo>
                      <a:pt x="5854" y="9300"/>
                    </a:lnTo>
                    <a:lnTo>
                      <a:pt x="5854" y="9112"/>
                    </a:lnTo>
                    <a:lnTo>
                      <a:pt x="5854" y="8912"/>
                    </a:lnTo>
                    <a:lnTo>
                      <a:pt x="5716" y="740"/>
                    </a:lnTo>
                    <a:lnTo>
                      <a:pt x="214"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a:extLst>
                  <a:ext uri="{FF2B5EF4-FFF2-40B4-BE49-F238E27FC236}">
                    <a16:creationId xmlns:a16="http://schemas.microsoft.com/office/drawing/2014/main" id="{14F2B5EA-7334-F8A0-E044-EE03E90899D2}"/>
                  </a:ext>
                </a:extLst>
              </p:cNvPr>
              <p:cNvSpPr/>
              <p:nvPr/>
            </p:nvSpPr>
            <p:spPr>
              <a:xfrm>
                <a:off x="3277334" y="2464404"/>
                <a:ext cx="107645" cy="154668"/>
              </a:xfrm>
              <a:custGeom>
                <a:avLst/>
                <a:gdLst/>
                <a:ahLst/>
                <a:cxnLst/>
                <a:rect l="l" t="t" r="r" b="b"/>
                <a:pathLst>
                  <a:path w="4789" h="6881" extrusionOk="0">
                    <a:moveTo>
                      <a:pt x="88" y="0"/>
                    </a:moveTo>
                    <a:lnTo>
                      <a:pt x="51" y="288"/>
                    </a:lnTo>
                    <a:lnTo>
                      <a:pt x="26" y="627"/>
                    </a:lnTo>
                    <a:lnTo>
                      <a:pt x="1" y="1053"/>
                    </a:lnTo>
                    <a:lnTo>
                      <a:pt x="1" y="1567"/>
                    </a:lnTo>
                    <a:lnTo>
                      <a:pt x="13" y="1855"/>
                    </a:lnTo>
                    <a:lnTo>
                      <a:pt x="26" y="2143"/>
                    </a:lnTo>
                    <a:lnTo>
                      <a:pt x="63" y="2444"/>
                    </a:lnTo>
                    <a:lnTo>
                      <a:pt x="101" y="2757"/>
                    </a:lnTo>
                    <a:lnTo>
                      <a:pt x="163" y="3083"/>
                    </a:lnTo>
                    <a:lnTo>
                      <a:pt x="239" y="3397"/>
                    </a:lnTo>
                    <a:lnTo>
                      <a:pt x="326" y="3722"/>
                    </a:lnTo>
                    <a:lnTo>
                      <a:pt x="439" y="4036"/>
                    </a:lnTo>
                    <a:lnTo>
                      <a:pt x="577" y="4349"/>
                    </a:lnTo>
                    <a:lnTo>
                      <a:pt x="727" y="4650"/>
                    </a:lnTo>
                    <a:lnTo>
                      <a:pt x="903" y="4951"/>
                    </a:lnTo>
                    <a:lnTo>
                      <a:pt x="1104" y="5239"/>
                    </a:lnTo>
                    <a:lnTo>
                      <a:pt x="1204" y="5377"/>
                    </a:lnTo>
                    <a:lnTo>
                      <a:pt x="1329" y="5502"/>
                    </a:lnTo>
                    <a:lnTo>
                      <a:pt x="1442" y="5640"/>
                    </a:lnTo>
                    <a:lnTo>
                      <a:pt x="1580" y="5765"/>
                    </a:lnTo>
                    <a:lnTo>
                      <a:pt x="1718" y="5878"/>
                    </a:lnTo>
                    <a:lnTo>
                      <a:pt x="1856" y="5991"/>
                    </a:lnTo>
                    <a:lnTo>
                      <a:pt x="2018" y="6104"/>
                    </a:lnTo>
                    <a:lnTo>
                      <a:pt x="2169" y="6204"/>
                    </a:lnTo>
                    <a:lnTo>
                      <a:pt x="2344" y="6304"/>
                    </a:lnTo>
                    <a:lnTo>
                      <a:pt x="2520" y="6392"/>
                    </a:lnTo>
                    <a:lnTo>
                      <a:pt x="2708" y="6480"/>
                    </a:lnTo>
                    <a:lnTo>
                      <a:pt x="2896" y="6555"/>
                    </a:lnTo>
                    <a:lnTo>
                      <a:pt x="3096" y="6630"/>
                    </a:lnTo>
                    <a:lnTo>
                      <a:pt x="3309" y="6693"/>
                    </a:lnTo>
                    <a:lnTo>
                      <a:pt x="3535" y="6743"/>
                    </a:lnTo>
                    <a:lnTo>
                      <a:pt x="3761" y="6793"/>
                    </a:lnTo>
                    <a:lnTo>
                      <a:pt x="3999" y="6831"/>
                    </a:lnTo>
                    <a:lnTo>
                      <a:pt x="4249" y="6856"/>
                    </a:lnTo>
                    <a:lnTo>
                      <a:pt x="4513" y="6881"/>
                    </a:lnTo>
                    <a:lnTo>
                      <a:pt x="4776" y="6881"/>
                    </a:lnTo>
                    <a:lnTo>
                      <a:pt x="4788" y="3447"/>
                    </a:lnTo>
                    <a:lnTo>
                      <a:pt x="4575" y="3434"/>
                    </a:lnTo>
                    <a:lnTo>
                      <a:pt x="4362" y="3397"/>
                    </a:lnTo>
                    <a:lnTo>
                      <a:pt x="4149" y="3346"/>
                    </a:lnTo>
                    <a:lnTo>
                      <a:pt x="3936" y="3284"/>
                    </a:lnTo>
                    <a:lnTo>
                      <a:pt x="3723" y="3196"/>
                    </a:lnTo>
                    <a:lnTo>
                      <a:pt x="3510" y="3108"/>
                    </a:lnTo>
                    <a:lnTo>
                      <a:pt x="3297" y="2996"/>
                    </a:lnTo>
                    <a:lnTo>
                      <a:pt x="3096" y="2883"/>
                    </a:lnTo>
                    <a:lnTo>
                      <a:pt x="2896" y="2757"/>
                    </a:lnTo>
                    <a:lnTo>
                      <a:pt x="2695" y="2620"/>
                    </a:lnTo>
                    <a:lnTo>
                      <a:pt x="2495" y="2469"/>
                    </a:lnTo>
                    <a:lnTo>
                      <a:pt x="2307" y="2331"/>
                    </a:lnTo>
                    <a:lnTo>
                      <a:pt x="1931" y="2018"/>
                    </a:lnTo>
                    <a:lnTo>
                      <a:pt x="1592" y="1692"/>
                    </a:lnTo>
                    <a:lnTo>
                      <a:pt x="1266" y="1379"/>
                    </a:lnTo>
                    <a:lnTo>
                      <a:pt x="978" y="1065"/>
                    </a:lnTo>
                    <a:lnTo>
                      <a:pt x="727" y="790"/>
                    </a:lnTo>
                    <a:lnTo>
                      <a:pt x="502" y="526"/>
                    </a:lnTo>
                    <a:lnTo>
                      <a:pt x="201" y="138"/>
                    </a:lnTo>
                    <a:lnTo>
                      <a:pt x="88" y="0"/>
                    </a:lnTo>
                    <a:close/>
                  </a:path>
                </a:pathLst>
              </a:custGeom>
              <a:solidFill>
                <a:srgbClr val="070019">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a:extLst>
                  <a:ext uri="{FF2B5EF4-FFF2-40B4-BE49-F238E27FC236}">
                    <a16:creationId xmlns:a16="http://schemas.microsoft.com/office/drawing/2014/main" id="{295C4636-422D-055D-CAF9-8B8CF3F779E6}"/>
                  </a:ext>
                </a:extLst>
              </p:cNvPr>
              <p:cNvSpPr/>
              <p:nvPr/>
            </p:nvSpPr>
            <p:spPr>
              <a:xfrm>
                <a:off x="3277334" y="2464404"/>
                <a:ext cx="107645" cy="154668"/>
              </a:xfrm>
              <a:custGeom>
                <a:avLst/>
                <a:gdLst/>
                <a:ahLst/>
                <a:cxnLst/>
                <a:rect l="l" t="t" r="r" b="b"/>
                <a:pathLst>
                  <a:path w="4789" h="6881" fill="none" extrusionOk="0">
                    <a:moveTo>
                      <a:pt x="4788" y="3447"/>
                    </a:moveTo>
                    <a:lnTo>
                      <a:pt x="4788" y="3447"/>
                    </a:lnTo>
                    <a:lnTo>
                      <a:pt x="4575" y="3434"/>
                    </a:lnTo>
                    <a:lnTo>
                      <a:pt x="4362" y="3397"/>
                    </a:lnTo>
                    <a:lnTo>
                      <a:pt x="4149" y="3346"/>
                    </a:lnTo>
                    <a:lnTo>
                      <a:pt x="3936" y="3284"/>
                    </a:lnTo>
                    <a:lnTo>
                      <a:pt x="3723" y="3196"/>
                    </a:lnTo>
                    <a:lnTo>
                      <a:pt x="3510" y="3108"/>
                    </a:lnTo>
                    <a:lnTo>
                      <a:pt x="3297" y="2996"/>
                    </a:lnTo>
                    <a:lnTo>
                      <a:pt x="3096" y="2883"/>
                    </a:lnTo>
                    <a:lnTo>
                      <a:pt x="2896" y="2757"/>
                    </a:lnTo>
                    <a:lnTo>
                      <a:pt x="2695" y="2620"/>
                    </a:lnTo>
                    <a:lnTo>
                      <a:pt x="2495" y="2469"/>
                    </a:lnTo>
                    <a:lnTo>
                      <a:pt x="2307" y="2331"/>
                    </a:lnTo>
                    <a:lnTo>
                      <a:pt x="1931" y="2018"/>
                    </a:lnTo>
                    <a:lnTo>
                      <a:pt x="1592" y="1692"/>
                    </a:lnTo>
                    <a:lnTo>
                      <a:pt x="1266" y="1379"/>
                    </a:lnTo>
                    <a:lnTo>
                      <a:pt x="978" y="1065"/>
                    </a:lnTo>
                    <a:lnTo>
                      <a:pt x="727" y="790"/>
                    </a:lnTo>
                    <a:lnTo>
                      <a:pt x="502" y="526"/>
                    </a:lnTo>
                    <a:lnTo>
                      <a:pt x="201" y="138"/>
                    </a:lnTo>
                    <a:lnTo>
                      <a:pt x="88" y="0"/>
                    </a:lnTo>
                    <a:lnTo>
                      <a:pt x="88" y="0"/>
                    </a:lnTo>
                    <a:lnTo>
                      <a:pt x="51" y="288"/>
                    </a:lnTo>
                    <a:lnTo>
                      <a:pt x="26" y="627"/>
                    </a:lnTo>
                    <a:lnTo>
                      <a:pt x="1" y="1053"/>
                    </a:lnTo>
                    <a:lnTo>
                      <a:pt x="1" y="1567"/>
                    </a:lnTo>
                    <a:lnTo>
                      <a:pt x="13" y="1855"/>
                    </a:lnTo>
                    <a:lnTo>
                      <a:pt x="26" y="2143"/>
                    </a:lnTo>
                    <a:lnTo>
                      <a:pt x="63" y="2444"/>
                    </a:lnTo>
                    <a:lnTo>
                      <a:pt x="101" y="2757"/>
                    </a:lnTo>
                    <a:lnTo>
                      <a:pt x="163" y="3083"/>
                    </a:lnTo>
                    <a:lnTo>
                      <a:pt x="239" y="3397"/>
                    </a:lnTo>
                    <a:lnTo>
                      <a:pt x="326" y="3722"/>
                    </a:lnTo>
                    <a:lnTo>
                      <a:pt x="439" y="4036"/>
                    </a:lnTo>
                    <a:lnTo>
                      <a:pt x="577" y="4349"/>
                    </a:lnTo>
                    <a:lnTo>
                      <a:pt x="727" y="4650"/>
                    </a:lnTo>
                    <a:lnTo>
                      <a:pt x="903" y="4951"/>
                    </a:lnTo>
                    <a:lnTo>
                      <a:pt x="1104" y="5239"/>
                    </a:lnTo>
                    <a:lnTo>
                      <a:pt x="1204" y="5377"/>
                    </a:lnTo>
                    <a:lnTo>
                      <a:pt x="1329" y="5502"/>
                    </a:lnTo>
                    <a:lnTo>
                      <a:pt x="1442" y="5640"/>
                    </a:lnTo>
                    <a:lnTo>
                      <a:pt x="1580" y="5765"/>
                    </a:lnTo>
                    <a:lnTo>
                      <a:pt x="1718" y="5878"/>
                    </a:lnTo>
                    <a:lnTo>
                      <a:pt x="1856" y="5991"/>
                    </a:lnTo>
                    <a:lnTo>
                      <a:pt x="2018" y="6104"/>
                    </a:lnTo>
                    <a:lnTo>
                      <a:pt x="2169" y="6204"/>
                    </a:lnTo>
                    <a:lnTo>
                      <a:pt x="2344" y="6304"/>
                    </a:lnTo>
                    <a:lnTo>
                      <a:pt x="2520" y="6392"/>
                    </a:lnTo>
                    <a:lnTo>
                      <a:pt x="2708" y="6480"/>
                    </a:lnTo>
                    <a:lnTo>
                      <a:pt x="2896" y="6555"/>
                    </a:lnTo>
                    <a:lnTo>
                      <a:pt x="3096" y="6630"/>
                    </a:lnTo>
                    <a:lnTo>
                      <a:pt x="3309" y="6693"/>
                    </a:lnTo>
                    <a:lnTo>
                      <a:pt x="3535" y="6743"/>
                    </a:lnTo>
                    <a:lnTo>
                      <a:pt x="3761" y="6793"/>
                    </a:lnTo>
                    <a:lnTo>
                      <a:pt x="3999" y="6831"/>
                    </a:lnTo>
                    <a:lnTo>
                      <a:pt x="4249" y="6856"/>
                    </a:lnTo>
                    <a:lnTo>
                      <a:pt x="4513" y="6881"/>
                    </a:lnTo>
                    <a:lnTo>
                      <a:pt x="4776" y="6881"/>
                    </a:lnTo>
                    <a:lnTo>
                      <a:pt x="4788" y="34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a:extLst>
                  <a:ext uri="{FF2B5EF4-FFF2-40B4-BE49-F238E27FC236}">
                    <a16:creationId xmlns:a16="http://schemas.microsoft.com/office/drawing/2014/main" id="{69A713B4-C68D-061A-89C1-DA624206A40E}"/>
                  </a:ext>
                </a:extLst>
              </p:cNvPr>
              <p:cNvSpPr/>
              <p:nvPr/>
            </p:nvSpPr>
            <p:spPr>
              <a:xfrm>
                <a:off x="3273670" y="2215645"/>
                <a:ext cx="234126" cy="359775"/>
              </a:xfrm>
              <a:custGeom>
                <a:avLst/>
                <a:gdLst/>
                <a:ahLst/>
                <a:cxnLst/>
                <a:rect l="l" t="t" r="r" b="b"/>
                <a:pathLst>
                  <a:path w="10416" h="16006" extrusionOk="0">
                    <a:moveTo>
                      <a:pt x="4287" y="0"/>
                    </a:moveTo>
                    <a:lnTo>
                      <a:pt x="4049" y="38"/>
                    </a:lnTo>
                    <a:lnTo>
                      <a:pt x="3798" y="88"/>
                    </a:lnTo>
                    <a:lnTo>
                      <a:pt x="3472" y="163"/>
                    </a:lnTo>
                    <a:lnTo>
                      <a:pt x="3159" y="263"/>
                    </a:lnTo>
                    <a:lnTo>
                      <a:pt x="2871" y="376"/>
                    </a:lnTo>
                    <a:lnTo>
                      <a:pt x="2595" y="501"/>
                    </a:lnTo>
                    <a:lnTo>
                      <a:pt x="2344" y="639"/>
                    </a:lnTo>
                    <a:lnTo>
                      <a:pt x="2106" y="777"/>
                    </a:lnTo>
                    <a:lnTo>
                      <a:pt x="1881" y="928"/>
                    </a:lnTo>
                    <a:lnTo>
                      <a:pt x="1668" y="1090"/>
                    </a:lnTo>
                    <a:lnTo>
                      <a:pt x="1480" y="1266"/>
                    </a:lnTo>
                    <a:lnTo>
                      <a:pt x="1304" y="1441"/>
                    </a:lnTo>
                    <a:lnTo>
                      <a:pt x="1141" y="1629"/>
                    </a:lnTo>
                    <a:lnTo>
                      <a:pt x="991" y="1817"/>
                    </a:lnTo>
                    <a:lnTo>
                      <a:pt x="853" y="2005"/>
                    </a:lnTo>
                    <a:lnTo>
                      <a:pt x="728" y="2218"/>
                    </a:lnTo>
                    <a:lnTo>
                      <a:pt x="615" y="2419"/>
                    </a:lnTo>
                    <a:lnTo>
                      <a:pt x="514" y="2632"/>
                    </a:lnTo>
                    <a:lnTo>
                      <a:pt x="427" y="2845"/>
                    </a:lnTo>
                    <a:lnTo>
                      <a:pt x="339" y="3058"/>
                    </a:lnTo>
                    <a:lnTo>
                      <a:pt x="276" y="3271"/>
                    </a:lnTo>
                    <a:lnTo>
                      <a:pt x="214" y="3497"/>
                    </a:lnTo>
                    <a:lnTo>
                      <a:pt x="164" y="3722"/>
                    </a:lnTo>
                    <a:lnTo>
                      <a:pt x="113" y="3936"/>
                    </a:lnTo>
                    <a:lnTo>
                      <a:pt x="51" y="4374"/>
                    </a:lnTo>
                    <a:lnTo>
                      <a:pt x="13" y="4813"/>
                    </a:lnTo>
                    <a:lnTo>
                      <a:pt x="1" y="5239"/>
                    </a:lnTo>
                    <a:lnTo>
                      <a:pt x="1" y="5640"/>
                    </a:lnTo>
                    <a:lnTo>
                      <a:pt x="13" y="6029"/>
                    </a:lnTo>
                    <a:lnTo>
                      <a:pt x="51" y="6655"/>
                    </a:lnTo>
                    <a:lnTo>
                      <a:pt x="51" y="6856"/>
                    </a:lnTo>
                    <a:lnTo>
                      <a:pt x="38" y="7232"/>
                    </a:lnTo>
                    <a:lnTo>
                      <a:pt x="26" y="7746"/>
                    </a:lnTo>
                    <a:lnTo>
                      <a:pt x="26" y="8372"/>
                    </a:lnTo>
                    <a:lnTo>
                      <a:pt x="38" y="8723"/>
                    </a:lnTo>
                    <a:lnTo>
                      <a:pt x="51" y="9087"/>
                    </a:lnTo>
                    <a:lnTo>
                      <a:pt x="76" y="9475"/>
                    </a:lnTo>
                    <a:lnTo>
                      <a:pt x="113" y="9876"/>
                    </a:lnTo>
                    <a:lnTo>
                      <a:pt x="164" y="10290"/>
                    </a:lnTo>
                    <a:lnTo>
                      <a:pt x="226" y="10704"/>
                    </a:lnTo>
                    <a:lnTo>
                      <a:pt x="314" y="11130"/>
                    </a:lnTo>
                    <a:lnTo>
                      <a:pt x="414" y="11556"/>
                    </a:lnTo>
                    <a:lnTo>
                      <a:pt x="540" y="11969"/>
                    </a:lnTo>
                    <a:lnTo>
                      <a:pt x="677" y="12396"/>
                    </a:lnTo>
                    <a:lnTo>
                      <a:pt x="840" y="12797"/>
                    </a:lnTo>
                    <a:lnTo>
                      <a:pt x="1028" y="13198"/>
                    </a:lnTo>
                    <a:lnTo>
                      <a:pt x="1129" y="13398"/>
                    </a:lnTo>
                    <a:lnTo>
                      <a:pt x="1241" y="13586"/>
                    </a:lnTo>
                    <a:lnTo>
                      <a:pt x="1354" y="13774"/>
                    </a:lnTo>
                    <a:lnTo>
                      <a:pt x="1480" y="13950"/>
                    </a:lnTo>
                    <a:lnTo>
                      <a:pt x="1617" y="14125"/>
                    </a:lnTo>
                    <a:lnTo>
                      <a:pt x="1755" y="14301"/>
                    </a:lnTo>
                    <a:lnTo>
                      <a:pt x="1893" y="14464"/>
                    </a:lnTo>
                    <a:lnTo>
                      <a:pt x="2056" y="14627"/>
                    </a:lnTo>
                    <a:lnTo>
                      <a:pt x="2219" y="14777"/>
                    </a:lnTo>
                    <a:lnTo>
                      <a:pt x="2382" y="14915"/>
                    </a:lnTo>
                    <a:lnTo>
                      <a:pt x="2570" y="15053"/>
                    </a:lnTo>
                    <a:lnTo>
                      <a:pt x="2758" y="15191"/>
                    </a:lnTo>
                    <a:lnTo>
                      <a:pt x="2946" y="15316"/>
                    </a:lnTo>
                    <a:lnTo>
                      <a:pt x="3159" y="15429"/>
                    </a:lnTo>
                    <a:lnTo>
                      <a:pt x="3372" y="15529"/>
                    </a:lnTo>
                    <a:lnTo>
                      <a:pt x="3598" y="15617"/>
                    </a:lnTo>
                    <a:lnTo>
                      <a:pt x="3836" y="15704"/>
                    </a:lnTo>
                    <a:lnTo>
                      <a:pt x="4074" y="15780"/>
                    </a:lnTo>
                    <a:lnTo>
                      <a:pt x="4337" y="15842"/>
                    </a:lnTo>
                    <a:lnTo>
                      <a:pt x="4600" y="15905"/>
                    </a:lnTo>
                    <a:lnTo>
                      <a:pt x="4876" y="15943"/>
                    </a:lnTo>
                    <a:lnTo>
                      <a:pt x="5164" y="15980"/>
                    </a:lnTo>
                    <a:lnTo>
                      <a:pt x="5465" y="15993"/>
                    </a:lnTo>
                    <a:lnTo>
                      <a:pt x="5766" y="16005"/>
                    </a:lnTo>
                    <a:lnTo>
                      <a:pt x="5954" y="15993"/>
                    </a:lnTo>
                    <a:lnTo>
                      <a:pt x="6129" y="15980"/>
                    </a:lnTo>
                    <a:lnTo>
                      <a:pt x="6305" y="15955"/>
                    </a:lnTo>
                    <a:lnTo>
                      <a:pt x="6480" y="15930"/>
                    </a:lnTo>
                    <a:lnTo>
                      <a:pt x="6643" y="15880"/>
                    </a:lnTo>
                    <a:lnTo>
                      <a:pt x="6806" y="15830"/>
                    </a:lnTo>
                    <a:lnTo>
                      <a:pt x="6957" y="15780"/>
                    </a:lnTo>
                    <a:lnTo>
                      <a:pt x="7107" y="15704"/>
                    </a:lnTo>
                    <a:lnTo>
                      <a:pt x="7257" y="15629"/>
                    </a:lnTo>
                    <a:lnTo>
                      <a:pt x="7408" y="15554"/>
                    </a:lnTo>
                    <a:lnTo>
                      <a:pt x="7546" y="15466"/>
                    </a:lnTo>
                    <a:lnTo>
                      <a:pt x="7671" y="15366"/>
                    </a:lnTo>
                    <a:lnTo>
                      <a:pt x="7809" y="15266"/>
                    </a:lnTo>
                    <a:lnTo>
                      <a:pt x="7934" y="15153"/>
                    </a:lnTo>
                    <a:lnTo>
                      <a:pt x="8172" y="14915"/>
                    </a:lnTo>
                    <a:lnTo>
                      <a:pt x="8398" y="14664"/>
                    </a:lnTo>
                    <a:lnTo>
                      <a:pt x="8611" y="14376"/>
                    </a:lnTo>
                    <a:lnTo>
                      <a:pt x="8799" y="14075"/>
                    </a:lnTo>
                    <a:lnTo>
                      <a:pt x="8987" y="13762"/>
                    </a:lnTo>
                    <a:lnTo>
                      <a:pt x="9150" y="13436"/>
                    </a:lnTo>
                    <a:lnTo>
                      <a:pt x="9300" y="13085"/>
                    </a:lnTo>
                    <a:lnTo>
                      <a:pt x="9451" y="12734"/>
                    </a:lnTo>
                    <a:lnTo>
                      <a:pt x="9576" y="12358"/>
                    </a:lnTo>
                    <a:lnTo>
                      <a:pt x="9689" y="11995"/>
                    </a:lnTo>
                    <a:lnTo>
                      <a:pt x="9802" y="11606"/>
                    </a:lnTo>
                    <a:lnTo>
                      <a:pt x="9902" y="11230"/>
                    </a:lnTo>
                    <a:lnTo>
                      <a:pt x="9977" y="10841"/>
                    </a:lnTo>
                    <a:lnTo>
                      <a:pt x="10065" y="10465"/>
                    </a:lnTo>
                    <a:lnTo>
                      <a:pt x="10128" y="10077"/>
                    </a:lnTo>
                    <a:lnTo>
                      <a:pt x="10240" y="9337"/>
                    </a:lnTo>
                    <a:lnTo>
                      <a:pt x="10316" y="8623"/>
                    </a:lnTo>
                    <a:lnTo>
                      <a:pt x="10366" y="7971"/>
                    </a:lnTo>
                    <a:lnTo>
                      <a:pt x="10403" y="7370"/>
                    </a:lnTo>
                    <a:lnTo>
                      <a:pt x="10416" y="6856"/>
                    </a:lnTo>
                    <a:lnTo>
                      <a:pt x="10416" y="6254"/>
                    </a:lnTo>
                    <a:lnTo>
                      <a:pt x="10391" y="5778"/>
                    </a:lnTo>
                    <a:lnTo>
                      <a:pt x="10366" y="5377"/>
                    </a:lnTo>
                    <a:lnTo>
                      <a:pt x="10316" y="5076"/>
                    </a:lnTo>
                    <a:lnTo>
                      <a:pt x="10240" y="4775"/>
                    </a:lnTo>
                    <a:lnTo>
                      <a:pt x="10153" y="4474"/>
                    </a:lnTo>
                    <a:lnTo>
                      <a:pt x="10052" y="4186"/>
                    </a:lnTo>
                    <a:lnTo>
                      <a:pt x="9927" y="3910"/>
                    </a:lnTo>
                    <a:lnTo>
                      <a:pt x="9789" y="3635"/>
                    </a:lnTo>
                    <a:lnTo>
                      <a:pt x="9651" y="3359"/>
                    </a:lnTo>
                    <a:lnTo>
                      <a:pt x="9488" y="3096"/>
                    </a:lnTo>
                    <a:lnTo>
                      <a:pt x="9326" y="2833"/>
                    </a:lnTo>
                    <a:lnTo>
                      <a:pt x="9138" y="2594"/>
                    </a:lnTo>
                    <a:lnTo>
                      <a:pt x="8950" y="2344"/>
                    </a:lnTo>
                    <a:lnTo>
                      <a:pt x="8749" y="2118"/>
                    </a:lnTo>
                    <a:lnTo>
                      <a:pt x="8536" y="1893"/>
                    </a:lnTo>
                    <a:lnTo>
                      <a:pt x="8323" y="1680"/>
                    </a:lnTo>
                    <a:lnTo>
                      <a:pt x="8085" y="1479"/>
                    </a:lnTo>
                    <a:lnTo>
                      <a:pt x="7859" y="1291"/>
                    </a:lnTo>
                    <a:lnTo>
                      <a:pt x="7621" y="1103"/>
                    </a:lnTo>
                    <a:lnTo>
                      <a:pt x="7370" y="940"/>
                    </a:lnTo>
                    <a:lnTo>
                      <a:pt x="7132" y="777"/>
                    </a:lnTo>
                    <a:lnTo>
                      <a:pt x="6869" y="639"/>
                    </a:lnTo>
                    <a:lnTo>
                      <a:pt x="6618" y="501"/>
                    </a:lnTo>
                    <a:lnTo>
                      <a:pt x="6355" y="389"/>
                    </a:lnTo>
                    <a:lnTo>
                      <a:pt x="6104" y="288"/>
                    </a:lnTo>
                    <a:lnTo>
                      <a:pt x="5841" y="201"/>
                    </a:lnTo>
                    <a:lnTo>
                      <a:pt x="5578" y="125"/>
                    </a:lnTo>
                    <a:lnTo>
                      <a:pt x="5315" y="63"/>
                    </a:lnTo>
                    <a:lnTo>
                      <a:pt x="5064" y="25"/>
                    </a:lnTo>
                    <a:lnTo>
                      <a:pt x="4801"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a:extLst>
                  <a:ext uri="{FF2B5EF4-FFF2-40B4-BE49-F238E27FC236}">
                    <a16:creationId xmlns:a16="http://schemas.microsoft.com/office/drawing/2014/main" id="{D53920AB-C6BC-03E3-7D50-974820C9F65D}"/>
                  </a:ext>
                </a:extLst>
              </p:cNvPr>
              <p:cNvSpPr/>
              <p:nvPr/>
            </p:nvSpPr>
            <p:spPr>
              <a:xfrm>
                <a:off x="3246067" y="2184649"/>
                <a:ext cx="303154" cy="186226"/>
              </a:xfrm>
              <a:custGeom>
                <a:avLst/>
                <a:gdLst/>
                <a:ahLst/>
                <a:cxnLst/>
                <a:rect l="l" t="t" r="r" b="b"/>
                <a:pathLst>
                  <a:path w="13487" h="8285" extrusionOk="0">
                    <a:moveTo>
                      <a:pt x="5791" y="0"/>
                    </a:moveTo>
                    <a:lnTo>
                      <a:pt x="5402" y="25"/>
                    </a:lnTo>
                    <a:lnTo>
                      <a:pt x="5026" y="63"/>
                    </a:lnTo>
                    <a:lnTo>
                      <a:pt x="4650" y="138"/>
                    </a:lnTo>
                    <a:lnTo>
                      <a:pt x="4274" y="226"/>
                    </a:lnTo>
                    <a:lnTo>
                      <a:pt x="3911" y="339"/>
                    </a:lnTo>
                    <a:lnTo>
                      <a:pt x="3547" y="464"/>
                    </a:lnTo>
                    <a:lnTo>
                      <a:pt x="3196" y="627"/>
                    </a:lnTo>
                    <a:lnTo>
                      <a:pt x="2845" y="790"/>
                    </a:lnTo>
                    <a:lnTo>
                      <a:pt x="2507" y="991"/>
                    </a:lnTo>
                    <a:lnTo>
                      <a:pt x="2181" y="1204"/>
                    </a:lnTo>
                    <a:lnTo>
                      <a:pt x="1868" y="1429"/>
                    </a:lnTo>
                    <a:lnTo>
                      <a:pt x="1554" y="1680"/>
                    </a:lnTo>
                    <a:lnTo>
                      <a:pt x="1279" y="1943"/>
                    </a:lnTo>
                    <a:lnTo>
                      <a:pt x="1028" y="2219"/>
                    </a:lnTo>
                    <a:lnTo>
                      <a:pt x="815" y="2495"/>
                    </a:lnTo>
                    <a:lnTo>
                      <a:pt x="627" y="2770"/>
                    </a:lnTo>
                    <a:lnTo>
                      <a:pt x="464" y="3046"/>
                    </a:lnTo>
                    <a:lnTo>
                      <a:pt x="326" y="3322"/>
                    </a:lnTo>
                    <a:lnTo>
                      <a:pt x="226" y="3610"/>
                    </a:lnTo>
                    <a:lnTo>
                      <a:pt x="138" y="3898"/>
                    </a:lnTo>
                    <a:lnTo>
                      <a:pt x="76" y="4174"/>
                    </a:lnTo>
                    <a:lnTo>
                      <a:pt x="25" y="4450"/>
                    </a:lnTo>
                    <a:lnTo>
                      <a:pt x="13" y="4725"/>
                    </a:lnTo>
                    <a:lnTo>
                      <a:pt x="0" y="5001"/>
                    </a:lnTo>
                    <a:lnTo>
                      <a:pt x="13" y="5277"/>
                    </a:lnTo>
                    <a:lnTo>
                      <a:pt x="38" y="5540"/>
                    </a:lnTo>
                    <a:lnTo>
                      <a:pt x="76" y="5791"/>
                    </a:lnTo>
                    <a:lnTo>
                      <a:pt x="126" y="6041"/>
                    </a:lnTo>
                    <a:lnTo>
                      <a:pt x="188" y="6280"/>
                    </a:lnTo>
                    <a:lnTo>
                      <a:pt x="251" y="6518"/>
                    </a:lnTo>
                    <a:lnTo>
                      <a:pt x="339" y="6731"/>
                    </a:lnTo>
                    <a:lnTo>
                      <a:pt x="414" y="6944"/>
                    </a:lnTo>
                    <a:lnTo>
                      <a:pt x="502" y="7144"/>
                    </a:lnTo>
                    <a:lnTo>
                      <a:pt x="589" y="7320"/>
                    </a:lnTo>
                    <a:lnTo>
                      <a:pt x="690" y="7495"/>
                    </a:lnTo>
                    <a:lnTo>
                      <a:pt x="777" y="7646"/>
                    </a:lnTo>
                    <a:lnTo>
                      <a:pt x="878" y="7796"/>
                    </a:lnTo>
                    <a:lnTo>
                      <a:pt x="965" y="7909"/>
                    </a:lnTo>
                    <a:lnTo>
                      <a:pt x="1053" y="8022"/>
                    </a:lnTo>
                    <a:lnTo>
                      <a:pt x="1128" y="8109"/>
                    </a:lnTo>
                    <a:lnTo>
                      <a:pt x="1204" y="8172"/>
                    </a:lnTo>
                    <a:lnTo>
                      <a:pt x="1266" y="8222"/>
                    </a:lnTo>
                    <a:lnTo>
                      <a:pt x="1316" y="8247"/>
                    </a:lnTo>
                    <a:lnTo>
                      <a:pt x="1454" y="8272"/>
                    </a:lnTo>
                    <a:lnTo>
                      <a:pt x="1592" y="8285"/>
                    </a:lnTo>
                    <a:lnTo>
                      <a:pt x="1717" y="8272"/>
                    </a:lnTo>
                    <a:lnTo>
                      <a:pt x="1843" y="8235"/>
                    </a:lnTo>
                    <a:lnTo>
                      <a:pt x="1956" y="8172"/>
                    </a:lnTo>
                    <a:lnTo>
                      <a:pt x="2068" y="8097"/>
                    </a:lnTo>
                    <a:lnTo>
                      <a:pt x="2169" y="8009"/>
                    </a:lnTo>
                    <a:lnTo>
                      <a:pt x="2269" y="7896"/>
                    </a:lnTo>
                    <a:lnTo>
                      <a:pt x="2357" y="7771"/>
                    </a:lnTo>
                    <a:lnTo>
                      <a:pt x="2444" y="7646"/>
                    </a:lnTo>
                    <a:lnTo>
                      <a:pt x="2532" y="7495"/>
                    </a:lnTo>
                    <a:lnTo>
                      <a:pt x="2607" y="7332"/>
                    </a:lnTo>
                    <a:lnTo>
                      <a:pt x="2683" y="7169"/>
                    </a:lnTo>
                    <a:lnTo>
                      <a:pt x="2745" y="6994"/>
                    </a:lnTo>
                    <a:lnTo>
                      <a:pt x="2858" y="6631"/>
                    </a:lnTo>
                    <a:lnTo>
                      <a:pt x="2958" y="6255"/>
                    </a:lnTo>
                    <a:lnTo>
                      <a:pt x="3046" y="5866"/>
                    </a:lnTo>
                    <a:lnTo>
                      <a:pt x="3109" y="5490"/>
                    </a:lnTo>
                    <a:lnTo>
                      <a:pt x="3159" y="5139"/>
                    </a:lnTo>
                    <a:lnTo>
                      <a:pt x="3184" y="4813"/>
                    </a:lnTo>
                    <a:lnTo>
                      <a:pt x="3209" y="4525"/>
                    </a:lnTo>
                    <a:lnTo>
                      <a:pt x="3209" y="4299"/>
                    </a:lnTo>
                    <a:lnTo>
                      <a:pt x="3209" y="4124"/>
                    </a:lnTo>
                    <a:lnTo>
                      <a:pt x="4400" y="4675"/>
                    </a:lnTo>
                    <a:lnTo>
                      <a:pt x="5415" y="5139"/>
                    </a:lnTo>
                    <a:lnTo>
                      <a:pt x="6004" y="5390"/>
                    </a:lnTo>
                    <a:lnTo>
                      <a:pt x="6618" y="5653"/>
                    </a:lnTo>
                    <a:lnTo>
                      <a:pt x="7270" y="5916"/>
                    </a:lnTo>
                    <a:lnTo>
                      <a:pt x="7934" y="6167"/>
                    </a:lnTo>
                    <a:lnTo>
                      <a:pt x="8623" y="6417"/>
                    </a:lnTo>
                    <a:lnTo>
                      <a:pt x="9300" y="6643"/>
                    </a:lnTo>
                    <a:lnTo>
                      <a:pt x="9977" y="6856"/>
                    </a:lnTo>
                    <a:lnTo>
                      <a:pt x="10629" y="7044"/>
                    </a:lnTo>
                    <a:lnTo>
                      <a:pt x="10955" y="7119"/>
                    </a:lnTo>
                    <a:lnTo>
                      <a:pt x="11268" y="7195"/>
                    </a:lnTo>
                    <a:lnTo>
                      <a:pt x="11569" y="7245"/>
                    </a:lnTo>
                    <a:lnTo>
                      <a:pt x="11870" y="7295"/>
                    </a:lnTo>
                    <a:lnTo>
                      <a:pt x="12058" y="7320"/>
                    </a:lnTo>
                    <a:lnTo>
                      <a:pt x="12233" y="7320"/>
                    </a:lnTo>
                    <a:lnTo>
                      <a:pt x="12383" y="7307"/>
                    </a:lnTo>
                    <a:lnTo>
                      <a:pt x="12534" y="7270"/>
                    </a:lnTo>
                    <a:lnTo>
                      <a:pt x="12659" y="7232"/>
                    </a:lnTo>
                    <a:lnTo>
                      <a:pt x="12784" y="7169"/>
                    </a:lnTo>
                    <a:lnTo>
                      <a:pt x="12885" y="7094"/>
                    </a:lnTo>
                    <a:lnTo>
                      <a:pt x="12985" y="7019"/>
                    </a:lnTo>
                    <a:lnTo>
                      <a:pt x="13073" y="6931"/>
                    </a:lnTo>
                    <a:lnTo>
                      <a:pt x="13148" y="6831"/>
                    </a:lnTo>
                    <a:lnTo>
                      <a:pt x="13211" y="6718"/>
                    </a:lnTo>
                    <a:lnTo>
                      <a:pt x="13273" y="6605"/>
                    </a:lnTo>
                    <a:lnTo>
                      <a:pt x="13323" y="6493"/>
                    </a:lnTo>
                    <a:lnTo>
                      <a:pt x="13361" y="6367"/>
                    </a:lnTo>
                    <a:lnTo>
                      <a:pt x="13424" y="6117"/>
                    </a:lnTo>
                    <a:lnTo>
                      <a:pt x="13461" y="5866"/>
                    </a:lnTo>
                    <a:lnTo>
                      <a:pt x="13486" y="5615"/>
                    </a:lnTo>
                    <a:lnTo>
                      <a:pt x="13486" y="5390"/>
                    </a:lnTo>
                    <a:lnTo>
                      <a:pt x="13486" y="5177"/>
                    </a:lnTo>
                    <a:lnTo>
                      <a:pt x="13461" y="4876"/>
                    </a:lnTo>
                    <a:lnTo>
                      <a:pt x="13461" y="4801"/>
                    </a:lnTo>
                    <a:lnTo>
                      <a:pt x="13461" y="4788"/>
                    </a:lnTo>
                    <a:lnTo>
                      <a:pt x="13374" y="4613"/>
                    </a:lnTo>
                    <a:lnTo>
                      <a:pt x="13261" y="4437"/>
                    </a:lnTo>
                    <a:lnTo>
                      <a:pt x="13148" y="4262"/>
                    </a:lnTo>
                    <a:lnTo>
                      <a:pt x="13023" y="4086"/>
                    </a:lnTo>
                    <a:lnTo>
                      <a:pt x="12747" y="3735"/>
                    </a:lnTo>
                    <a:lnTo>
                      <a:pt x="12446" y="3397"/>
                    </a:lnTo>
                    <a:lnTo>
                      <a:pt x="12108" y="3059"/>
                    </a:lnTo>
                    <a:lnTo>
                      <a:pt x="11744" y="2720"/>
                    </a:lnTo>
                    <a:lnTo>
                      <a:pt x="11356" y="2394"/>
                    </a:lnTo>
                    <a:lnTo>
                      <a:pt x="10955" y="2081"/>
                    </a:lnTo>
                    <a:lnTo>
                      <a:pt x="10541" y="1780"/>
                    </a:lnTo>
                    <a:lnTo>
                      <a:pt x="10127" y="1504"/>
                    </a:lnTo>
                    <a:lnTo>
                      <a:pt x="9701" y="1241"/>
                    </a:lnTo>
                    <a:lnTo>
                      <a:pt x="9288" y="991"/>
                    </a:lnTo>
                    <a:lnTo>
                      <a:pt x="8861" y="777"/>
                    </a:lnTo>
                    <a:lnTo>
                      <a:pt x="8460" y="577"/>
                    </a:lnTo>
                    <a:lnTo>
                      <a:pt x="8059" y="414"/>
                    </a:lnTo>
                    <a:lnTo>
                      <a:pt x="7683" y="276"/>
                    </a:lnTo>
                    <a:lnTo>
                      <a:pt x="7307" y="176"/>
                    </a:lnTo>
                    <a:lnTo>
                      <a:pt x="6931" y="88"/>
                    </a:lnTo>
                    <a:lnTo>
                      <a:pt x="6555" y="38"/>
                    </a:lnTo>
                    <a:lnTo>
                      <a:pt x="616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6">
                <a:extLst>
                  <a:ext uri="{FF2B5EF4-FFF2-40B4-BE49-F238E27FC236}">
                    <a16:creationId xmlns:a16="http://schemas.microsoft.com/office/drawing/2014/main" id="{84734B57-232F-D0B3-77F9-2433C75278F6}"/>
                  </a:ext>
                </a:extLst>
              </p:cNvPr>
              <p:cNvSpPr/>
              <p:nvPr/>
            </p:nvSpPr>
            <p:spPr>
              <a:xfrm>
                <a:off x="2942374" y="2648629"/>
                <a:ext cx="242015" cy="393873"/>
              </a:xfrm>
              <a:custGeom>
                <a:avLst/>
                <a:gdLst/>
                <a:ahLst/>
                <a:cxnLst/>
                <a:rect l="l" t="t" r="r" b="b"/>
                <a:pathLst>
                  <a:path w="10767" h="17523" extrusionOk="0">
                    <a:moveTo>
                      <a:pt x="7069" y="1"/>
                    </a:moveTo>
                    <a:lnTo>
                      <a:pt x="6956" y="13"/>
                    </a:lnTo>
                    <a:lnTo>
                      <a:pt x="6844" y="51"/>
                    </a:lnTo>
                    <a:lnTo>
                      <a:pt x="6731" y="89"/>
                    </a:lnTo>
                    <a:lnTo>
                      <a:pt x="6618" y="151"/>
                    </a:lnTo>
                    <a:lnTo>
                      <a:pt x="6493" y="226"/>
                    </a:lnTo>
                    <a:lnTo>
                      <a:pt x="6380" y="314"/>
                    </a:lnTo>
                    <a:lnTo>
                      <a:pt x="6267" y="414"/>
                    </a:lnTo>
                    <a:lnTo>
                      <a:pt x="6142" y="540"/>
                    </a:lnTo>
                    <a:lnTo>
                      <a:pt x="6016" y="665"/>
                    </a:lnTo>
                    <a:lnTo>
                      <a:pt x="5904" y="803"/>
                    </a:lnTo>
                    <a:lnTo>
                      <a:pt x="5653" y="1129"/>
                    </a:lnTo>
                    <a:lnTo>
                      <a:pt x="5402" y="1505"/>
                    </a:lnTo>
                    <a:lnTo>
                      <a:pt x="5152" y="1906"/>
                    </a:lnTo>
                    <a:lnTo>
                      <a:pt x="4901" y="2357"/>
                    </a:lnTo>
                    <a:lnTo>
                      <a:pt x="4650" y="2846"/>
                    </a:lnTo>
                    <a:lnTo>
                      <a:pt x="4400" y="3372"/>
                    </a:lnTo>
                    <a:lnTo>
                      <a:pt x="4136" y="3911"/>
                    </a:lnTo>
                    <a:lnTo>
                      <a:pt x="3886" y="4488"/>
                    </a:lnTo>
                    <a:lnTo>
                      <a:pt x="3635" y="5089"/>
                    </a:lnTo>
                    <a:lnTo>
                      <a:pt x="3384" y="5704"/>
                    </a:lnTo>
                    <a:lnTo>
                      <a:pt x="3134" y="6330"/>
                    </a:lnTo>
                    <a:lnTo>
                      <a:pt x="2657" y="7621"/>
                    </a:lnTo>
                    <a:lnTo>
                      <a:pt x="2181" y="8925"/>
                    </a:lnTo>
                    <a:lnTo>
                      <a:pt x="1742" y="10216"/>
                    </a:lnTo>
                    <a:lnTo>
                      <a:pt x="1316" y="11481"/>
                    </a:lnTo>
                    <a:lnTo>
                      <a:pt x="577" y="13788"/>
                    </a:lnTo>
                    <a:lnTo>
                      <a:pt x="0" y="15617"/>
                    </a:lnTo>
                    <a:lnTo>
                      <a:pt x="6906" y="17522"/>
                    </a:lnTo>
                    <a:lnTo>
                      <a:pt x="7270" y="16570"/>
                    </a:lnTo>
                    <a:lnTo>
                      <a:pt x="8160" y="14201"/>
                    </a:lnTo>
                    <a:lnTo>
                      <a:pt x="9263" y="11181"/>
                    </a:lnTo>
                    <a:lnTo>
                      <a:pt x="9814" y="9677"/>
                    </a:lnTo>
                    <a:lnTo>
                      <a:pt x="10303" y="8285"/>
                    </a:lnTo>
                    <a:lnTo>
                      <a:pt x="10403" y="7960"/>
                    </a:lnTo>
                    <a:lnTo>
                      <a:pt x="10491" y="7634"/>
                    </a:lnTo>
                    <a:lnTo>
                      <a:pt x="10566" y="7283"/>
                    </a:lnTo>
                    <a:lnTo>
                      <a:pt x="10641" y="6944"/>
                    </a:lnTo>
                    <a:lnTo>
                      <a:pt x="10691" y="6593"/>
                    </a:lnTo>
                    <a:lnTo>
                      <a:pt x="10729" y="6242"/>
                    </a:lnTo>
                    <a:lnTo>
                      <a:pt x="10754" y="5879"/>
                    </a:lnTo>
                    <a:lnTo>
                      <a:pt x="10767" y="5528"/>
                    </a:lnTo>
                    <a:lnTo>
                      <a:pt x="10767" y="5177"/>
                    </a:lnTo>
                    <a:lnTo>
                      <a:pt x="10754" y="4826"/>
                    </a:lnTo>
                    <a:lnTo>
                      <a:pt x="10729" y="4475"/>
                    </a:lnTo>
                    <a:lnTo>
                      <a:pt x="10679" y="4124"/>
                    </a:lnTo>
                    <a:lnTo>
                      <a:pt x="10629" y="3786"/>
                    </a:lnTo>
                    <a:lnTo>
                      <a:pt x="10566" y="3460"/>
                    </a:lnTo>
                    <a:lnTo>
                      <a:pt x="10478" y="3134"/>
                    </a:lnTo>
                    <a:lnTo>
                      <a:pt x="10391" y="2821"/>
                    </a:lnTo>
                    <a:lnTo>
                      <a:pt x="10278" y="2508"/>
                    </a:lnTo>
                    <a:lnTo>
                      <a:pt x="10165" y="2219"/>
                    </a:lnTo>
                    <a:lnTo>
                      <a:pt x="10027" y="1931"/>
                    </a:lnTo>
                    <a:lnTo>
                      <a:pt x="9877" y="1668"/>
                    </a:lnTo>
                    <a:lnTo>
                      <a:pt x="9726" y="1417"/>
                    </a:lnTo>
                    <a:lnTo>
                      <a:pt x="9551" y="1179"/>
                    </a:lnTo>
                    <a:lnTo>
                      <a:pt x="9363" y="966"/>
                    </a:lnTo>
                    <a:lnTo>
                      <a:pt x="9162" y="765"/>
                    </a:lnTo>
                    <a:lnTo>
                      <a:pt x="8949" y="590"/>
                    </a:lnTo>
                    <a:lnTo>
                      <a:pt x="8724" y="427"/>
                    </a:lnTo>
                    <a:lnTo>
                      <a:pt x="8473" y="302"/>
                    </a:lnTo>
                    <a:lnTo>
                      <a:pt x="8222" y="189"/>
                    </a:lnTo>
                    <a:lnTo>
                      <a:pt x="7959" y="101"/>
                    </a:lnTo>
                    <a:lnTo>
                      <a:pt x="7671" y="38"/>
                    </a:lnTo>
                    <a:lnTo>
                      <a:pt x="7382" y="13"/>
                    </a:lnTo>
                    <a:lnTo>
                      <a:pt x="70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6">
                <a:extLst>
                  <a:ext uri="{FF2B5EF4-FFF2-40B4-BE49-F238E27FC236}">
                    <a16:creationId xmlns:a16="http://schemas.microsoft.com/office/drawing/2014/main" id="{971AFD21-CFFF-58FF-99D0-7D85D4B062A6}"/>
                  </a:ext>
                </a:extLst>
              </p:cNvPr>
              <p:cNvSpPr/>
              <p:nvPr/>
            </p:nvSpPr>
            <p:spPr>
              <a:xfrm>
                <a:off x="2680646" y="2668364"/>
                <a:ext cx="328239" cy="542315"/>
              </a:xfrm>
              <a:custGeom>
                <a:avLst/>
                <a:gdLst/>
                <a:ahLst/>
                <a:cxnLst/>
                <a:rect l="l" t="t" r="r" b="b"/>
                <a:pathLst>
                  <a:path w="14603" h="24127" extrusionOk="0">
                    <a:moveTo>
                      <a:pt x="2583" y="0"/>
                    </a:moveTo>
                    <a:lnTo>
                      <a:pt x="1" y="1279"/>
                    </a:lnTo>
                    <a:lnTo>
                      <a:pt x="302" y="2206"/>
                    </a:lnTo>
                    <a:lnTo>
                      <a:pt x="665" y="3271"/>
                    </a:lnTo>
                    <a:lnTo>
                      <a:pt x="1154" y="4650"/>
                    </a:lnTo>
                    <a:lnTo>
                      <a:pt x="1743" y="6292"/>
                    </a:lnTo>
                    <a:lnTo>
                      <a:pt x="2420" y="8122"/>
                    </a:lnTo>
                    <a:lnTo>
                      <a:pt x="3172" y="10102"/>
                    </a:lnTo>
                    <a:lnTo>
                      <a:pt x="3573" y="11117"/>
                    </a:lnTo>
                    <a:lnTo>
                      <a:pt x="3999" y="12145"/>
                    </a:lnTo>
                    <a:lnTo>
                      <a:pt x="4425" y="13185"/>
                    </a:lnTo>
                    <a:lnTo>
                      <a:pt x="4851" y="14213"/>
                    </a:lnTo>
                    <a:lnTo>
                      <a:pt x="5302" y="15228"/>
                    </a:lnTo>
                    <a:lnTo>
                      <a:pt x="5754" y="16218"/>
                    </a:lnTo>
                    <a:lnTo>
                      <a:pt x="6205" y="17196"/>
                    </a:lnTo>
                    <a:lnTo>
                      <a:pt x="6656" y="18123"/>
                    </a:lnTo>
                    <a:lnTo>
                      <a:pt x="7120" y="19013"/>
                    </a:lnTo>
                    <a:lnTo>
                      <a:pt x="7571" y="19853"/>
                    </a:lnTo>
                    <a:lnTo>
                      <a:pt x="8022" y="20643"/>
                    </a:lnTo>
                    <a:lnTo>
                      <a:pt x="8248" y="21006"/>
                    </a:lnTo>
                    <a:lnTo>
                      <a:pt x="8473" y="21357"/>
                    </a:lnTo>
                    <a:lnTo>
                      <a:pt x="8699" y="21695"/>
                    </a:lnTo>
                    <a:lnTo>
                      <a:pt x="8912" y="22009"/>
                    </a:lnTo>
                    <a:lnTo>
                      <a:pt x="9125" y="22297"/>
                    </a:lnTo>
                    <a:lnTo>
                      <a:pt x="9351" y="22573"/>
                    </a:lnTo>
                    <a:lnTo>
                      <a:pt x="9551" y="22823"/>
                    </a:lnTo>
                    <a:lnTo>
                      <a:pt x="9764" y="23049"/>
                    </a:lnTo>
                    <a:lnTo>
                      <a:pt x="9977" y="23250"/>
                    </a:lnTo>
                    <a:lnTo>
                      <a:pt x="10178" y="23425"/>
                    </a:lnTo>
                    <a:lnTo>
                      <a:pt x="10378" y="23575"/>
                    </a:lnTo>
                    <a:lnTo>
                      <a:pt x="10566" y="23701"/>
                    </a:lnTo>
                    <a:lnTo>
                      <a:pt x="10754" y="23801"/>
                    </a:lnTo>
                    <a:lnTo>
                      <a:pt x="10942" y="23864"/>
                    </a:lnTo>
                    <a:lnTo>
                      <a:pt x="11306" y="23964"/>
                    </a:lnTo>
                    <a:lnTo>
                      <a:pt x="11644" y="24027"/>
                    </a:lnTo>
                    <a:lnTo>
                      <a:pt x="11970" y="24089"/>
                    </a:lnTo>
                    <a:lnTo>
                      <a:pt x="12284" y="24114"/>
                    </a:lnTo>
                    <a:lnTo>
                      <a:pt x="12572" y="24127"/>
                    </a:lnTo>
                    <a:lnTo>
                      <a:pt x="12835" y="24114"/>
                    </a:lnTo>
                    <a:lnTo>
                      <a:pt x="13086" y="24077"/>
                    </a:lnTo>
                    <a:lnTo>
                      <a:pt x="13324" y="24014"/>
                    </a:lnTo>
                    <a:lnTo>
                      <a:pt x="13537" y="23939"/>
                    </a:lnTo>
                    <a:lnTo>
                      <a:pt x="13725" y="23826"/>
                    </a:lnTo>
                    <a:lnTo>
                      <a:pt x="13825" y="23763"/>
                    </a:lnTo>
                    <a:lnTo>
                      <a:pt x="13900" y="23701"/>
                    </a:lnTo>
                    <a:lnTo>
                      <a:pt x="13988" y="23626"/>
                    </a:lnTo>
                    <a:lnTo>
                      <a:pt x="14063" y="23550"/>
                    </a:lnTo>
                    <a:lnTo>
                      <a:pt x="14126" y="23463"/>
                    </a:lnTo>
                    <a:lnTo>
                      <a:pt x="14201" y="23375"/>
                    </a:lnTo>
                    <a:lnTo>
                      <a:pt x="14314" y="23174"/>
                    </a:lnTo>
                    <a:lnTo>
                      <a:pt x="14414" y="22936"/>
                    </a:lnTo>
                    <a:lnTo>
                      <a:pt x="14489" y="22686"/>
                    </a:lnTo>
                    <a:lnTo>
                      <a:pt x="14540" y="22410"/>
                    </a:lnTo>
                    <a:lnTo>
                      <a:pt x="14577" y="22109"/>
                    </a:lnTo>
                    <a:lnTo>
                      <a:pt x="14602" y="21783"/>
                    </a:lnTo>
                    <a:lnTo>
                      <a:pt x="14590" y="21432"/>
                    </a:lnTo>
                    <a:lnTo>
                      <a:pt x="14565" y="21044"/>
                    </a:lnTo>
                    <a:lnTo>
                      <a:pt x="14527" y="20643"/>
                    </a:lnTo>
                    <a:lnTo>
                      <a:pt x="14452" y="20204"/>
                    </a:lnTo>
                    <a:lnTo>
                      <a:pt x="14364" y="19740"/>
                    </a:lnTo>
                    <a:lnTo>
                      <a:pt x="14264" y="19251"/>
                    </a:lnTo>
                    <a:lnTo>
                      <a:pt x="14126" y="18738"/>
                    </a:lnTo>
                    <a:lnTo>
                      <a:pt x="13976" y="18186"/>
                    </a:lnTo>
                    <a:lnTo>
                      <a:pt x="13813" y="17622"/>
                    </a:lnTo>
                    <a:lnTo>
                      <a:pt x="13612" y="17020"/>
                    </a:lnTo>
                    <a:lnTo>
                      <a:pt x="13399" y="16381"/>
                    </a:lnTo>
                    <a:lnTo>
                      <a:pt x="13161" y="15717"/>
                    </a:lnTo>
                    <a:lnTo>
                      <a:pt x="12898" y="15028"/>
                    </a:lnTo>
                    <a:lnTo>
                      <a:pt x="2583"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a:extLst>
                  <a:ext uri="{FF2B5EF4-FFF2-40B4-BE49-F238E27FC236}">
                    <a16:creationId xmlns:a16="http://schemas.microsoft.com/office/drawing/2014/main" id="{738DB6E9-8807-E297-2CCC-8D2F89727685}"/>
                  </a:ext>
                </a:extLst>
              </p:cNvPr>
              <p:cNvSpPr/>
              <p:nvPr/>
            </p:nvSpPr>
            <p:spPr>
              <a:xfrm>
                <a:off x="2542881" y="2555100"/>
                <a:ext cx="195824" cy="142013"/>
              </a:xfrm>
              <a:custGeom>
                <a:avLst/>
                <a:gdLst/>
                <a:ahLst/>
                <a:cxnLst/>
                <a:rect l="l" t="t" r="r" b="b"/>
                <a:pathLst>
                  <a:path w="8712" h="6318" extrusionOk="0">
                    <a:moveTo>
                      <a:pt x="101" y="1"/>
                    </a:moveTo>
                    <a:lnTo>
                      <a:pt x="64" y="13"/>
                    </a:lnTo>
                    <a:lnTo>
                      <a:pt x="38" y="38"/>
                    </a:lnTo>
                    <a:lnTo>
                      <a:pt x="13" y="89"/>
                    </a:lnTo>
                    <a:lnTo>
                      <a:pt x="13" y="164"/>
                    </a:lnTo>
                    <a:lnTo>
                      <a:pt x="1" y="339"/>
                    </a:lnTo>
                    <a:lnTo>
                      <a:pt x="26" y="577"/>
                    </a:lnTo>
                    <a:lnTo>
                      <a:pt x="64" y="853"/>
                    </a:lnTo>
                    <a:lnTo>
                      <a:pt x="126" y="1166"/>
                    </a:lnTo>
                    <a:lnTo>
                      <a:pt x="201" y="1517"/>
                    </a:lnTo>
                    <a:lnTo>
                      <a:pt x="289" y="1868"/>
                    </a:lnTo>
                    <a:lnTo>
                      <a:pt x="477" y="2595"/>
                    </a:lnTo>
                    <a:lnTo>
                      <a:pt x="690" y="3259"/>
                    </a:lnTo>
                    <a:lnTo>
                      <a:pt x="878" y="3811"/>
                    </a:lnTo>
                    <a:lnTo>
                      <a:pt x="953" y="4011"/>
                    </a:lnTo>
                    <a:lnTo>
                      <a:pt x="1029" y="4149"/>
                    </a:lnTo>
                    <a:lnTo>
                      <a:pt x="1066" y="4199"/>
                    </a:lnTo>
                    <a:lnTo>
                      <a:pt x="1129" y="4250"/>
                    </a:lnTo>
                    <a:lnTo>
                      <a:pt x="1204" y="4300"/>
                    </a:lnTo>
                    <a:lnTo>
                      <a:pt x="1292" y="4350"/>
                    </a:lnTo>
                    <a:lnTo>
                      <a:pt x="1517" y="4438"/>
                    </a:lnTo>
                    <a:lnTo>
                      <a:pt x="1781" y="4500"/>
                    </a:lnTo>
                    <a:lnTo>
                      <a:pt x="2081" y="4575"/>
                    </a:lnTo>
                    <a:lnTo>
                      <a:pt x="2420" y="4626"/>
                    </a:lnTo>
                    <a:lnTo>
                      <a:pt x="2758" y="4676"/>
                    </a:lnTo>
                    <a:lnTo>
                      <a:pt x="3122" y="4726"/>
                    </a:lnTo>
                    <a:lnTo>
                      <a:pt x="3799" y="4789"/>
                    </a:lnTo>
                    <a:lnTo>
                      <a:pt x="4388" y="4839"/>
                    </a:lnTo>
                    <a:lnTo>
                      <a:pt x="4964" y="4864"/>
                    </a:lnTo>
                    <a:lnTo>
                      <a:pt x="6130" y="6318"/>
                    </a:lnTo>
                    <a:lnTo>
                      <a:pt x="8712" y="5039"/>
                    </a:lnTo>
                    <a:lnTo>
                      <a:pt x="8235" y="4199"/>
                    </a:lnTo>
                    <a:lnTo>
                      <a:pt x="7822" y="3447"/>
                    </a:lnTo>
                    <a:lnTo>
                      <a:pt x="7446" y="2771"/>
                    </a:lnTo>
                    <a:lnTo>
                      <a:pt x="7396" y="2695"/>
                    </a:lnTo>
                    <a:lnTo>
                      <a:pt x="7320" y="2633"/>
                    </a:lnTo>
                    <a:lnTo>
                      <a:pt x="7220" y="2583"/>
                    </a:lnTo>
                    <a:lnTo>
                      <a:pt x="7095" y="2533"/>
                    </a:lnTo>
                    <a:lnTo>
                      <a:pt x="6957" y="2495"/>
                    </a:lnTo>
                    <a:lnTo>
                      <a:pt x="6794" y="2457"/>
                    </a:lnTo>
                    <a:lnTo>
                      <a:pt x="6619" y="2432"/>
                    </a:lnTo>
                    <a:lnTo>
                      <a:pt x="6431" y="2407"/>
                    </a:lnTo>
                    <a:lnTo>
                      <a:pt x="6017" y="2370"/>
                    </a:lnTo>
                    <a:lnTo>
                      <a:pt x="5578" y="2345"/>
                    </a:lnTo>
                    <a:lnTo>
                      <a:pt x="5102" y="2345"/>
                    </a:lnTo>
                    <a:lnTo>
                      <a:pt x="4626" y="2357"/>
                    </a:lnTo>
                    <a:lnTo>
                      <a:pt x="4149" y="2370"/>
                    </a:lnTo>
                    <a:lnTo>
                      <a:pt x="3686" y="2395"/>
                    </a:lnTo>
                    <a:lnTo>
                      <a:pt x="2896" y="2457"/>
                    </a:lnTo>
                    <a:lnTo>
                      <a:pt x="2332" y="2507"/>
                    </a:lnTo>
                    <a:lnTo>
                      <a:pt x="2119" y="2520"/>
                    </a:lnTo>
                    <a:lnTo>
                      <a:pt x="1856" y="2131"/>
                    </a:lnTo>
                    <a:lnTo>
                      <a:pt x="1580" y="1718"/>
                    </a:lnTo>
                    <a:lnTo>
                      <a:pt x="1267" y="1254"/>
                    </a:lnTo>
                    <a:lnTo>
                      <a:pt x="916" y="790"/>
                    </a:lnTo>
                    <a:lnTo>
                      <a:pt x="753" y="577"/>
                    </a:lnTo>
                    <a:lnTo>
                      <a:pt x="590" y="377"/>
                    </a:lnTo>
                    <a:lnTo>
                      <a:pt x="440" y="214"/>
                    </a:lnTo>
                    <a:lnTo>
                      <a:pt x="302" y="101"/>
                    </a:lnTo>
                    <a:lnTo>
                      <a:pt x="189" y="26"/>
                    </a:lnTo>
                    <a:lnTo>
                      <a:pt x="139"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6">
                <a:extLst>
                  <a:ext uri="{FF2B5EF4-FFF2-40B4-BE49-F238E27FC236}">
                    <a16:creationId xmlns:a16="http://schemas.microsoft.com/office/drawing/2014/main" id="{AE884BB0-AD9D-6A9F-AFD6-0DD9BD5A1E5E}"/>
                  </a:ext>
                </a:extLst>
              </p:cNvPr>
              <p:cNvSpPr/>
              <p:nvPr/>
            </p:nvSpPr>
            <p:spPr>
              <a:xfrm>
                <a:off x="2567966" y="2550313"/>
                <a:ext cx="56643" cy="74401"/>
              </a:xfrm>
              <a:custGeom>
                <a:avLst/>
                <a:gdLst/>
                <a:ahLst/>
                <a:cxnLst/>
                <a:rect l="l" t="t" r="r" b="b"/>
                <a:pathLst>
                  <a:path w="2520" h="3310" extrusionOk="0">
                    <a:moveTo>
                      <a:pt x="113" y="1"/>
                    </a:moveTo>
                    <a:lnTo>
                      <a:pt x="76" y="26"/>
                    </a:lnTo>
                    <a:lnTo>
                      <a:pt x="50" y="63"/>
                    </a:lnTo>
                    <a:lnTo>
                      <a:pt x="25" y="114"/>
                    </a:lnTo>
                    <a:lnTo>
                      <a:pt x="13" y="189"/>
                    </a:lnTo>
                    <a:lnTo>
                      <a:pt x="0" y="352"/>
                    </a:lnTo>
                    <a:lnTo>
                      <a:pt x="13" y="577"/>
                    </a:lnTo>
                    <a:lnTo>
                      <a:pt x="50" y="828"/>
                    </a:lnTo>
                    <a:lnTo>
                      <a:pt x="88" y="1104"/>
                    </a:lnTo>
                    <a:lnTo>
                      <a:pt x="213" y="1705"/>
                    </a:lnTo>
                    <a:lnTo>
                      <a:pt x="351" y="2294"/>
                    </a:lnTo>
                    <a:lnTo>
                      <a:pt x="477" y="2808"/>
                    </a:lnTo>
                    <a:lnTo>
                      <a:pt x="614" y="3310"/>
                    </a:lnTo>
                    <a:lnTo>
                      <a:pt x="2520" y="3009"/>
                    </a:lnTo>
                    <a:lnTo>
                      <a:pt x="2194" y="2520"/>
                    </a:lnTo>
                    <a:lnTo>
                      <a:pt x="1868" y="2019"/>
                    </a:lnTo>
                    <a:lnTo>
                      <a:pt x="1467" y="1455"/>
                    </a:lnTo>
                    <a:lnTo>
                      <a:pt x="1053" y="891"/>
                    </a:lnTo>
                    <a:lnTo>
                      <a:pt x="853" y="640"/>
                    </a:lnTo>
                    <a:lnTo>
                      <a:pt x="665" y="414"/>
                    </a:lnTo>
                    <a:lnTo>
                      <a:pt x="489" y="226"/>
                    </a:lnTo>
                    <a:lnTo>
                      <a:pt x="326" y="88"/>
                    </a:lnTo>
                    <a:lnTo>
                      <a:pt x="264" y="51"/>
                    </a:lnTo>
                    <a:lnTo>
                      <a:pt x="201" y="13"/>
                    </a:lnTo>
                    <a:lnTo>
                      <a:pt x="151"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6">
                <a:extLst>
                  <a:ext uri="{FF2B5EF4-FFF2-40B4-BE49-F238E27FC236}">
                    <a16:creationId xmlns:a16="http://schemas.microsoft.com/office/drawing/2014/main" id="{67E35337-F137-7907-190C-65B8F2E5D288}"/>
                  </a:ext>
                </a:extLst>
              </p:cNvPr>
              <p:cNvSpPr/>
              <p:nvPr/>
            </p:nvSpPr>
            <p:spPr>
              <a:xfrm>
                <a:off x="2627959" y="2589761"/>
                <a:ext cx="62285" cy="28187"/>
              </a:xfrm>
              <a:custGeom>
                <a:avLst/>
                <a:gdLst/>
                <a:ahLst/>
                <a:cxnLst/>
                <a:rect l="l" t="t" r="r" b="b"/>
                <a:pathLst>
                  <a:path w="2771" h="1254" extrusionOk="0">
                    <a:moveTo>
                      <a:pt x="51" y="0"/>
                    </a:moveTo>
                    <a:lnTo>
                      <a:pt x="26" y="13"/>
                    </a:lnTo>
                    <a:lnTo>
                      <a:pt x="14" y="38"/>
                    </a:lnTo>
                    <a:lnTo>
                      <a:pt x="1" y="63"/>
                    </a:lnTo>
                    <a:lnTo>
                      <a:pt x="1" y="88"/>
                    </a:lnTo>
                    <a:lnTo>
                      <a:pt x="14" y="163"/>
                    </a:lnTo>
                    <a:lnTo>
                      <a:pt x="51" y="239"/>
                    </a:lnTo>
                    <a:lnTo>
                      <a:pt x="101" y="339"/>
                    </a:lnTo>
                    <a:lnTo>
                      <a:pt x="176" y="439"/>
                    </a:lnTo>
                    <a:lnTo>
                      <a:pt x="339" y="665"/>
                    </a:lnTo>
                    <a:lnTo>
                      <a:pt x="527" y="890"/>
                    </a:lnTo>
                    <a:lnTo>
                      <a:pt x="690" y="1066"/>
                    </a:lnTo>
                    <a:lnTo>
                      <a:pt x="866" y="1254"/>
                    </a:lnTo>
                    <a:lnTo>
                      <a:pt x="2771" y="1091"/>
                    </a:lnTo>
                    <a:lnTo>
                      <a:pt x="2658" y="1003"/>
                    </a:lnTo>
                    <a:lnTo>
                      <a:pt x="2295" y="828"/>
                    </a:lnTo>
                    <a:lnTo>
                      <a:pt x="1467" y="464"/>
                    </a:lnTo>
                    <a:lnTo>
                      <a:pt x="1016" y="276"/>
                    </a:lnTo>
                    <a:lnTo>
                      <a:pt x="590" y="113"/>
                    </a:lnTo>
                    <a:lnTo>
                      <a:pt x="415" y="63"/>
                    </a:lnTo>
                    <a:lnTo>
                      <a:pt x="252" y="13"/>
                    </a:lnTo>
                    <a:lnTo>
                      <a:pt x="139"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a:extLst>
                  <a:ext uri="{FF2B5EF4-FFF2-40B4-BE49-F238E27FC236}">
                    <a16:creationId xmlns:a16="http://schemas.microsoft.com/office/drawing/2014/main" id="{1BE1343B-AE32-210C-CAF4-AF9F13BF44B7}"/>
                  </a:ext>
                </a:extLst>
              </p:cNvPr>
              <p:cNvSpPr/>
              <p:nvPr/>
            </p:nvSpPr>
            <p:spPr>
              <a:xfrm>
                <a:off x="2627959" y="2589761"/>
                <a:ext cx="62285" cy="28187"/>
              </a:xfrm>
              <a:custGeom>
                <a:avLst/>
                <a:gdLst/>
                <a:ahLst/>
                <a:cxnLst/>
                <a:rect l="l" t="t" r="r" b="b"/>
                <a:pathLst>
                  <a:path w="2771" h="1254" fill="none" extrusionOk="0">
                    <a:moveTo>
                      <a:pt x="2658" y="1003"/>
                    </a:moveTo>
                    <a:lnTo>
                      <a:pt x="2658" y="1003"/>
                    </a:lnTo>
                    <a:lnTo>
                      <a:pt x="2295" y="828"/>
                    </a:lnTo>
                    <a:lnTo>
                      <a:pt x="1467" y="464"/>
                    </a:lnTo>
                    <a:lnTo>
                      <a:pt x="1016" y="276"/>
                    </a:lnTo>
                    <a:lnTo>
                      <a:pt x="590" y="113"/>
                    </a:lnTo>
                    <a:lnTo>
                      <a:pt x="415" y="63"/>
                    </a:lnTo>
                    <a:lnTo>
                      <a:pt x="252" y="13"/>
                    </a:lnTo>
                    <a:lnTo>
                      <a:pt x="139" y="0"/>
                    </a:lnTo>
                    <a:lnTo>
                      <a:pt x="51" y="0"/>
                    </a:lnTo>
                    <a:lnTo>
                      <a:pt x="51" y="0"/>
                    </a:lnTo>
                    <a:lnTo>
                      <a:pt x="26" y="13"/>
                    </a:lnTo>
                    <a:lnTo>
                      <a:pt x="14" y="38"/>
                    </a:lnTo>
                    <a:lnTo>
                      <a:pt x="1" y="63"/>
                    </a:lnTo>
                    <a:lnTo>
                      <a:pt x="1" y="88"/>
                    </a:lnTo>
                    <a:lnTo>
                      <a:pt x="14" y="163"/>
                    </a:lnTo>
                    <a:lnTo>
                      <a:pt x="51" y="239"/>
                    </a:lnTo>
                    <a:lnTo>
                      <a:pt x="101" y="339"/>
                    </a:lnTo>
                    <a:lnTo>
                      <a:pt x="176" y="439"/>
                    </a:lnTo>
                    <a:lnTo>
                      <a:pt x="339" y="665"/>
                    </a:lnTo>
                    <a:lnTo>
                      <a:pt x="527" y="890"/>
                    </a:lnTo>
                    <a:lnTo>
                      <a:pt x="690" y="1066"/>
                    </a:lnTo>
                    <a:lnTo>
                      <a:pt x="866" y="1254"/>
                    </a:lnTo>
                    <a:lnTo>
                      <a:pt x="2771" y="10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a:extLst>
                  <a:ext uri="{FF2B5EF4-FFF2-40B4-BE49-F238E27FC236}">
                    <a16:creationId xmlns:a16="http://schemas.microsoft.com/office/drawing/2014/main" id="{9174A491-5B4C-A4CC-FBC6-6834C4126512}"/>
                  </a:ext>
                </a:extLst>
              </p:cNvPr>
              <p:cNvSpPr/>
              <p:nvPr/>
            </p:nvSpPr>
            <p:spPr>
              <a:xfrm>
                <a:off x="2569090" y="2581871"/>
                <a:ext cx="110185" cy="33536"/>
              </a:xfrm>
              <a:custGeom>
                <a:avLst/>
                <a:gdLst/>
                <a:ahLst/>
                <a:cxnLst/>
                <a:rect l="l" t="t" r="r" b="b"/>
                <a:pathLst>
                  <a:path w="4902" h="1492" extrusionOk="0">
                    <a:moveTo>
                      <a:pt x="226" y="0"/>
                    </a:moveTo>
                    <a:lnTo>
                      <a:pt x="0" y="176"/>
                    </a:lnTo>
                    <a:lnTo>
                      <a:pt x="214" y="477"/>
                    </a:lnTo>
                    <a:lnTo>
                      <a:pt x="489" y="890"/>
                    </a:lnTo>
                    <a:lnTo>
                      <a:pt x="828" y="1417"/>
                    </a:lnTo>
                    <a:lnTo>
                      <a:pt x="878" y="1492"/>
                    </a:lnTo>
                    <a:lnTo>
                      <a:pt x="978" y="1479"/>
                    </a:lnTo>
                    <a:lnTo>
                      <a:pt x="1291" y="1442"/>
                    </a:lnTo>
                    <a:lnTo>
                      <a:pt x="1793" y="1417"/>
                    </a:lnTo>
                    <a:lnTo>
                      <a:pt x="3109" y="1367"/>
                    </a:lnTo>
                    <a:lnTo>
                      <a:pt x="4901" y="1316"/>
                    </a:lnTo>
                    <a:lnTo>
                      <a:pt x="4889" y="1041"/>
                    </a:lnTo>
                    <a:lnTo>
                      <a:pt x="3184" y="1078"/>
                    </a:lnTo>
                    <a:lnTo>
                      <a:pt x="1918" y="1128"/>
                    </a:lnTo>
                    <a:lnTo>
                      <a:pt x="1392" y="1154"/>
                    </a:lnTo>
                    <a:lnTo>
                      <a:pt x="1016" y="1179"/>
                    </a:lnTo>
                    <a:lnTo>
                      <a:pt x="627" y="602"/>
                    </a:lnTo>
                    <a:lnTo>
                      <a:pt x="22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a:extLst>
                  <a:ext uri="{FF2B5EF4-FFF2-40B4-BE49-F238E27FC236}">
                    <a16:creationId xmlns:a16="http://schemas.microsoft.com/office/drawing/2014/main" id="{31C63897-2907-8E71-D7B7-C09456184837}"/>
                  </a:ext>
                </a:extLst>
              </p:cNvPr>
              <p:cNvSpPr/>
              <p:nvPr/>
            </p:nvSpPr>
            <p:spPr>
              <a:xfrm>
                <a:off x="3193110" y="2666948"/>
                <a:ext cx="224550" cy="119198"/>
              </a:xfrm>
              <a:custGeom>
                <a:avLst/>
                <a:gdLst/>
                <a:ahLst/>
                <a:cxnLst/>
                <a:rect l="l" t="t" r="r" b="b"/>
                <a:pathLst>
                  <a:path w="9990" h="5303" extrusionOk="0">
                    <a:moveTo>
                      <a:pt x="0" y="1"/>
                    </a:moveTo>
                    <a:lnTo>
                      <a:pt x="263" y="402"/>
                    </a:lnTo>
                    <a:lnTo>
                      <a:pt x="552" y="828"/>
                    </a:lnTo>
                    <a:lnTo>
                      <a:pt x="865" y="1279"/>
                    </a:lnTo>
                    <a:lnTo>
                      <a:pt x="1216" y="1730"/>
                    </a:lnTo>
                    <a:lnTo>
                      <a:pt x="1579" y="2194"/>
                    </a:lnTo>
                    <a:lnTo>
                      <a:pt x="1980" y="2645"/>
                    </a:lnTo>
                    <a:lnTo>
                      <a:pt x="2394" y="3084"/>
                    </a:lnTo>
                    <a:lnTo>
                      <a:pt x="2607" y="3297"/>
                    </a:lnTo>
                    <a:lnTo>
                      <a:pt x="2833" y="3510"/>
                    </a:lnTo>
                    <a:lnTo>
                      <a:pt x="3058" y="3710"/>
                    </a:lnTo>
                    <a:lnTo>
                      <a:pt x="3284" y="3911"/>
                    </a:lnTo>
                    <a:lnTo>
                      <a:pt x="3522" y="4086"/>
                    </a:lnTo>
                    <a:lnTo>
                      <a:pt x="3760" y="4262"/>
                    </a:lnTo>
                    <a:lnTo>
                      <a:pt x="3998" y="4437"/>
                    </a:lnTo>
                    <a:lnTo>
                      <a:pt x="4249" y="4588"/>
                    </a:lnTo>
                    <a:lnTo>
                      <a:pt x="4500" y="4726"/>
                    </a:lnTo>
                    <a:lnTo>
                      <a:pt x="4750" y="4851"/>
                    </a:lnTo>
                    <a:lnTo>
                      <a:pt x="5013" y="4964"/>
                    </a:lnTo>
                    <a:lnTo>
                      <a:pt x="5264" y="5064"/>
                    </a:lnTo>
                    <a:lnTo>
                      <a:pt x="5527" y="5152"/>
                    </a:lnTo>
                    <a:lnTo>
                      <a:pt x="5803" y="5214"/>
                    </a:lnTo>
                    <a:lnTo>
                      <a:pt x="6066" y="5265"/>
                    </a:lnTo>
                    <a:lnTo>
                      <a:pt x="6329" y="5290"/>
                    </a:lnTo>
                    <a:lnTo>
                      <a:pt x="6605" y="5302"/>
                    </a:lnTo>
                    <a:lnTo>
                      <a:pt x="6881" y="5290"/>
                    </a:lnTo>
                    <a:lnTo>
                      <a:pt x="7107" y="5252"/>
                    </a:lnTo>
                    <a:lnTo>
                      <a:pt x="7332" y="5214"/>
                    </a:lnTo>
                    <a:lnTo>
                      <a:pt x="7545" y="5164"/>
                    </a:lnTo>
                    <a:lnTo>
                      <a:pt x="7746" y="5089"/>
                    </a:lnTo>
                    <a:lnTo>
                      <a:pt x="7934" y="5014"/>
                    </a:lnTo>
                    <a:lnTo>
                      <a:pt x="8109" y="4914"/>
                    </a:lnTo>
                    <a:lnTo>
                      <a:pt x="8272" y="4813"/>
                    </a:lnTo>
                    <a:lnTo>
                      <a:pt x="8435" y="4701"/>
                    </a:lnTo>
                    <a:lnTo>
                      <a:pt x="8585" y="4575"/>
                    </a:lnTo>
                    <a:lnTo>
                      <a:pt x="8723" y="4437"/>
                    </a:lnTo>
                    <a:lnTo>
                      <a:pt x="8849" y="4299"/>
                    </a:lnTo>
                    <a:lnTo>
                      <a:pt x="8974" y="4149"/>
                    </a:lnTo>
                    <a:lnTo>
                      <a:pt x="9087" y="3986"/>
                    </a:lnTo>
                    <a:lnTo>
                      <a:pt x="9187" y="3823"/>
                    </a:lnTo>
                    <a:lnTo>
                      <a:pt x="9287" y="3648"/>
                    </a:lnTo>
                    <a:lnTo>
                      <a:pt x="9375" y="3472"/>
                    </a:lnTo>
                    <a:lnTo>
                      <a:pt x="9463" y="3284"/>
                    </a:lnTo>
                    <a:lnTo>
                      <a:pt x="9538" y="3096"/>
                    </a:lnTo>
                    <a:lnTo>
                      <a:pt x="9601" y="2908"/>
                    </a:lnTo>
                    <a:lnTo>
                      <a:pt x="9663" y="2708"/>
                    </a:lnTo>
                    <a:lnTo>
                      <a:pt x="9764" y="2307"/>
                    </a:lnTo>
                    <a:lnTo>
                      <a:pt x="9851" y="1893"/>
                    </a:lnTo>
                    <a:lnTo>
                      <a:pt x="9914" y="1479"/>
                    </a:lnTo>
                    <a:lnTo>
                      <a:pt x="9952" y="1066"/>
                    </a:lnTo>
                    <a:lnTo>
                      <a:pt x="9977" y="652"/>
                    </a:lnTo>
                    <a:lnTo>
                      <a:pt x="9989" y="264"/>
                    </a:lnTo>
                    <a:lnTo>
                      <a:pt x="9939" y="26"/>
                    </a:lnTo>
                    <a:lnTo>
                      <a:pt x="9876" y="113"/>
                    </a:lnTo>
                    <a:lnTo>
                      <a:pt x="9701" y="377"/>
                    </a:lnTo>
                    <a:lnTo>
                      <a:pt x="9576" y="539"/>
                    </a:lnTo>
                    <a:lnTo>
                      <a:pt x="9413" y="740"/>
                    </a:lnTo>
                    <a:lnTo>
                      <a:pt x="9225" y="941"/>
                    </a:lnTo>
                    <a:lnTo>
                      <a:pt x="9024" y="1154"/>
                    </a:lnTo>
                    <a:lnTo>
                      <a:pt x="8786" y="1379"/>
                    </a:lnTo>
                    <a:lnTo>
                      <a:pt x="8523" y="1580"/>
                    </a:lnTo>
                    <a:lnTo>
                      <a:pt x="8247" y="1780"/>
                    </a:lnTo>
                    <a:lnTo>
                      <a:pt x="7946" y="1968"/>
                    </a:lnTo>
                    <a:lnTo>
                      <a:pt x="7783" y="2043"/>
                    </a:lnTo>
                    <a:lnTo>
                      <a:pt x="7620" y="2119"/>
                    </a:lnTo>
                    <a:lnTo>
                      <a:pt x="7457" y="2194"/>
                    </a:lnTo>
                    <a:lnTo>
                      <a:pt x="7282" y="2244"/>
                    </a:lnTo>
                    <a:lnTo>
                      <a:pt x="7094" y="2294"/>
                    </a:lnTo>
                    <a:lnTo>
                      <a:pt x="6919" y="2344"/>
                    </a:lnTo>
                    <a:lnTo>
                      <a:pt x="6731" y="2369"/>
                    </a:lnTo>
                    <a:lnTo>
                      <a:pt x="6530" y="2382"/>
                    </a:lnTo>
                    <a:lnTo>
                      <a:pt x="6192" y="2382"/>
                    </a:lnTo>
                    <a:lnTo>
                      <a:pt x="6004" y="2369"/>
                    </a:lnTo>
                    <a:lnTo>
                      <a:pt x="5803" y="2332"/>
                    </a:lnTo>
                    <a:lnTo>
                      <a:pt x="5389" y="2257"/>
                    </a:lnTo>
                    <a:lnTo>
                      <a:pt x="4951" y="2144"/>
                    </a:lnTo>
                    <a:lnTo>
                      <a:pt x="4487" y="2006"/>
                    </a:lnTo>
                    <a:lnTo>
                      <a:pt x="4023" y="1843"/>
                    </a:lnTo>
                    <a:lnTo>
                      <a:pt x="3547" y="1655"/>
                    </a:lnTo>
                    <a:lnTo>
                      <a:pt x="3058" y="1467"/>
                    </a:lnTo>
                    <a:lnTo>
                      <a:pt x="2594" y="1266"/>
                    </a:lnTo>
                    <a:lnTo>
                      <a:pt x="2131" y="1053"/>
                    </a:lnTo>
                    <a:lnTo>
                      <a:pt x="1278" y="652"/>
                    </a:lnTo>
                    <a:lnTo>
                      <a:pt x="552" y="28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6">
                <a:extLst>
                  <a:ext uri="{FF2B5EF4-FFF2-40B4-BE49-F238E27FC236}">
                    <a16:creationId xmlns:a16="http://schemas.microsoft.com/office/drawing/2014/main" id="{03B6BD7A-D7DD-56BB-B170-792396B9002C}"/>
                  </a:ext>
                </a:extLst>
              </p:cNvPr>
              <p:cNvSpPr/>
              <p:nvPr/>
            </p:nvSpPr>
            <p:spPr>
              <a:xfrm>
                <a:off x="3190840" y="2993749"/>
                <a:ext cx="164828" cy="39178"/>
              </a:xfrm>
              <a:custGeom>
                <a:avLst/>
                <a:gdLst/>
                <a:ahLst/>
                <a:cxnLst/>
                <a:rect l="l" t="t" r="r" b="b"/>
                <a:pathLst>
                  <a:path w="7333" h="1743" extrusionOk="0">
                    <a:moveTo>
                      <a:pt x="189" y="0"/>
                    </a:moveTo>
                    <a:lnTo>
                      <a:pt x="1" y="201"/>
                    </a:lnTo>
                    <a:lnTo>
                      <a:pt x="239" y="426"/>
                    </a:lnTo>
                    <a:lnTo>
                      <a:pt x="477" y="614"/>
                    </a:lnTo>
                    <a:lnTo>
                      <a:pt x="728" y="802"/>
                    </a:lnTo>
                    <a:lnTo>
                      <a:pt x="966" y="953"/>
                    </a:lnTo>
                    <a:lnTo>
                      <a:pt x="1217" y="1103"/>
                    </a:lnTo>
                    <a:lnTo>
                      <a:pt x="1467" y="1228"/>
                    </a:lnTo>
                    <a:lnTo>
                      <a:pt x="1718" y="1329"/>
                    </a:lnTo>
                    <a:lnTo>
                      <a:pt x="1969" y="1429"/>
                    </a:lnTo>
                    <a:lnTo>
                      <a:pt x="2219" y="1504"/>
                    </a:lnTo>
                    <a:lnTo>
                      <a:pt x="2470" y="1579"/>
                    </a:lnTo>
                    <a:lnTo>
                      <a:pt x="2721" y="1630"/>
                    </a:lnTo>
                    <a:lnTo>
                      <a:pt x="2959" y="1680"/>
                    </a:lnTo>
                    <a:lnTo>
                      <a:pt x="3197" y="1705"/>
                    </a:lnTo>
                    <a:lnTo>
                      <a:pt x="3435" y="1730"/>
                    </a:lnTo>
                    <a:lnTo>
                      <a:pt x="3673" y="1742"/>
                    </a:lnTo>
                    <a:lnTo>
                      <a:pt x="4149" y="1742"/>
                    </a:lnTo>
                    <a:lnTo>
                      <a:pt x="4387" y="1730"/>
                    </a:lnTo>
                    <a:lnTo>
                      <a:pt x="4626" y="1705"/>
                    </a:lnTo>
                    <a:lnTo>
                      <a:pt x="4851" y="1680"/>
                    </a:lnTo>
                    <a:lnTo>
                      <a:pt x="5114" y="1630"/>
                    </a:lnTo>
                    <a:lnTo>
                      <a:pt x="5365" y="1592"/>
                    </a:lnTo>
                    <a:lnTo>
                      <a:pt x="5829" y="1479"/>
                    </a:lnTo>
                    <a:lnTo>
                      <a:pt x="6255" y="1354"/>
                    </a:lnTo>
                    <a:lnTo>
                      <a:pt x="6606" y="1216"/>
                    </a:lnTo>
                    <a:lnTo>
                      <a:pt x="6907" y="1103"/>
                    </a:lnTo>
                    <a:lnTo>
                      <a:pt x="7132" y="1003"/>
                    </a:lnTo>
                    <a:lnTo>
                      <a:pt x="7333" y="903"/>
                    </a:lnTo>
                    <a:lnTo>
                      <a:pt x="7208" y="652"/>
                    </a:lnTo>
                    <a:lnTo>
                      <a:pt x="7020" y="740"/>
                    </a:lnTo>
                    <a:lnTo>
                      <a:pt x="6806" y="840"/>
                    </a:lnTo>
                    <a:lnTo>
                      <a:pt x="6518" y="953"/>
                    </a:lnTo>
                    <a:lnTo>
                      <a:pt x="6167" y="1078"/>
                    </a:lnTo>
                    <a:lnTo>
                      <a:pt x="5766" y="1203"/>
                    </a:lnTo>
                    <a:lnTo>
                      <a:pt x="5302" y="1316"/>
                    </a:lnTo>
                    <a:lnTo>
                      <a:pt x="5064" y="1354"/>
                    </a:lnTo>
                    <a:lnTo>
                      <a:pt x="4814" y="1391"/>
                    </a:lnTo>
                    <a:lnTo>
                      <a:pt x="4475" y="1442"/>
                    </a:lnTo>
                    <a:lnTo>
                      <a:pt x="4137" y="1454"/>
                    </a:lnTo>
                    <a:lnTo>
                      <a:pt x="3811" y="1467"/>
                    </a:lnTo>
                    <a:lnTo>
                      <a:pt x="3498" y="1454"/>
                    </a:lnTo>
                    <a:lnTo>
                      <a:pt x="3184" y="1429"/>
                    </a:lnTo>
                    <a:lnTo>
                      <a:pt x="2871" y="1379"/>
                    </a:lnTo>
                    <a:lnTo>
                      <a:pt x="2570" y="1316"/>
                    </a:lnTo>
                    <a:lnTo>
                      <a:pt x="2282" y="1241"/>
                    </a:lnTo>
                    <a:lnTo>
                      <a:pt x="1994" y="1141"/>
                    </a:lnTo>
                    <a:lnTo>
                      <a:pt x="1718" y="1028"/>
                    </a:lnTo>
                    <a:lnTo>
                      <a:pt x="1442" y="903"/>
                    </a:lnTo>
                    <a:lnTo>
                      <a:pt x="1179" y="752"/>
                    </a:lnTo>
                    <a:lnTo>
                      <a:pt x="916" y="589"/>
                    </a:lnTo>
                    <a:lnTo>
                      <a:pt x="665" y="414"/>
                    </a:lnTo>
                    <a:lnTo>
                      <a:pt x="427" y="213"/>
                    </a:lnTo>
                    <a:lnTo>
                      <a:pt x="18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a:extLst>
                  <a:ext uri="{FF2B5EF4-FFF2-40B4-BE49-F238E27FC236}">
                    <a16:creationId xmlns:a16="http://schemas.microsoft.com/office/drawing/2014/main" id="{9668BE7D-6F22-4DA6-27BB-09BBC246E2B8}"/>
                  </a:ext>
                </a:extLst>
              </p:cNvPr>
              <p:cNvSpPr/>
              <p:nvPr/>
            </p:nvSpPr>
            <p:spPr>
              <a:xfrm>
                <a:off x="3467785" y="3020227"/>
                <a:ext cx="47630" cy="15802"/>
              </a:xfrm>
              <a:custGeom>
                <a:avLst/>
                <a:gdLst/>
                <a:ahLst/>
                <a:cxnLst/>
                <a:rect l="l" t="t" r="r" b="b"/>
                <a:pathLst>
                  <a:path w="2119" h="703" extrusionOk="0">
                    <a:moveTo>
                      <a:pt x="1893" y="0"/>
                    </a:moveTo>
                    <a:lnTo>
                      <a:pt x="1880" y="13"/>
                    </a:lnTo>
                    <a:lnTo>
                      <a:pt x="1818" y="50"/>
                    </a:lnTo>
                    <a:lnTo>
                      <a:pt x="1717" y="101"/>
                    </a:lnTo>
                    <a:lnTo>
                      <a:pt x="1542" y="163"/>
                    </a:lnTo>
                    <a:lnTo>
                      <a:pt x="1304" y="238"/>
                    </a:lnTo>
                    <a:lnTo>
                      <a:pt x="965" y="301"/>
                    </a:lnTo>
                    <a:lnTo>
                      <a:pt x="539" y="364"/>
                    </a:lnTo>
                    <a:lnTo>
                      <a:pt x="0" y="414"/>
                    </a:lnTo>
                    <a:lnTo>
                      <a:pt x="13" y="702"/>
                    </a:lnTo>
                    <a:lnTo>
                      <a:pt x="602" y="640"/>
                    </a:lnTo>
                    <a:lnTo>
                      <a:pt x="1066" y="577"/>
                    </a:lnTo>
                    <a:lnTo>
                      <a:pt x="1429" y="489"/>
                    </a:lnTo>
                    <a:lnTo>
                      <a:pt x="1692" y="414"/>
                    </a:lnTo>
                    <a:lnTo>
                      <a:pt x="1893" y="339"/>
                    </a:lnTo>
                    <a:lnTo>
                      <a:pt x="2018" y="264"/>
                    </a:lnTo>
                    <a:lnTo>
                      <a:pt x="2081" y="213"/>
                    </a:lnTo>
                    <a:lnTo>
                      <a:pt x="2118" y="176"/>
                    </a:lnTo>
                    <a:lnTo>
                      <a:pt x="189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6">
                <a:extLst>
                  <a:ext uri="{FF2B5EF4-FFF2-40B4-BE49-F238E27FC236}">
                    <a16:creationId xmlns:a16="http://schemas.microsoft.com/office/drawing/2014/main" id="{BDA9D5EF-A637-DDB9-286F-35EA599B9B21}"/>
                  </a:ext>
                </a:extLst>
              </p:cNvPr>
              <p:cNvSpPr/>
              <p:nvPr/>
            </p:nvSpPr>
            <p:spPr>
              <a:xfrm>
                <a:off x="3081532" y="2746946"/>
                <a:ext cx="102565" cy="293579"/>
              </a:xfrm>
              <a:custGeom>
                <a:avLst/>
                <a:gdLst/>
                <a:ahLst/>
                <a:cxnLst/>
                <a:rect l="l" t="t" r="r" b="b"/>
                <a:pathLst>
                  <a:path w="4563" h="13061" extrusionOk="0">
                    <a:moveTo>
                      <a:pt x="4463" y="1"/>
                    </a:moveTo>
                    <a:lnTo>
                      <a:pt x="4200" y="76"/>
                    </a:lnTo>
                    <a:lnTo>
                      <a:pt x="4225" y="214"/>
                    </a:lnTo>
                    <a:lnTo>
                      <a:pt x="4250" y="364"/>
                    </a:lnTo>
                    <a:lnTo>
                      <a:pt x="4275" y="527"/>
                    </a:lnTo>
                    <a:lnTo>
                      <a:pt x="4275" y="703"/>
                    </a:lnTo>
                    <a:lnTo>
                      <a:pt x="4275" y="1066"/>
                    </a:lnTo>
                    <a:lnTo>
                      <a:pt x="4250" y="1467"/>
                    </a:lnTo>
                    <a:lnTo>
                      <a:pt x="4187" y="1894"/>
                    </a:lnTo>
                    <a:lnTo>
                      <a:pt x="4099" y="2345"/>
                    </a:lnTo>
                    <a:lnTo>
                      <a:pt x="3999" y="2808"/>
                    </a:lnTo>
                    <a:lnTo>
                      <a:pt x="3874" y="3310"/>
                    </a:lnTo>
                    <a:lnTo>
                      <a:pt x="3736" y="3811"/>
                    </a:lnTo>
                    <a:lnTo>
                      <a:pt x="3585" y="4338"/>
                    </a:lnTo>
                    <a:lnTo>
                      <a:pt x="3410" y="4864"/>
                    </a:lnTo>
                    <a:lnTo>
                      <a:pt x="3222" y="5403"/>
                    </a:lnTo>
                    <a:lnTo>
                      <a:pt x="3034" y="5942"/>
                    </a:lnTo>
                    <a:lnTo>
                      <a:pt x="2833" y="6481"/>
                    </a:lnTo>
                    <a:lnTo>
                      <a:pt x="2407" y="7559"/>
                    </a:lnTo>
                    <a:lnTo>
                      <a:pt x="1981" y="8599"/>
                    </a:lnTo>
                    <a:lnTo>
                      <a:pt x="1555" y="9589"/>
                    </a:lnTo>
                    <a:lnTo>
                      <a:pt x="1154" y="10491"/>
                    </a:lnTo>
                    <a:lnTo>
                      <a:pt x="790" y="11294"/>
                    </a:lnTo>
                    <a:lnTo>
                      <a:pt x="226" y="12472"/>
                    </a:lnTo>
                    <a:lnTo>
                      <a:pt x="1" y="12923"/>
                    </a:lnTo>
                    <a:lnTo>
                      <a:pt x="251" y="13061"/>
                    </a:lnTo>
                    <a:lnTo>
                      <a:pt x="477" y="12610"/>
                    </a:lnTo>
                    <a:lnTo>
                      <a:pt x="1029" y="11431"/>
                    </a:lnTo>
                    <a:lnTo>
                      <a:pt x="1405" y="10629"/>
                    </a:lnTo>
                    <a:lnTo>
                      <a:pt x="1806" y="9727"/>
                    </a:lnTo>
                    <a:lnTo>
                      <a:pt x="2232" y="8737"/>
                    </a:lnTo>
                    <a:lnTo>
                      <a:pt x="2670" y="7696"/>
                    </a:lnTo>
                    <a:lnTo>
                      <a:pt x="2946" y="6995"/>
                    </a:lnTo>
                    <a:lnTo>
                      <a:pt x="3197" y="6318"/>
                    </a:lnTo>
                    <a:lnTo>
                      <a:pt x="3435" y="5679"/>
                    </a:lnTo>
                    <a:lnTo>
                      <a:pt x="3648" y="5064"/>
                    </a:lnTo>
                    <a:lnTo>
                      <a:pt x="3836" y="4475"/>
                    </a:lnTo>
                    <a:lnTo>
                      <a:pt x="3999" y="3924"/>
                    </a:lnTo>
                    <a:lnTo>
                      <a:pt x="4149" y="3398"/>
                    </a:lnTo>
                    <a:lnTo>
                      <a:pt x="4275" y="2896"/>
                    </a:lnTo>
                    <a:lnTo>
                      <a:pt x="4375" y="2432"/>
                    </a:lnTo>
                    <a:lnTo>
                      <a:pt x="4450" y="1994"/>
                    </a:lnTo>
                    <a:lnTo>
                      <a:pt x="4513" y="1580"/>
                    </a:lnTo>
                    <a:lnTo>
                      <a:pt x="4550" y="1204"/>
                    </a:lnTo>
                    <a:lnTo>
                      <a:pt x="4563" y="866"/>
                    </a:lnTo>
                    <a:lnTo>
                      <a:pt x="4550" y="540"/>
                    </a:lnTo>
                    <a:lnTo>
                      <a:pt x="4525" y="252"/>
                    </a:lnTo>
                    <a:lnTo>
                      <a:pt x="446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6">
                <a:extLst>
                  <a:ext uri="{FF2B5EF4-FFF2-40B4-BE49-F238E27FC236}">
                    <a16:creationId xmlns:a16="http://schemas.microsoft.com/office/drawing/2014/main" id="{250F3AE4-5EA2-4404-A66F-ACBE407DE83A}"/>
                  </a:ext>
                </a:extLst>
              </p:cNvPr>
              <p:cNvSpPr/>
              <p:nvPr/>
            </p:nvSpPr>
            <p:spPr>
              <a:xfrm>
                <a:off x="3446657" y="2334529"/>
                <a:ext cx="57475" cy="17195"/>
              </a:xfrm>
              <a:custGeom>
                <a:avLst/>
                <a:gdLst/>
                <a:ahLst/>
                <a:cxnLst/>
                <a:rect l="l" t="t" r="r" b="b"/>
                <a:pathLst>
                  <a:path w="2557" h="765" extrusionOk="0">
                    <a:moveTo>
                      <a:pt x="1078" y="0"/>
                    </a:moveTo>
                    <a:lnTo>
                      <a:pt x="903" y="25"/>
                    </a:lnTo>
                    <a:lnTo>
                      <a:pt x="740" y="50"/>
                    </a:lnTo>
                    <a:lnTo>
                      <a:pt x="602" y="88"/>
                    </a:lnTo>
                    <a:lnTo>
                      <a:pt x="476" y="125"/>
                    </a:lnTo>
                    <a:lnTo>
                      <a:pt x="364" y="176"/>
                    </a:lnTo>
                    <a:lnTo>
                      <a:pt x="276" y="213"/>
                    </a:lnTo>
                    <a:lnTo>
                      <a:pt x="201" y="263"/>
                    </a:lnTo>
                    <a:lnTo>
                      <a:pt x="138" y="313"/>
                    </a:lnTo>
                    <a:lnTo>
                      <a:pt x="88" y="364"/>
                    </a:lnTo>
                    <a:lnTo>
                      <a:pt x="50" y="414"/>
                    </a:lnTo>
                    <a:lnTo>
                      <a:pt x="25" y="451"/>
                    </a:lnTo>
                    <a:lnTo>
                      <a:pt x="13" y="501"/>
                    </a:lnTo>
                    <a:lnTo>
                      <a:pt x="0" y="539"/>
                    </a:lnTo>
                    <a:lnTo>
                      <a:pt x="0" y="577"/>
                    </a:lnTo>
                    <a:lnTo>
                      <a:pt x="13" y="614"/>
                    </a:lnTo>
                    <a:lnTo>
                      <a:pt x="25" y="639"/>
                    </a:lnTo>
                    <a:lnTo>
                      <a:pt x="63" y="677"/>
                    </a:lnTo>
                    <a:lnTo>
                      <a:pt x="100" y="702"/>
                    </a:lnTo>
                    <a:lnTo>
                      <a:pt x="151" y="727"/>
                    </a:lnTo>
                    <a:lnTo>
                      <a:pt x="201" y="752"/>
                    </a:lnTo>
                    <a:lnTo>
                      <a:pt x="313" y="765"/>
                    </a:lnTo>
                    <a:lnTo>
                      <a:pt x="451" y="765"/>
                    </a:lnTo>
                    <a:lnTo>
                      <a:pt x="602" y="752"/>
                    </a:lnTo>
                    <a:lnTo>
                      <a:pt x="752" y="727"/>
                    </a:lnTo>
                    <a:lnTo>
                      <a:pt x="915" y="677"/>
                    </a:lnTo>
                    <a:lnTo>
                      <a:pt x="1066" y="614"/>
                    </a:lnTo>
                    <a:lnTo>
                      <a:pt x="1178" y="577"/>
                    </a:lnTo>
                    <a:lnTo>
                      <a:pt x="1291" y="552"/>
                    </a:lnTo>
                    <a:lnTo>
                      <a:pt x="1416" y="539"/>
                    </a:lnTo>
                    <a:lnTo>
                      <a:pt x="1542" y="539"/>
                    </a:lnTo>
                    <a:lnTo>
                      <a:pt x="1792" y="552"/>
                    </a:lnTo>
                    <a:lnTo>
                      <a:pt x="2031" y="589"/>
                    </a:lnTo>
                    <a:lnTo>
                      <a:pt x="2244" y="627"/>
                    </a:lnTo>
                    <a:lnTo>
                      <a:pt x="2419" y="652"/>
                    </a:lnTo>
                    <a:lnTo>
                      <a:pt x="2482" y="652"/>
                    </a:lnTo>
                    <a:lnTo>
                      <a:pt x="2519" y="639"/>
                    </a:lnTo>
                    <a:lnTo>
                      <a:pt x="2544" y="614"/>
                    </a:lnTo>
                    <a:lnTo>
                      <a:pt x="2557" y="577"/>
                    </a:lnTo>
                    <a:lnTo>
                      <a:pt x="2532" y="552"/>
                    </a:lnTo>
                    <a:lnTo>
                      <a:pt x="2469" y="476"/>
                    </a:lnTo>
                    <a:lnTo>
                      <a:pt x="2356" y="376"/>
                    </a:lnTo>
                    <a:lnTo>
                      <a:pt x="2194" y="263"/>
                    </a:lnTo>
                    <a:lnTo>
                      <a:pt x="2106" y="201"/>
                    </a:lnTo>
                    <a:lnTo>
                      <a:pt x="1993" y="151"/>
                    </a:lnTo>
                    <a:lnTo>
                      <a:pt x="1868" y="100"/>
                    </a:lnTo>
                    <a:lnTo>
                      <a:pt x="1742" y="50"/>
                    </a:lnTo>
                    <a:lnTo>
                      <a:pt x="1592" y="25"/>
                    </a:lnTo>
                    <a:lnTo>
                      <a:pt x="144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a:extLst>
                  <a:ext uri="{FF2B5EF4-FFF2-40B4-BE49-F238E27FC236}">
                    <a16:creationId xmlns:a16="http://schemas.microsoft.com/office/drawing/2014/main" id="{962D48DC-2FD6-5834-3BBA-CA4C9AB5CFD4}"/>
                  </a:ext>
                </a:extLst>
              </p:cNvPr>
              <p:cNvSpPr/>
              <p:nvPr/>
            </p:nvSpPr>
            <p:spPr>
              <a:xfrm>
                <a:off x="3331145" y="2337046"/>
                <a:ext cx="57497" cy="16656"/>
              </a:xfrm>
              <a:custGeom>
                <a:avLst/>
                <a:gdLst/>
                <a:ahLst/>
                <a:cxnLst/>
                <a:rect l="l" t="t" r="r" b="b"/>
                <a:pathLst>
                  <a:path w="2558" h="741" extrusionOk="0">
                    <a:moveTo>
                      <a:pt x="1266" y="1"/>
                    </a:moveTo>
                    <a:lnTo>
                      <a:pt x="1091" y="13"/>
                    </a:lnTo>
                    <a:lnTo>
                      <a:pt x="940" y="51"/>
                    </a:lnTo>
                    <a:lnTo>
                      <a:pt x="790" y="89"/>
                    </a:lnTo>
                    <a:lnTo>
                      <a:pt x="665" y="126"/>
                    </a:lnTo>
                    <a:lnTo>
                      <a:pt x="539" y="189"/>
                    </a:lnTo>
                    <a:lnTo>
                      <a:pt x="439" y="252"/>
                    </a:lnTo>
                    <a:lnTo>
                      <a:pt x="339" y="302"/>
                    </a:lnTo>
                    <a:lnTo>
                      <a:pt x="188" y="427"/>
                    </a:lnTo>
                    <a:lnTo>
                      <a:pt x="88" y="540"/>
                    </a:lnTo>
                    <a:lnTo>
                      <a:pt x="26" y="615"/>
                    </a:lnTo>
                    <a:lnTo>
                      <a:pt x="0" y="653"/>
                    </a:lnTo>
                    <a:lnTo>
                      <a:pt x="13" y="690"/>
                    </a:lnTo>
                    <a:lnTo>
                      <a:pt x="38" y="703"/>
                    </a:lnTo>
                    <a:lnTo>
                      <a:pt x="88" y="715"/>
                    </a:lnTo>
                    <a:lnTo>
                      <a:pt x="151" y="715"/>
                    </a:lnTo>
                    <a:lnTo>
                      <a:pt x="314" y="678"/>
                    </a:lnTo>
                    <a:lnTo>
                      <a:pt x="527" y="640"/>
                    </a:lnTo>
                    <a:lnTo>
                      <a:pt x="765" y="590"/>
                    </a:lnTo>
                    <a:lnTo>
                      <a:pt x="1016" y="552"/>
                    </a:lnTo>
                    <a:lnTo>
                      <a:pt x="1266" y="552"/>
                    </a:lnTo>
                    <a:lnTo>
                      <a:pt x="1379" y="577"/>
                    </a:lnTo>
                    <a:lnTo>
                      <a:pt x="1492" y="615"/>
                    </a:lnTo>
                    <a:lnTo>
                      <a:pt x="1655" y="665"/>
                    </a:lnTo>
                    <a:lnTo>
                      <a:pt x="1805" y="703"/>
                    </a:lnTo>
                    <a:lnTo>
                      <a:pt x="1956" y="728"/>
                    </a:lnTo>
                    <a:lnTo>
                      <a:pt x="2106" y="740"/>
                    </a:lnTo>
                    <a:lnTo>
                      <a:pt x="2244" y="728"/>
                    </a:lnTo>
                    <a:lnTo>
                      <a:pt x="2369" y="703"/>
                    </a:lnTo>
                    <a:lnTo>
                      <a:pt x="2419" y="690"/>
                    </a:lnTo>
                    <a:lnTo>
                      <a:pt x="2457" y="653"/>
                    </a:lnTo>
                    <a:lnTo>
                      <a:pt x="2495" y="628"/>
                    </a:lnTo>
                    <a:lnTo>
                      <a:pt x="2532" y="590"/>
                    </a:lnTo>
                    <a:lnTo>
                      <a:pt x="2545" y="565"/>
                    </a:lnTo>
                    <a:lnTo>
                      <a:pt x="2557" y="527"/>
                    </a:lnTo>
                    <a:lnTo>
                      <a:pt x="2557" y="490"/>
                    </a:lnTo>
                    <a:lnTo>
                      <a:pt x="2545" y="452"/>
                    </a:lnTo>
                    <a:lnTo>
                      <a:pt x="2520" y="402"/>
                    </a:lnTo>
                    <a:lnTo>
                      <a:pt x="2495" y="364"/>
                    </a:lnTo>
                    <a:lnTo>
                      <a:pt x="2457" y="314"/>
                    </a:lnTo>
                    <a:lnTo>
                      <a:pt x="2407" y="264"/>
                    </a:lnTo>
                    <a:lnTo>
                      <a:pt x="2344" y="227"/>
                    </a:lnTo>
                    <a:lnTo>
                      <a:pt x="2256" y="176"/>
                    </a:lnTo>
                    <a:lnTo>
                      <a:pt x="2169" y="139"/>
                    </a:lnTo>
                    <a:lnTo>
                      <a:pt x="2056" y="101"/>
                    </a:lnTo>
                    <a:lnTo>
                      <a:pt x="1931" y="64"/>
                    </a:lnTo>
                    <a:lnTo>
                      <a:pt x="1793" y="39"/>
                    </a:lnTo>
                    <a:lnTo>
                      <a:pt x="1630" y="13"/>
                    </a:lnTo>
                    <a:lnTo>
                      <a:pt x="144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6">
                <a:extLst>
                  <a:ext uri="{FF2B5EF4-FFF2-40B4-BE49-F238E27FC236}">
                    <a16:creationId xmlns:a16="http://schemas.microsoft.com/office/drawing/2014/main" id="{990D5AB2-ABBF-B67E-ED07-8059D5A736C7}"/>
                  </a:ext>
                </a:extLst>
              </p:cNvPr>
              <p:cNvSpPr/>
              <p:nvPr/>
            </p:nvSpPr>
            <p:spPr>
              <a:xfrm>
                <a:off x="3237054" y="2370020"/>
                <a:ext cx="64533" cy="83122"/>
              </a:xfrm>
              <a:custGeom>
                <a:avLst/>
                <a:gdLst/>
                <a:ahLst/>
                <a:cxnLst/>
                <a:rect l="l" t="t" r="r" b="b"/>
                <a:pathLst>
                  <a:path w="2871" h="3698" extrusionOk="0">
                    <a:moveTo>
                      <a:pt x="1504" y="0"/>
                    </a:moveTo>
                    <a:lnTo>
                      <a:pt x="1279" y="13"/>
                    </a:lnTo>
                    <a:lnTo>
                      <a:pt x="1066" y="38"/>
                    </a:lnTo>
                    <a:lnTo>
                      <a:pt x="953" y="63"/>
                    </a:lnTo>
                    <a:lnTo>
                      <a:pt x="840" y="101"/>
                    </a:lnTo>
                    <a:lnTo>
                      <a:pt x="740" y="138"/>
                    </a:lnTo>
                    <a:lnTo>
                      <a:pt x="639" y="188"/>
                    </a:lnTo>
                    <a:lnTo>
                      <a:pt x="539" y="251"/>
                    </a:lnTo>
                    <a:lnTo>
                      <a:pt x="451" y="326"/>
                    </a:lnTo>
                    <a:lnTo>
                      <a:pt x="364" y="401"/>
                    </a:lnTo>
                    <a:lnTo>
                      <a:pt x="289" y="502"/>
                    </a:lnTo>
                    <a:lnTo>
                      <a:pt x="226" y="602"/>
                    </a:lnTo>
                    <a:lnTo>
                      <a:pt x="163" y="727"/>
                    </a:lnTo>
                    <a:lnTo>
                      <a:pt x="113" y="853"/>
                    </a:lnTo>
                    <a:lnTo>
                      <a:pt x="63" y="1003"/>
                    </a:lnTo>
                    <a:lnTo>
                      <a:pt x="38" y="1166"/>
                    </a:lnTo>
                    <a:lnTo>
                      <a:pt x="13" y="1341"/>
                    </a:lnTo>
                    <a:lnTo>
                      <a:pt x="0" y="1705"/>
                    </a:lnTo>
                    <a:lnTo>
                      <a:pt x="13" y="1880"/>
                    </a:lnTo>
                    <a:lnTo>
                      <a:pt x="25" y="2043"/>
                    </a:lnTo>
                    <a:lnTo>
                      <a:pt x="38" y="2194"/>
                    </a:lnTo>
                    <a:lnTo>
                      <a:pt x="75" y="2344"/>
                    </a:lnTo>
                    <a:lnTo>
                      <a:pt x="101" y="2482"/>
                    </a:lnTo>
                    <a:lnTo>
                      <a:pt x="151" y="2620"/>
                    </a:lnTo>
                    <a:lnTo>
                      <a:pt x="188" y="2745"/>
                    </a:lnTo>
                    <a:lnTo>
                      <a:pt x="251" y="2858"/>
                    </a:lnTo>
                    <a:lnTo>
                      <a:pt x="314" y="2971"/>
                    </a:lnTo>
                    <a:lnTo>
                      <a:pt x="376" y="3084"/>
                    </a:lnTo>
                    <a:lnTo>
                      <a:pt x="451" y="3171"/>
                    </a:lnTo>
                    <a:lnTo>
                      <a:pt x="527" y="3259"/>
                    </a:lnTo>
                    <a:lnTo>
                      <a:pt x="614" y="3347"/>
                    </a:lnTo>
                    <a:lnTo>
                      <a:pt x="715" y="3409"/>
                    </a:lnTo>
                    <a:lnTo>
                      <a:pt x="802" y="3472"/>
                    </a:lnTo>
                    <a:lnTo>
                      <a:pt x="915" y="3535"/>
                    </a:lnTo>
                    <a:lnTo>
                      <a:pt x="1015" y="3585"/>
                    </a:lnTo>
                    <a:lnTo>
                      <a:pt x="1128" y="3623"/>
                    </a:lnTo>
                    <a:lnTo>
                      <a:pt x="1254" y="3648"/>
                    </a:lnTo>
                    <a:lnTo>
                      <a:pt x="1379" y="3673"/>
                    </a:lnTo>
                    <a:lnTo>
                      <a:pt x="1504" y="3685"/>
                    </a:lnTo>
                    <a:lnTo>
                      <a:pt x="1642" y="3698"/>
                    </a:lnTo>
                    <a:lnTo>
                      <a:pt x="1780" y="3698"/>
                    </a:lnTo>
                    <a:lnTo>
                      <a:pt x="1918" y="3685"/>
                    </a:lnTo>
                    <a:lnTo>
                      <a:pt x="2068" y="3673"/>
                    </a:lnTo>
                    <a:lnTo>
                      <a:pt x="2219" y="3635"/>
                    </a:lnTo>
                    <a:lnTo>
                      <a:pt x="2545" y="3560"/>
                    </a:lnTo>
                    <a:lnTo>
                      <a:pt x="2870" y="3447"/>
                    </a:lnTo>
                    <a:lnTo>
                      <a:pt x="2444" y="176"/>
                    </a:lnTo>
                    <a:lnTo>
                      <a:pt x="2344" y="138"/>
                    </a:lnTo>
                    <a:lnTo>
                      <a:pt x="2081" y="76"/>
                    </a:lnTo>
                    <a:lnTo>
                      <a:pt x="1905" y="50"/>
                    </a:lnTo>
                    <a:lnTo>
                      <a:pt x="1717" y="13"/>
                    </a:lnTo>
                    <a:lnTo>
                      <a:pt x="1504"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6">
                <a:extLst>
                  <a:ext uri="{FF2B5EF4-FFF2-40B4-BE49-F238E27FC236}">
                    <a16:creationId xmlns:a16="http://schemas.microsoft.com/office/drawing/2014/main" id="{45089CAB-D2BE-1346-F131-FCED20203665}"/>
                  </a:ext>
                </a:extLst>
              </p:cNvPr>
              <p:cNvSpPr/>
              <p:nvPr/>
            </p:nvSpPr>
            <p:spPr>
              <a:xfrm>
                <a:off x="3382416" y="2374516"/>
                <a:ext cx="18049" cy="32705"/>
              </a:xfrm>
              <a:custGeom>
                <a:avLst/>
                <a:gdLst/>
                <a:ahLst/>
                <a:cxnLst/>
                <a:rect l="l" t="t" r="r" b="b"/>
                <a:pathLst>
                  <a:path w="803" h="1455" extrusionOk="0">
                    <a:moveTo>
                      <a:pt x="351" y="1"/>
                    </a:moveTo>
                    <a:lnTo>
                      <a:pt x="276" y="26"/>
                    </a:lnTo>
                    <a:lnTo>
                      <a:pt x="201" y="76"/>
                    </a:lnTo>
                    <a:lnTo>
                      <a:pt x="138" y="139"/>
                    </a:lnTo>
                    <a:lnTo>
                      <a:pt x="88" y="239"/>
                    </a:lnTo>
                    <a:lnTo>
                      <a:pt x="51" y="352"/>
                    </a:lnTo>
                    <a:lnTo>
                      <a:pt x="13" y="477"/>
                    </a:lnTo>
                    <a:lnTo>
                      <a:pt x="1" y="615"/>
                    </a:lnTo>
                    <a:lnTo>
                      <a:pt x="1" y="753"/>
                    </a:lnTo>
                    <a:lnTo>
                      <a:pt x="26" y="903"/>
                    </a:lnTo>
                    <a:lnTo>
                      <a:pt x="51" y="1041"/>
                    </a:lnTo>
                    <a:lnTo>
                      <a:pt x="101" y="1166"/>
                    </a:lnTo>
                    <a:lnTo>
                      <a:pt x="151" y="1267"/>
                    </a:lnTo>
                    <a:lnTo>
                      <a:pt x="226" y="1354"/>
                    </a:lnTo>
                    <a:lnTo>
                      <a:pt x="289" y="1417"/>
                    </a:lnTo>
                    <a:lnTo>
                      <a:pt x="377" y="1455"/>
                    </a:lnTo>
                    <a:lnTo>
                      <a:pt x="452" y="1455"/>
                    </a:lnTo>
                    <a:lnTo>
                      <a:pt x="527" y="1442"/>
                    </a:lnTo>
                    <a:lnTo>
                      <a:pt x="602" y="1392"/>
                    </a:lnTo>
                    <a:lnTo>
                      <a:pt x="665" y="1317"/>
                    </a:lnTo>
                    <a:lnTo>
                      <a:pt x="715" y="1229"/>
                    </a:lnTo>
                    <a:lnTo>
                      <a:pt x="765" y="1116"/>
                    </a:lnTo>
                    <a:lnTo>
                      <a:pt x="790" y="991"/>
                    </a:lnTo>
                    <a:lnTo>
                      <a:pt x="803" y="853"/>
                    </a:lnTo>
                    <a:lnTo>
                      <a:pt x="803" y="703"/>
                    </a:lnTo>
                    <a:lnTo>
                      <a:pt x="778" y="552"/>
                    </a:lnTo>
                    <a:lnTo>
                      <a:pt x="753" y="427"/>
                    </a:lnTo>
                    <a:lnTo>
                      <a:pt x="702" y="302"/>
                    </a:lnTo>
                    <a:lnTo>
                      <a:pt x="652" y="201"/>
                    </a:lnTo>
                    <a:lnTo>
                      <a:pt x="577" y="114"/>
                    </a:lnTo>
                    <a:lnTo>
                      <a:pt x="514" y="51"/>
                    </a:lnTo>
                    <a:lnTo>
                      <a:pt x="439" y="13"/>
                    </a:lnTo>
                    <a:lnTo>
                      <a:pt x="3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a:extLst>
                  <a:ext uri="{FF2B5EF4-FFF2-40B4-BE49-F238E27FC236}">
                    <a16:creationId xmlns:a16="http://schemas.microsoft.com/office/drawing/2014/main" id="{51184F73-3A89-0D41-384C-C24AF49E2A4C}"/>
                  </a:ext>
                </a:extLst>
              </p:cNvPr>
              <p:cNvSpPr/>
              <p:nvPr/>
            </p:nvSpPr>
            <p:spPr>
              <a:xfrm>
                <a:off x="3465246" y="2369166"/>
                <a:ext cx="17757" cy="32705"/>
              </a:xfrm>
              <a:custGeom>
                <a:avLst/>
                <a:gdLst/>
                <a:ahLst/>
                <a:cxnLst/>
                <a:rect l="l" t="t" r="r" b="b"/>
                <a:pathLst>
                  <a:path w="790" h="1455" extrusionOk="0">
                    <a:moveTo>
                      <a:pt x="351" y="1"/>
                    </a:moveTo>
                    <a:lnTo>
                      <a:pt x="276" y="13"/>
                    </a:lnTo>
                    <a:lnTo>
                      <a:pt x="201" y="63"/>
                    </a:lnTo>
                    <a:lnTo>
                      <a:pt x="138" y="139"/>
                    </a:lnTo>
                    <a:lnTo>
                      <a:pt x="88" y="226"/>
                    </a:lnTo>
                    <a:lnTo>
                      <a:pt x="38" y="339"/>
                    </a:lnTo>
                    <a:lnTo>
                      <a:pt x="13" y="464"/>
                    </a:lnTo>
                    <a:lnTo>
                      <a:pt x="0" y="602"/>
                    </a:lnTo>
                    <a:lnTo>
                      <a:pt x="0" y="753"/>
                    </a:lnTo>
                    <a:lnTo>
                      <a:pt x="13" y="903"/>
                    </a:lnTo>
                    <a:lnTo>
                      <a:pt x="51" y="1028"/>
                    </a:lnTo>
                    <a:lnTo>
                      <a:pt x="88" y="1154"/>
                    </a:lnTo>
                    <a:lnTo>
                      <a:pt x="151" y="1254"/>
                    </a:lnTo>
                    <a:lnTo>
                      <a:pt x="213" y="1342"/>
                    </a:lnTo>
                    <a:lnTo>
                      <a:pt x="289" y="1404"/>
                    </a:lnTo>
                    <a:lnTo>
                      <a:pt x="364" y="1442"/>
                    </a:lnTo>
                    <a:lnTo>
                      <a:pt x="439" y="1455"/>
                    </a:lnTo>
                    <a:lnTo>
                      <a:pt x="527" y="1430"/>
                    </a:lnTo>
                    <a:lnTo>
                      <a:pt x="589" y="1392"/>
                    </a:lnTo>
                    <a:lnTo>
                      <a:pt x="652" y="1317"/>
                    </a:lnTo>
                    <a:lnTo>
                      <a:pt x="715" y="1229"/>
                    </a:lnTo>
                    <a:lnTo>
                      <a:pt x="752" y="1116"/>
                    </a:lnTo>
                    <a:lnTo>
                      <a:pt x="777" y="991"/>
                    </a:lnTo>
                    <a:lnTo>
                      <a:pt x="790" y="853"/>
                    </a:lnTo>
                    <a:lnTo>
                      <a:pt x="790" y="703"/>
                    </a:lnTo>
                    <a:lnTo>
                      <a:pt x="777" y="552"/>
                    </a:lnTo>
                    <a:lnTo>
                      <a:pt x="740" y="414"/>
                    </a:lnTo>
                    <a:lnTo>
                      <a:pt x="702" y="302"/>
                    </a:lnTo>
                    <a:lnTo>
                      <a:pt x="640" y="189"/>
                    </a:lnTo>
                    <a:lnTo>
                      <a:pt x="577" y="114"/>
                    </a:lnTo>
                    <a:lnTo>
                      <a:pt x="514" y="51"/>
                    </a:lnTo>
                    <a:lnTo>
                      <a:pt x="427" y="13"/>
                    </a:lnTo>
                    <a:lnTo>
                      <a:pt x="3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a:extLst>
                  <a:ext uri="{FF2B5EF4-FFF2-40B4-BE49-F238E27FC236}">
                    <a16:creationId xmlns:a16="http://schemas.microsoft.com/office/drawing/2014/main" id="{71A26264-170F-25EC-4974-6692BB082579}"/>
                  </a:ext>
                </a:extLst>
              </p:cNvPr>
              <p:cNvSpPr/>
              <p:nvPr/>
            </p:nvSpPr>
            <p:spPr>
              <a:xfrm>
                <a:off x="3397341" y="4419227"/>
                <a:ext cx="347952" cy="312729"/>
              </a:xfrm>
              <a:custGeom>
                <a:avLst/>
                <a:gdLst/>
                <a:ahLst/>
                <a:cxnLst/>
                <a:rect l="l" t="t" r="r" b="b"/>
                <a:pathLst>
                  <a:path w="15480" h="13913" extrusionOk="0">
                    <a:moveTo>
                      <a:pt x="4688" y="1"/>
                    </a:moveTo>
                    <a:lnTo>
                      <a:pt x="3046" y="3836"/>
                    </a:lnTo>
                    <a:lnTo>
                      <a:pt x="1793" y="6756"/>
                    </a:lnTo>
                    <a:lnTo>
                      <a:pt x="1304" y="7935"/>
                    </a:lnTo>
                    <a:lnTo>
                      <a:pt x="978" y="8724"/>
                    </a:lnTo>
                    <a:lnTo>
                      <a:pt x="878" y="9012"/>
                    </a:lnTo>
                    <a:lnTo>
                      <a:pt x="790" y="9338"/>
                    </a:lnTo>
                    <a:lnTo>
                      <a:pt x="690" y="9702"/>
                    </a:lnTo>
                    <a:lnTo>
                      <a:pt x="602" y="10090"/>
                    </a:lnTo>
                    <a:lnTo>
                      <a:pt x="439" y="10892"/>
                    </a:lnTo>
                    <a:lnTo>
                      <a:pt x="289" y="11707"/>
                    </a:lnTo>
                    <a:lnTo>
                      <a:pt x="164" y="12447"/>
                    </a:lnTo>
                    <a:lnTo>
                      <a:pt x="76" y="13061"/>
                    </a:lnTo>
                    <a:lnTo>
                      <a:pt x="1" y="13625"/>
                    </a:lnTo>
                    <a:lnTo>
                      <a:pt x="1430" y="13625"/>
                    </a:lnTo>
                    <a:lnTo>
                      <a:pt x="2808" y="10354"/>
                    </a:lnTo>
                    <a:lnTo>
                      <a:pt x="2934" y="10780"/>
                    </a:lnTo>
                    <a:lnTo>
                      <a:pt x="3084" y="11218"/>
                    </a:lnTo>
                    <a:lnTo>
                      <a:pt x="3272" y="11745"/>
                    </a:lnTo>
                    <a:lnTo>
                      <a:pt x="3473" y="12309"/>
                    </a:lnTo>
                    <a:lnTo>
                      <a:pt x="3698" y="12848"/>
                    </a:lnTo>
                    <a:lnTo>
                      <a:pt x="3811" y="13086"/>
                    </a:lnTo>
                    <a:lnTo>
                      <a:pt x="3924" y="13299"/>
                    </a:lnTo>
                    <a:lnTo>
                      <a:pt x="4037" y="13487"/>
                    </a:lnTo>
                    <a:lnTo>
                      <a:pt x="4137" y="13625"/>
                    </a:lnTo>
                    <a:lnTo>
                      <a:pt x="4174" y="13662"/>
                    </a:lnTo>
                    <a:lnTo>
                      <a:pt x="4225" y="13687"/>
                    </a:lnTo>
                    <a:lnTo>
                      <a:pt x="4362" y="13738"/>
                    </a:lnTo>
                    <a:lnTo>
                      <a:pt x="4550" y="13775"/>
                    </a:lnTo>
                    <a:lnTo>
                      <a:pt x="4789" y="13813"/>
                    </a:lnTo>
                    <a:lnTo>
                      <a:pt x="5064" y="13850"/>
                    </a:lnTo>
                    <a:lnTo>
                      <a:pt x="5390" y="13875"/>
                    </a:lnTo>
                    <a:lnTo>
                      <a:pt x="6142" y="13900"/>
                    </a:lnTo>
                    <a:lnTo>
                      <a:pt x="7007" y="13913"/>
                    </a:lnTo>
                    <a:lnTo>
                      <a:pt x="7972" y="13913"/>
                    </a:lnTo>
                    <a:lnTo>
                      <a:pt x="8975" y="13900"/>
                    </a:lnTo>
                    <a:lnTo>
                      <a:pt x="10015" y="13875"/>
                    </a:lnTo>
                    <a:lnTo>
                      <a:pt x="12033" y="13800"/>
                    </a:lnTo>
                    <a:lnTo>
                      <a:pt x="13788" y="13725"/>
                    </a:lnTo>
                    <a:lnTo>
                      <a:pt x="15480" y="13625"/>
                    </a:lnTo>
                    <a:lnTo>
                      <a:pt x="15442" y="13499"/>
                    </a:lnTo>
                    <a:lnTo>
                      <a:pt x="15354" y="13148"/>
                    </a:lnTo>
                    <a:lnTo>
                      <a:pt x="15216" y="12647"/>
                    </a:lnTo>
                    <a:lnTo>
                      <a:pt x="15016" y="12033"/>
                    </a:lnTo>
                    <a:lnTo>
                      <a:pt x="14891" y="11707"/>
                    </a:lnTo>
                    <a:lnTo>
                      <a:pt x="14765" y="11381"/>
                    </a:lnTo>
                    <a:lnTo>
                      <a:pt x="14627" y="11043"/>
                    </a:lnTo>
                    <a:lnTo>
                      <a:pt x="14464" y="10730"/>
                    </a:lnTo>
                    <a:lnTo>
                      <a:pt x="14301" y="10429"/>
                    </a:lnTo>
                    <a:lnTo>
                      <a:pt x="14126" y="10153"/>
                    </a:lnTo>
                    <a:lnTo>
                      <a:pt x="14026" y="10028"/>
                    </a:lnTo>
                    <a:lnTo>
                      <a:pt x="13938" y="9902"/>
                    </a:lnTo>
                    <a:lnTo>
                      <a:pt x="13838" y="9802"/>
                    </a:lnTo>
                    <a:lnTo>
                      <a:pt x="13737" y="9702"/>
                    </a:lnTo>
                    <a:lnTo>
                      <a:pt x="13625" y="9614"/>
                    </a:lnTo>
                    <a:lnTo>
                      <a:pt x="13499" y="9526"/>
                    </a:lnTo>
                    <a:lnTo>
                      <a:pt x="13349" y="9426"/>
                    </a:lnTo>
                    <a:lnTo>
                      <a:pt x="13199" y="9351"/>
                    </a:lnTo>
                    <a:lnTo>
                      <a:pt x="12848" y="9175"/>
                    </a:lnTo>
                    <a:lnTo>
                      <a:pt x="12459" y="9012"/>
                    </a:lnTo>
                    <a:lnTo>
                      <a:pt x="12033" y="8862"/>
                    </a:lnTo>
                    <a:lnTo>
                      <a:pt x="11594" y="8724"/>
                    </a:lnTo>
                    <a:lnTo>
                      <a:pt x="11156" y="8586"/>
                    </a:lnTo>
                    <a:lnTo>
                      <a:pt x="10704" y="8461"/>
                    </a:lnTo>
                    <a:lnTo>
                      <a:pt x="9877" y="8248"/>
                    </a:lnTo>
                    <a:lnTo>
                      <a:pt x="9163" y="8098"/>
                    </a:lnTo>
                    <a:lnTo>
                      <a:pt x="8498" y="7960"/>
                    </a:lnTo>
                    <a:lnTo>
                      <a:pt x="10541" y="1405"/>
                    </a:lnTo>
                    <a:lnTo>
                      <a:pt x="46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6">
                <a:extLst>
                  <a:ext uri="{FF2B5EF4-FFF2-40B4-BE49-F238E27FC236}">
                    <a16:creationId xmlns:a16="http://schemas.microsoft.com/office/drawing/2014/main" id="{6D3F4E62-FF68-B7EC-D442-29ADBE17CF94}"/>
                  </a:ext>
                </a:extLst>
              </p:cNvPr>
              <p:cNvSpPr/>
              <p:nvPr/>
            </p:nvSpPr>
            <p:spPr>
              <a:xfrm>
                <a:off x="3501030" y="2620757"/>
                <a:ext cx="243139" cy="575289"/>
              </a:xfrm>
              <a:custGeom>
                <a:avLst/>
                <a:gdLst/>
                <a:ahLst/>
                <a:cxnLst/>
                <a:rect l="l" t="t" r="r" b="b"/>
                <a:pathLst>
                  <a:path w="10817" h="25594" extrusionOk="0">
                    <a:moveTo>
                      <a:pt x="1855" y="0"/>
                    </a:moveTo>
                    <a:lnTo>
                      <a:pt x="0" y="1680"/>
                    </a:lnTo>
                    <a:lnTo>
                      <a:pt x="138" y="2695"/>
                    </a:lnTo>
                    <a:lnTo>
                      <a:pt x="313" y="3860"/>
                    </a:lnTo>
                    <a:lnTo>
                      <a:pt x="552" y="5364"/>
                    </a:lnTo>
                    <a:lnTo>
                      <a:pt x="865" y="7157"/>
                    </a:lnTo>
                    <a:lnTo>
                      <a:pt x="1040" y="8134"/>
                    </a:lnTo>
                    <a:lnTo>
                      <a:pt x="1241" y="9149"/>
                    </a:lnTo>
                    <a:lnTo>
                      <a:pt x="1454" y="10202"/>
                    </a:lnTo>
                    <a:lnTo>
                      <a:pt x="1692" y="11293"/>
                    </a:lnTo>
                    <a:lnTo>
                      <a:pt x="1930" y="12383"/>
                    </a:lnTo>
                    <a:lnTo>
                      <a:pt x="2193" y="13498"/>
                    </a:lnTo>
                    <a:lnTo>
                      <a:pt x="2482" y="14601"/>
                    </a:lnTo>
                    <a:lnTo>
                      <a:pt x="2783" y="15717"/>
                    </a:lnTo>
                    <a:lnTo>
                      <a:pt x="3096" y="16795"/>
                    </a:lnTo>
                    <a:lnTo>
                      <a:pt x="3422" y="17860"/>
                    </a:lnTo>
                    <a:lnTo>
                      <a:pt x="3773" y="18888"/>
                    </a:lnTo>
                    <a:lnTo>
                      <a:pt x="3948" y="19389"/>
                    </a:lnTo>
                    <a:lnTo>
                      <a:pt x="4136" y="19878"/>
                    </a:lnTo>
                    <a:lnTo>
                      <a:pt x="4324" y="20354"/>
                    </a:lnTo>
                    <a:lnTo>
                      <a:pt x="4512" y="20818"/>
                    </a:lnTo>
                    <a:lnTo>
                      <a:pt x="4713" y="21269"/>
                    </a:lnTo>
                    <a:lnTo>
                      <a:pt x="4913" y="21695"/>
                    </a:lnTo>
                    <a:lnTo>
                      <a:pt x="5114" y="22109"/>
                    </a:lnTo>
                    <a:lnTo>
                      <a:pt x="5327" y="22510"/>
                    </a:lnTo>
                    <a:lnTo>
                      <a:pt x="5540" y="22886"/>
                    </a:lnTo>
                    <a:lnTo>
                      <a:pt x="5753" y="23237"/>
                    </a:lnTo>
                    <a:lnTo>
                      <a:pt x="5979" y="23575"/>
                    </a:lnTo>
                    <a:lnTo>
                      <a:pt x="6204" y="23889"/>
                    </a:lnTo>
                    <a:lnTo>
                      <a:pt x="6430" y="24189"/>
                    </a:lnTo>
                    <a:lnTo>
                      <a:pt x="6668" y="24453"/>
                    </a:lnTo>
                    <a:lnTo>
                      <a:pt x="6906" y="24691"/>
                    </a:lnTo>
                    <a:lnTo>
                      <a:pt x="7144" y="24916"/>
                    </a:lnTo>
                    <a:lnTo>
                      <a:pt x="7382" y="25092"/>
                    </a:lnTo>
                    <a:lnTo>
                      <a:pt x="7633" y="25255"/>
                    </a:lnTo>
                    <a:lnTo>
                      <a:pt x="7896" y="25393"/>
                    </a:lnTo>
                    <a:lnTo>
                      <a:pt x="8022" y="25443"/>
                    </a:lnTo>
                    <a:lnTo>
                      <a:pt x="8147" y="25480"/>
                    </a:lnTo>
                    <a:lnTo>
                      <a:pt x="8272" y="25518"/>
                    </a:lnTo>
                    <a:lnTo>
                      <a:pt x="8410" y="25556"/>
                    </a:lnTo>
                    <a:lnTo>
                      <a:pt x="8535" y="25568"/>
                    </a:lnTo>
                    <a:lnTo>
                      <a:pt x="8673" y="25593"/>
                    </a:lnTo>
                    <a:lnTo>
                      <a:pt x="8836" y="25543"/>
                    </a:lnTo>
                    <a:lnTo>
                      <a:pt x="9024" y="25480"/>
                    </a:lnTo>
                    <a:lnTo>
                      <a:pt x="9250" y="25380"/>
                    </a:lnTo>
                    <a:lnTo>
                      <a:pt x="9388" y="25317"/>
                    </a:lnTo>
                    <a:lnTo>
                      <a:pt x="9513" y="25242"/>
                    </a:lnTo>
                    <a:lnTo>
                      <a:pt x="9651" y="25167"/>
                    </a:lnTo>
                    <a:lnTo>
                      <a:pt x="9789" y="25067"/>
                    </a:lnTo>
                    <a:lnTo>
                      <a:pt x="9927" y="24954"/>
                    </a:lnTo>
                    <a:lnTo>
                      <a:pt x="10064" y="24829"/>
                    </a:lnTo>
                    <a:lnTo>
                      <a:pt x="10190" y="24691"/>
                    </a:lnTo>
                    <a:lnTo>
                      <a:pt x="10315" y="24528"/>
                    </a:lnTo>
                    <a:lnTo>
                      <a:pt x="10428" y="24365"/>
                    </a:lnTo>
                    <a:lnTo>
                      <a:pt x="10528" y="24177"/>
                    </a:lnTo>
                    <a:lnTo>
                      <a:pt x="10616" y="23976"/>
                    </a:lnTo>
                    <a:lnTo>
                      <a:pt x="10691" y="23751"/>
                    </a:lnTo>
                    <a:lnTo>
                      <a:pt x="10754" y="23513"/>
                    </a:lnTo>
                    <a:lnTo>
                      <a:pt x="10791" y="23249"/>
                    </a:lnTo>
                    <a:lnTo>
                      <a:pt x="10816" y="22974"/>
                    </a:lnTo>
                    <a:lnTo>
                      <a:pt x="10816" y="22673"/>
                    </a:lnTo>
                    <a:lnTo>
                      <a:pt x="10791" y="22347"/>
                    </a:lnTo>
                    <a:lnTo>
                      <a:pt x="10729" y="22009"/>
                    </a:lnTo>
                    <a:lnTo>
                      <a:pt x="10654" y="21645"/>
                    </a:lnTo>
                    <a:lnTo>
                      <a:pt x="10541" y="21244"/>
                    </a:lnTo>
                    <a:lnTo>
                      <a:pt x="10390" y="20830"/>
                    </a:lnTo>
                    <a:lnTo>
                      <a:pt x="10202" y="20392"/>
                    </a:lnTo>
                    <a:lnTo>
                      <a:pt x="9989" y="19928"/>
                    </a:lnTo>
                    <a:lnTo>
                      <a:pt x="9739" y="19439"/>
                    </a:lnTo>
                    <a:lnTo>
                      <a:pt x="9601" y="19176"/>
                    </a:lnTo>
                    <a:lnTo>
                      <a:pt x="9438" y="18838"/>
                    </a:lnTo>
                    <a:lnTo>
                      <a:pt x="9037" y="17948"/>
                    </a:lnTo>
                    <a:lnTo>
                      <a:pt x="8548" y="16795"/>
                    </a:lnTo>
                    <a:lnTo>
                      <a:pt x="7971" y="15441"/>
                    </a:lnTo>
                    <a:lnTo>
                      <a:pt x="7357" y="13912"/>
                    </a:lnTo>
                    <a:lnTo>
                      <a:pt x="6693" y="12283"/>
                    </a:lnTo>
                    <a:lnTo>
                      <a:pt x="5327" y="8861"/>
                    </a:lnTo>
                    <a:lnTo>
                      <a:pt x="4011" y="5540"/>
                    </a:lnTo>
                    <a:lnTo>
                      <a:pt x="2908" y="2707"/>
                    </a:lnTo>
                    <a:lnTo>
                      <a:pt x="1855"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a:extLst>
                  <a:ext uri="{FF2B5EF4-FFF2-40B4-BE49-F238E27FC236}">
                    <a16:creationId xmlns:a16="http://schemas.microsoft.com/office/drawing/2014/main" id="{BE044E2C-B6D2-4D7F-ACA6-BEACBBF0B364}"/>
                  </a:ext>
                </a:extLst>
              </p:cNvPr>
              <p:cNvSpPr/>
              <p:nvPr/>
            </p:nvSpPr>
            <p:spPr>
              <a:xfrm>
                <a:off x="3380168" y="2553707"/>
                <a:ext cx="162580" cy="105105"/>
              </a:xfrm>
              <a:custGeom>
                <a:avLst/>
                <a:gdLst/>
                <a:ahLst/>
                <a:cxnLst/>
                <a:rect l="l" t="t" r="r" b="b"/>
                <a:pathLst>
                  <a:path w="7233" h="4676" extrusionOk="0">
                    <a:moveTo>
                      <a:pt x="3560" y="0"/>
                    </a:moveTo>
                    <a:lnTo>
                      <a:pt x="3271" y="13"/>
                    </a:lnTo>
                    <a:lnTo>
                      <a:pt x="2958" y="38"/>
                    </a:lnTo>
                    <a:lnTo>
                      <a:pt x="2620" y="63"/>
                    </a:lnTo>
                    <a:lnTo>
                      <a:pt x="2269" y="113"/>
                    </a:lnTo>
                    <a:lnTo>
                      <a:pt x="1905" y="163"/>
                    </a:lnTo>
                    <a:lnTo>
                      <a:pt x="1229" y="288"/>
                    </a:lnTo>
                    <a:lnTo>
                      <a:pt x="915" y="351"/>
                    </a:lnTo>
                    <a:lnTo>
                      <a:pt x="639" y="414"/>
                    </a:lnTo>
                    <a:lnTo>
                      <a:pt x="401" y="489"/>
                    </a:lnTo>
                    <a:lnTo>
                      <a:pt x="213" y="552"/>
                    </a:lnTo>
                    <a:lnTo>
                      <a:pt x="88" y="614"/>
                    </a:lnTo>
                    <a:lnTo>
                      <a:pt x="38" y="652"/>
                    </a:lnTo>
                    <a:lnTo>
                      <a:pt x="13" y="677"/>
                    </a:lnTo>
                    <a:lnTo>
                      <a:pt x="0" y="740"/>
                    </a:lnTo>
                    <a:lnTo>
                      <a:pt x="13" y="802"/>
                    </a:lnTo>
                    <a:lnTo>
                      <a:pt x="38" y="865"/>
                    </a:lnTo>
                    <a:lnTo>
                      <a:pt x="75" y="928"/>
                    </a:lnTo>
                    <a:lnTo>
                      <a:pt x="138" y="990"/>
                    </a:lnTo>
                    <a:lnTo>
                      <a:pt x="201" y="1053"/>
                    </a:lnTo>
                    <a:lnTo>
                      <a:pt x="364" y="1166"/>
                    </a:lnTo>
                    <a:lnTo>
                      <a:pt x="527" y="1266"/>
                    </a:lnTo>
                    <a:lnTo>
                      <a:pt x="677" y="1341"/>
                    </a:lnTo>
                    <a:lnTo>
                      <a:pt x="827" y="1416"/>
                    </a:lnTo>
                    <a:lnTo>
                      <a:pt x="752" y="1492"/>
                    </a:lnTo>
                    <a:lnTo>
                      <a:pt x="690" y="1567"/>
                    </a:lnTo>
                    <a:lnTo>
                      <a:pt x="614" y="1667"/>
                    </a:lnTo>
                    <a:lnTo>
                      <a:pt x="564" y="1780"/>
                    </a:lnTo>
                    <a:lnTo>
                      <a:pt x="539" y="1830"/>
                    </a:lnTo>
                    <a:lnTo>
                      <a:pt x="527" y="1893"/>
                    </a:lnTo>
                    <a:lnTo>
                      <a:pt x="527" y="1943"/>
                    </a:lnTo>
                    <a:lnTo>
                      <a:pt x="539" y="1993"/>
                    </a:lnTo>
                    <a:lnTo>
                      <a:pt x="564" y="2031"/>
                    </a:lnTo>
                    <a:lnTo>
                      <a:pt x="602" y="2081"/>
                    </a:lnTo>
                    <a:lnTo>
                      <a:pt x="702" y="2143"/>
                    </a:lnTo>
                    <a:lnTo>
                      <a:pt x="802" y="2193"/>
                    </a:lnTo>
                    <a:lnTo>
                      <a:pt x="915" y="2231"/>
                    </a:lnTo>
                    <a:lnTo>
                      <a:pt x="1028" y="2256"/>
                    </a:lnTo>
                    <a:lnTo>
                      <a:pt x="1203" y="2281"/>
                    </a:lnTo>
                    <a:lnTo>
                      <a:pt x="1266" y="2281"/>
                    </a:lnTo>
                    <a:lnTo>
                      <a:pt x="1141" y="2344"/>
                    </a:lnTo>
                    <a:lnTo>
                      <a:pt x="1015" y="2419"/>
                    </a:lnTo>
                    <a:lnTo>
                      <a:pt x="890" y="2507"/>
                    </a:lnTo>
                    <a:lnTo>
                      <a:pt x="765" y="2595"/>
                    </a:lnTo>
                    <a:lnTo>
                      <a:pt x="715" y="2657"/>
                    </a:lnTo>
                    <a:lnTo>
                      <a:pt x="677" y="2707"/>
                    </a:lnTo>
                    <a:lnTo>
                      <a:pt x="652" y="2757"/>
                    </a:lnTo>
                    <a:lnTo>
                      <a:pt x="652" y="2808"/>
                    </a:lnTo>
                    <a:lnTo>
                      <a:pt x="665" y="2858"/>
                    </a:lnTo>
                    <a:lnTo>
                      <a:pt x="702" y="2908"/>
                    </a:lnTo>
                    <a:lnTo>
                      <a:pt x="765" y="2945"/>
                    </a:lnTo>
                    <a:lnTo>
                      <a:pt x="840" y="2983"/>
                    </a:lnTo>
                    <a:lnTo>
                      <a:pt x="928" y="2996"/>
                    </a:lnTo>
                    <a:lnTo>
                      <a:pt x="1153" y="2996"/>
                    </a:lnTo>
                    <a:lnTo>
                      <a:pt x="1279" y="2983"/>
                    </a:lnTo>
                    <a:lnTo>
                      <a:pt x="1529" y="2933"/>
                    </a:lnTo>
                    <a:lnTo>
                      <a:pt x="1780" y="2883"/>
                    </a:lnTo>
                    <a:lnTo>
                      <a:pt x="1981" y="2833"/>
                    </a:lnTo>
                    <a:lnTo>
                      <a:pt x="2169" y="2770"/>
                    </a:lnTo>
                    <a:lnTo>
                      <a:pt x="2244" y="2858"/>
                    </a:lnTo>
                    <a:lnTo>
                      <a:pt x="2457" y="3083"/>
                    </a:lnTo>
                    <a:lnTo>
                      <a:pt x="2795" y="3397"/>
                    </a:lnTo>
                    <a:lnTo>
                      <a:pt x="2983" y="3572"/>
                    </a:lnTo>
                    <a:lnTo>
                      <a:pt x="3209" y="3760"/>
                    </a:lnTo>
                    <a:lnTo>
                      <a:pt x="3447" y="3936"/>
                    </a:lnTo>
                    <a:lnTo>
                      <a:pt x="3698" y="4111"/>
                    </a:lnTo>
                    <a:lnTo>
                      <a:pt x="3973" y="4274"/>
                    </a:lnTo>
                    <a:lnTo>
                      <a:pt x="4249" y="4412"/>
                    </a:lnTo>
                    <a:lnTo>
                      <a:pt x="4525" y="4537"/>
                    </a:lnTo>
                    <a:lnTo>
                      <a:pt x="4663" y="4575"/>
                    </a:lnTo>
                    <a:lnTo>
                      <a:pt x="4813" y="4612"/>
                    </a:lnTo>
                    <a:lnTo>
                      <a:pt x="4951" y="4650"/>
                    </a:lnTo>
                    <a:lnTo>
                      <a:pt x="5101" y="4663"/>
                    </a:lnTo>
                    <a:lnTo>
                      <a:pt x="5239" y="4675"/>
                    </a:lnTo>
                    <a:lnTo>
                      <a:pt x="5377" y="4663"/>
                    </a:lnTo>
                    <a:lnTo>
                      <a:pt x="7232" y="2983"/>
                    </a:lnTo>
                    <a:lnTo>
                      <a:pt x="6906" y="2582"/>
                    </a:lnTo>
                    <a:lnTo>
                      <a:pt x="6555" y="2168"/>
                    </a:lnTo>
                    <a:lnTo>
                      <a:pt x="6117" y="1680"/>
                    </a:lnTo>
                    <a:lnTo>
                      <a:pt x="5866" y="1429"/>
                    </a:lnTo>
                    <a:lnTo>
                      <a:pt x="5615" y="1178"/>
                    </a:lnTo>
                    <a:lnTo>
                      <a:pt x="5365" y="928"/>
                    </a:lnTo>
                    <a:lnTo>
                      <a:pt x="5114" y="702"/>
                    </a:lnTo>
                    <a:lnTo>
                      <a:pt x="4863" y="501"/>
                    </a:lnTo>
                    <a:lnTo>
                      <a:pt x="4625" y="313"/>
                    </a:lnTo>
                    <a:lnTo>
                      <a:pt x="4387" y="176"/>
                    </a:lnTo>
                    <a:lnTo>
                      <a:pt x="4274" y="113"/>
                    </a:lnTo>
                    <a:lnTo>
                      <a:pt x="4174" y="63"/>
                    </a:lnTo>
                    <a:lnTo>
                      <a:pt x="4111" y="50"/>
                    </a:lnTo>
                    <a:lnTo>
                      <a:pt x="4024" y="25"/>
                    </a:lnTo>
                    <a:lnTo>
                      <a:pt x="3810" y="13"/>
                    </a:lnTo>
                    <a:lnTo>
                      <a:pt x="3560"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a:extLst>
                  <a:ext uri="{FF2B5EF4-FFF2-40B4-BE49-F238E27FC236}">
                    <a16:creationId xmlns:a16="http://schemas.microsoft.com/office/drawing/2014/main" id="{1CBE1691-C1AE-F3B1-B876-3FED6E53C4E5}"/>
                  </a:ext>
                </a:extLst>
              </p:cNvPr>
              <p:cNvSpPr/>
              <p:nvPr/>
            </p:nvSpPr>
            <p:spPr>
              <a:xfrm>
                <a:off x="3008862" y="3017979"/>
                <a:ext cx="22" cy="22"/>
              </a:xfrm>
              <a:custGeom>
                <a:avLst/>
                <a:gdLst/>
                <a:ahLst/>
                <a:cxnLst/>
                <a:rect l="l" t="t" r="r" b="b"/>
                <a:pathLst>
                  <a:path w="1" h="1" fill="none" extrusionOk="0">
                    <a:moveTo>
                      <a:pt x="0" y="0"/>
                    </a:moveTo>
                    <a:lnTo>
                      <a:pt x="0" y="0"/>
                    </a:lnTo>
                  </a:path>
                </a:pathLst>
              </a:custGeom>
              <a:noFill/>
              <a:ln w="7200" cap="rnd" cmpd="sng">
                <a:solidFill>
                  <a:srgbClr val="0D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6">
                <a:extLst>
                  <a:ext uri="{FF2B5EF4-FFF2-40B4-BE49-F238E27FC236}">
                    <a16:creationId xmlns:a16="http://schemas.microsoft.com/office/drawing/2014/main" id="{0AD5CB1E-DE6F-1444-1EF9-40F1E4C2A618}"/>
                  </a:ext>
                </a:extLst>
              </p:cNvPr>
              <p:cNvSpPr/>
              <p:nvPr/>
            </p:nvSpPr>
            <p:spPr>
              <a:xfrm>
                <a:off x="2958423" y="3003324"/>
                <a:ext cx="28479" cy="58329"/>
              </a:xfrm>
              <a:custGeom>
                <a:avLst/>
                <a:gdLst/>
                <a:ahLst/>
                <a:cxnLst/>
                <a:rect l="l" t="t" r="r" b="b"/>
                <a:pathLst>
                  <a:path w="1267" h="2595" extrusionOk="0">
                    <a:moveTo>
                      <a:pt x="251" y="0"/>
                    </a:moveTo>
                    <a:lnTo>
                      <a:pt x="1" y="126"/>
                    </a:lnTo>
                    <a:lnTo>
                      <a:pt x="88" y="326"/>
                    </a:lnTo>
                    <a:lnTo>
                      <a:pt x="327" y="840"/>
                    </a:lnTo>
                    <a:lnTo>
                      <a:pt x="477" y="1204"/>
                    </a:lnTo>
                    <a:lnTo>
                      <a:pt x="652" y="1617"/>
                    </a:lnTo>
                    <a:lnTo>
                      <a:pt x="828" y="2081"/>
                    </a:lnTo>
                    <a:lnTo>
                      <a:pt x="1003" y="2595"/>
                    </a:lnTo>
                    <a:lnTo>
                      <a:pt x="1267" y="2507"/>
                    </a:lnTo>
                    <a:lnTo>
                      <a:pt x="1091" y="1993"/>
                    </a:lnTo>
                    <a:lnTo>
                      <a:pt x="916" y="1517"/>
                    </a:lnTo>
                    <a:lnTo>
                      <a:pt x="740" y="1091"/>
                    </a:lnTo>
                    <a:lnTo>
                      <a:pt x="590" y="727"/>
                    </a:lnTo>
                    <a:lnTo>
                      <a:pt x="352" y="201"/>
                    </a:lnTo>
                    <a:lnTo>
                      <a:pt x="25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6">
                <a:extLst>
                  <a:ext uri="{FF2B5EF4-FFF2-40B4-BE49-F238E27FC236}">
                    <a16:creationId xmlns:a16="http://schemas.microsoft.com/office/drawing/2014/main" id="{DE697923-25F7-9E26-8D94-8C8F835202C0}"/>
                  </a:ext>
                </a:extLst>
              </p:cNvPr>
              <p:cNvSpPr/>
              <p:nvPr/>
            </p:nvSpPr>
            <p:spPr>
              <a:xfrm>
                <a:off x="3009424" y="2864998"/>
                <a:ext cx="86516" cy="116096"/>
              </a:xfrm>
              <a:custGeom>
                <a:avLst/>
                <a:gdLst/>
                <a:ahLst/>
                <a:cxnLst/>
                <a:rect l="l" t="t" r="r" b="b"/>
                <a:pathLst>
                  <a:path w="3849" h="5165" extrusionOk="0">
                    <a:moveTo>
                      <a:pt x="263" y="0"/>
                    </a:moveTo>
                    <a:lnTo>
                      <a:pt x="0" y="88"/>
                    </a:lnTo>
                    <a:lnTo>
                      <a:pt x="138" y="464"/>
                    </a:lnTo>
                    <a:lnTo>
                      <a:pt x="276" y="828"/>
                    </a:lnTo>
                    <a:lnTo>
                      <a:pt x="439" y="1191"/>
                    </a:lnTo>
                    <a:lnTo>
                      <a:pt x="614" y="1555"/>
                    </a:lnTo>
                    <a:lnTo>
                      <a:pt x="802" y="1906"/>
                    </a:lnTo>
                    <a:lnTo>
                      <a:pt x="1003" y="2244"/>
                    </a:lnTo>
                    <a:lnTo>
                      <a:pt x="1229" y="2582"/>
                    </a:lnTo>
                    <a:lnTo>
                      <a:pt x="1454" y="2908"/>
                    </a:lnTo>
                    <a:lnTo>
                      <a:pt x="1692" y="3222"/>
                    </a:lnTo>
                    <a:lnTo>
                      <a:pt x="1943" y="3535"/>
                    </a:lnTo>
                    <a:lnTo>
                      <a:pt x="2206" y="3836"/>
                    </a:lnTo>
                    <a:lnTo>
                      <a:pt x="2482" y="4124"/>
                    </a:lnTo>
                    <a:lnTo>
                      <a:pt x="2758" y="4400"/>
                    </a:lnTo>
                    <a:lnTo>
                      <a:pt x="3058" y="4663"/>
                    </a:lnTo>
                    <a:lnTo>
                      <a:pt x="3359" y="4914"/>
                    </a:lnTo>
                    <a:lnTo>
                      <a:pt x="3673" y="5164"/>
                    </a:lnTo>
                    <a:lnTo>
                      <a:pt x="3848" y="4939"/>
                    </a:lnTo>
                    <a:lnTo>
                      <a:pt x="3535" y="4700"/>
                    </a:lnTo>
                    <a:lnTo>
                      <a:pt x="3246" y="4450"/>
                    </a:lnTo>
                    <a:lnTo>
                      <a:pt x="2958" y="4187"/>
                    </a:lnTo>
                    <a:lnTo>
                      <a:pt x="2682" y="3923"/>
                    </a:lnTo>
                    <a:lnTo>
                      <a:pt x="2407" y="3635"/>
                    </a:lnTo>
                    <a:lnTo>
                      <a:pt x="2156" y="3347"/>
                    </a:lnTo>
                    <a:lnTo>
                      <a:pt x="1918" y="3046"/>
                    </a:lnTo>
                    <a:lnTo>
                      <a:pt x="1680" y="2745"/>
                    </a:lnTo>
                    <a:lnTo>
                      <a:pt x="1454" y="2419"/>
                    </a:lnTo>
                    <a:lnTo>
                      <a:pt x="1254" y="2094"/>
                    </a:lnTo>
                    <a:lnTo>
                      <a:pt x="1053" y="1768"/>
                    </a:lnTo>
                    <a:lnTo>
                      <a:pt x="865" y="1429"/>
                    </a:lnTo>
                    <a:lnTo>
                      <a:pt x="702" y="1078"/>
                    </a:lnTo>
                    <a:lnTo>
                      <a:pt x="539" y="727"/>
                    </a:lnTo>
                    <a:lnTo>
                      <a:pt x="401" y="364"/>
                    </a:lnTo>
                    <a:lnTo>
                      <a:pt x="26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a:extLst>
                  <a:ext uri="{FF2B5EF4-FFF2-40B4-BE49-F238E27FC236}">
                    <a16:creationId xmlns:a16="http://schemas.microsoft.com/office/drawing/2014/main" id="{2B269868-53E9-D97E-3E56-381266750477}"/>
                  </a:ext>
                </a:extLst>
              </p:cNvPr>
              <p:cNvSpPr/>
              <p:nvPr/>
            </p:nvSpPr>
            <p:spPr>
              <a:xfrm>
                <a:off x="3063235" y="2899658"/>
                <a:ext cx="41426" cy="26501"/>
              </a:xfrm>
              <a:custGeom>
                <a:avLst/>
                <a:gdLst/>
                <a:ahLst/>
                <a:cxnLst/>
                <a:rect l="l" t="t" r="r" b="b"/>
                <a:pathLst>
                  <a:path w="1843" h="1179" extrusionOk="0">
                    <a:moveTo>
                      <a:pt x="176" y="0"/>
                    </a:moveTo>
                    <a:lnTo>
                      <a:pt x="0" y="226"/>
                    </a:lnTo>
                    <a:lnTo>
                      <a:pt x="201" y="376"/>
                    </a:lnTo>
                    <a:lnTo>
                      <a:pt x="401" y="514"/>
                    </a:lnTo>
                    <a:lnTo>
                      <a:pt x="614" y="652"/>
                    </a:lnTo>
                    <a:lnTo>
                      <a:pt x="827" y="777"/>
                    </a:lnTo>
                    <a:lnTo>
                      <a:pt x="1053" y="890"/>
                    </a:lnTo>
                    <a:lnTo>
                      <a:pt x="1279" y="990"/>
                    </a:lnTo>
                    <a:lnTo>
                      <a:pt x="1517" y="1090"/>
                    </a:lnTo>
                    <a:lnTo>
                      <a:pt x="1742" y="1178"/>
                    </a:lnTo>
                    <a:lnTo>
                      <a:pt x="1843" y="902"/>
                    </a:lnTo>
                    <a:lnTo>
                      <a:pt x="1617" y="827"/>
                    </a:lnTo>
                    <a:lnTo>
                      <a:pt x="1391" y="727"/>
                    </a:lnTo>
                    <a:lnTo>
                      <a:pt x="1178" y="639"/>
                    </a:lnTo>
                    <a:lnTo>
                      <a:pt x="965" y="526"/>
                    </a:lnTo>
                    <a:lnTo>
                      <a:pt x="765" y="414"/>
                    </a:lnTo>
                    <a:lnTo>
                      <a:pt x="564" y="276"/>
                    </a:lnTo>
                    <a:lnTo>
                      <a:pt x="364" y="150"/>
                    </a:lnTo>
                    <a:lnTo>
                      <a:pt x="1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6">
                <a:extLst>
                  <a:ext uri="{FF2B5EF4-FFF2-40B4-BE49-F238E27FC236}">
                    <a16:creationId xmlns:a16="http://schemas.microsoft.com/office/drawing/2014/main" id="{194B0F59-EBE3-93E4-8446-3DA65D43001C}"/>
                  </a:ext>
                </a:extLst>
              </p:cNvPr>
              <p:cNvSpPr/>
              <p:nvPr/>
            </p:nvSpPr>
            <p:spPr>
              <a:xfrm>
                <a:off x="3683569" y="3734652"/>
                <a:ext cx="40032" cy="87640"/>
              </a:xfrm>
              <a:custGeom>
                <a:avLst/>
                <a:gdLst/>
                <a:ahLst/>
                <a:cxnLst/>
                <a:rect l="l" t="t" r="r" b="b"/>
                <a:pathLst>
                  <a:path w="1781" h="3899" extrusionOk="0">
                    <a:moveTo>
                      <a:pt x="1517" y="1"/>
                    </a:moveTo>
                    <a:lnTo>
                      <a:pt x="1" y="3786"/>
                    </a:lnTo>
                    <a:lnTo>
                      <a:pt x="264" y="3899"/>
                    </a:lnTo>
                    <a:lnTo>
                      <a:pt x="1781" y="101"/>
                    </a:lnTo>
                    <a:lnTo>
                      <a:pt x="151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a:extLst>
                  <a:ext uri="{FF2B5EF4-FFF2-40B4-BE49-F238E27FC236}">
                    <a16:creationId xmlns:a16="http://schemas.microsoft.com/office/drawing/2014/main" id="{95941373-2FB2-E569-8D98-F608AAA7AD92}"/>
                  </a:ext>
                </a:extLst>
              </p:cNvPr>
              <p:cNvSpPr/>
              <p:nvPr/>
            </p:nvSpPr>
            <p:spPr>
              <a:xfrm>
                <a:off x="3561314" y="2970080"/>
                <a:ext cx="40032" cy="110162"/>
              </a:xfrm>
              <a:custGeom>
                <a:avLst/>
                <a:gdLst/>
                <a:ahLst/>
                <a:cxnLst/>
                <a:rect l="l" t="t" r="r" b="b"/>
                <a:pathLst>
                  <a:path w="1781" h="4901" extrusionOk="0">
                    <a:moveTo>
                      <a:pt x="276" y="0"/>
                    </a:moveTo>
                    <a:lnTo>
                      <a:pt x="0" y="51"/>
                    </a:lnTo>
                    <a:lnTo>
                      <a:pt x="113" y="564"/>
                    </a:lnTo>
                    <a:lnTo>
                      <a:pt x="251" y="1103"/>
                    </a:lnTo>
                    <a:lnTo>
                      <a:pt x="439" y="1780"/>
                    </a:lnTo>
                    <a:lnTo>
                      <a:pt x="665" y="2545"/>
                    </a:lnTo>
                    <a:lnTo>
                      <a:pt x="928" y="3359"/>
                    </a:lnTo>
                    <a:lnTo>
                      <a:pt x="1066" y="3760"/>
                    </a:lnTo>
                    <a:lnTo>
                      <a:pt x="1216" y="4161"/>
                    </a:lnTo>
                    <a:lnTo>
                      <a:pt x="1366" y="4537"/>
                    </a:lnTo>
                    <a:lnTo>
                      <a:pt x="1529" y="4901"/>
                    </a:lnTo>
                    <a:lnTo>
                      <a:pt x="1780" y="4788"/>
                    </a:lnTo>
                    <a:lnTo>
                      <a:pt x="1630" y="4425"/>
                    </a:lnTo>
                    <a:lnTo>
                      <a:pt x="1479" y="4049"/>
                    </a:lnTo>
                    <a:lnTo>
                      <a:pt x="1329" y="3660"/>
                    </a:lnTo>
                    <a:lnTo>
                      <a:pt x="1191" y="3259"/>
                    </a:lnTo>
                    <a:lnTo>
                      <a:pt x="928" y="2457"/>
                    </a:lnTo>
                    <a:lnTo>
                      <a:pt x="715" y="1705"/>
                    </a:lnTo>
                    <a:lnTo>
                      <a:pt x="527" y="1028"/>
                    </a:lnTo>
                    <a:lnTo>
                      <a:pt x="389" y="489"/>
                    </a:lnTo>
                    <a:lnTo>
                      <a:pt x="27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a:extLst>
                  <a:ext uri="{FF2B5EF4-FFF2-40B4-BE49-F238E27FC236}">
                    <a16:creationId xmlns:a16="http://schemas.microsoft.com/office/drawing/2014/main" id="{506DE4B4-35B3-663C-F6C4-FCE1912020EE}"/>
                  </a:ext>
                </a:extLst>
              </p:cNvPr>
              <p:cNvSpPr/>
              <p:nvPr/>
            </p:nvSpPr>
            <p:spPr>
              <a:xfrm>
                <a:off x="3621869" y="3313221"/>
                <a:ext cx="1744456" cy="121716"/>
              </a:xfrm>
              <a:custGeom>
                <a:avLst/>
                <a:gdLst/>
                <a:ahLst/>
                <a:cxnLst/>
                <a:rect l="l" t="t" r="r" b="b"/>
                <a:pathLst>
                  <a:path w="77609" h="5415" extrusionOk="0">
                    <a:moveTo>
                      <a:pt x="1" y="0"/>
                    </a:moveTo>
                    <a:lnTo>
                      <a:pt x="1" y="5414"/>
                    </a:lnTo>
                    <a:lnTo>
                      <a:pt x="77608" y="5414"/>
                    </a:lnTo>
                    <a:lnTo>
                      <a:pt x="7760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a:extLst>
                  <a:ext uri="{FF2B5EF4-FFF2-40B4-BE49-F238E27FC236}">
                    <a16:creationId xmlns:a16="http://schemas.microsoft.com/office/drawing/2014/main" id="{5797C860-77DC-1FC6-A36B-3AB4B4E0FADB}"/>
                  </a:ext>
                </a:extLst>
              </p:cNvPr>
              <p:cNvSpPr/>
              <p:nvPr/>
            </p:nvSpPr>
            <p:spPr>
              <a:xfrm>
                <a:off x="5246273" y="3317717"/>
                <a:ext cx="308234" cy="1407766"/>
              </a:xfrm>
              <a:custGeom>
                <a:avLst/>
                <a:gdLst/>
                <a:ahLst/>
                <a:cxnLst/>
                <a:rect l="l" t="t" r="r" b="b"/>
                <a:pathLst>
                  <a:path w="13713" h="62630" extrusionOk="0">
                    <a:moveTo>
                      <a:pt x="1" y="1"/>
                    </a:moveTo>
                    <a:lnTo>
                      <a:pt x="9075" y="62630"/>
                    </a:lnTo>
                    <a:lnTo>
                      <a:pt x="13712" y="62630"/>
                    </a:lnTo>
                    <a:lnTo>
                      <a:pt x="4638"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6">
                <a:extLst>
                  <a:ext uri="{FF2B5EF4-FFF2-40B4-BE49-F238E27FC236}">
                    <a16:creationId xmlns:a16="http://schemas.microsoft.com/office/drawing/2014/main" id="{F4F21D47-294B-17BC-CCF2-B6EDC0443E07}"/>
                  </a:ext>
                </a:extLst>
              </p:cNvPr>
              <p:cNvSpPr/>
              <p:nvPr/>
            </p:nvSpPr>
            <p:spPr>
              <a:xfrm>
                <a:off x="5746622" y="3151788"/>
                <a:ext cx="885186" cy="222864"/>
              </a:xfrm>
              <a:custGeom>
                <a:avLst/>
                <a:gdLst/>
                <a:ahLst/>
                <a:cxnLst/>
                <a:rect l="l" t="t" r="r" b="b"/>
                <a:pathLst>
                  <a:path w="39381" h="9915" extrusionOk="0">
                    <a:moveTo>
                      <a:pt x="11569" y="0"/>
                    </a:moveTo>
                    <a:lnTo>
                      <a:pt x="11055" y="13"/>
                    </a:lnTo>
                    <a:lnTo>
                      <a:pt x="10553" y="51"/>
                    </a:lnTo>
                    <a:lnTo>
                      <a:pt x="10039" y="101"/>
                    </a:lnTo>
                    <a:lnTo>
                      <a:pt x="9538" y="176"/>
                    </a:lnTo>
                    <a:lnTo>
                      <a:pt x="9037" y="264"/>
                    </a:lnTo>
                    <a:lnTo>
                      <a:pt x="8535" y="376"/>
                    </a:lnTo>
                    <a:lnTo>
                      <a:pt x="8047" y="514"/>
                    </a:lnTo>
                    <a:lnTo>
                      <a:pt x="7558" y="665"/>
                    </a:lnTo>
                    <a:lnTo>
                      <a:pt x="7082" y="840"/>
                    </a:lnTo>
                    <a:lnTo>
                      <a:pt x="6618" y="1028"/>
                    </a:lnTo>
                    <a:lnTo>
                      <a:pt x="6154" y="1241"/>
                    </a:lnTo>
                    <a:lnTo>
                      <a:pt x="5703" y="1467"/>
                    </a:lnTo>
                    <a:lnTo>
                      <a:pt x="5252" y="1717"/>
                    </a:lnTo>
                    <a:lnTo>
                      <a:pt x="4813" y="1993"/>
                    </a:lnTo>
                    <a:lnTo>
                      <a:pt x="4399" y="2269"/>
                    </a:lnTo>
                    <a:lnTo>
                      <a:pt x="3986" y="2582"/>
                    </a:lnTo>
                    <a:lnTo>
                      <a:pt x="1279" y="4650"/>
                    </a:lnTo>
                    <a:lnTo>
                      <a:pt x="1103" y="4788"/>
                    </a:lnTo>
                    <a:lnTo>
                      <a:pt x="940" y="4951"/>
                    </a:lnTo>
                    <a:lnTo>
                      <a:pt x="790" y="5114"/>
                    </a:lnTo>
                    <a:lnTo>
                      <a:pt x="652" y="5277"/>
                    </a:lnTo>
                    <a:lnTo>
                      <a:pt x="527" y="5465"/>
                    </a:lnTo>
                    <a:lnTo>
                      <a:pt x="414" y="5653"/>
                    </a:lnTo>
                    <a:lnTo>
                      <a:pt x="314" y="5841"/>
                    </a:lnTo>
                    <a:lnTo>
                      <a:pt x="226" y="6054"/>
                    </a:lnTo>
                    <a:lnTo>
                      <a:pt x="151" y="6255"/>
                    </a:lnTo>
                    <a:lnTo>
                      <a:pt x="88" y="6468"/>
                    </a:lnTo>
                    <a:lnTo>
                      <a:pt x="50" y="6681"/>
                    </a:lnTo>
                    <a:lnTo>
                      <a:pt x="13" y="6894"/>
                    </a:lnTo>
                    <a:lnTo>
                      <a:pt x="0" y="7119"/>
                    </a:lnTo>
                    <a:lnTo>
                      <a:pt x="0" y="7345"/>
                    </a:lnTo>
                    <a:lnTo>
                      <a:pt x="13" y="7571"/>
                    </a:lnTo>
                    <a:lnTo>
                      <a:pt x="38" y="7796"/>
                    </a:lnTo>
                    <a:lnTo>
                      <a:pt x="401" y="9914"/>
                    </a:lnTo>
                    <a:lnTo>
                      <a:pt x="28200" y="9914"/>
                    </a:lnTo>
                    <a:lnTo>
                      <a:pt x="39380" y="13"/>
                    </a:lnTo>
                    <a:lnTo>
                      <a:pt x="11569"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a:extLst>
                  <a:ext uri="{FF2B5EF4-FFF2-40B4-BE49-F238E27FC236}">
                    <a16:creationId xmlns:a16="http://schemas.microsoft.com/office/drawing/2014/main" id="{A4BE0FEE-0D8F-F996-6169-ED8296C1806B}"/>
                  </a:ext>
                </a:extLst>
              </p:cNvPr>
              <p:cNvSpPr/>
              <p:nvPr/>
            </p:nvSpPr>
            <p:spPr>
              <a:xfrm>
                <a:off x="5746622" y="3222772"/>
                <a:ext cx="325676" cy="1502711"/>
              </a:xfrm>
              <a:custGeom>
                <a:avLst/>
                <a:gdLst/>
                <a:ahLst/>
                <a:cxnLst/>
                <a:rect l="l" t="t" r="r" b="b"/>
                <a:pathLst>
                  <a:path w="14489" h="66854" extrusionOk="0">
                    <a:moveTo>
                      <a:pt x="3234" y="1"/>
                    </a:moveTo>
                    <a:lnTo>
                      <a:pt x="1266" y="1530"/>
                    </a:lnTo>
                    <a:lnTo>
                      <a:pt x="1091" y="1668"/>
                    </a:lnTo>
                    <a:lnTo>
                      <a:pt x="928" y="1831"/>
                    </a:lnTo>
                    <a:lnTo>
                      <a:pt x="777" y="1994"/>
                    </a:lnTo>
                    <a:lnTo>
                      <a:pt x="639" y="2157"/>
                    </a:lnTo>
                    <a:lnTo>
                      <a:pt x="514" y="2345"/>
                    </a:lnTo>
                    <a:lnTo>
                      <a:pt x="401" y="2533"/>
                    </a:lnTo>
                    <a:lnTo>
                      <a:pt x="301" y="2721"/>
                    </a:lnTo>
                    <a:lnTo>
                      <a:pt x="213" y="2921"/>
                    </a:lnTo>
                    <a:lnTo>
                      <a:pt x="151" y="3134"/>
                    </a:lnTo>
                    <a:lnTo>
                      <a:pt x="88" y="3335"/>
                    </a:lnTo>
                    <a:lnTo>
                      <a:pt x="38" y="3560"/>
                    </a:lnTo>
                    <a:lnTo>
                      <a:pt x="13" y="3773"/>
                    </a:lnTo>
                    <a:lnTo>
                      <a:pt x="0" y="3986"/>
                    </a:lnTo>
                    <a:lnTo>
                      <a:pt x="0" y="4212"/>
                    </a:lnTo>
                    <a:lnTo>
                      <a:pt x="13" y="4438"/>
                    </a:lnTo>
                    <a:lnTo>
                      <a:pt x="38" y="4663"/>
                    </a:lnTo>
                    <a:lnTo>
                      <a:pt x="10516" y="66854"/>
                    </a:lnTo>
                    <a:lnTo>
                      <a:pt x="14489" y="66854"/>
                    </a:lnTo>
                    <a:lnTo>
                      <a:pt x="3234"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a:extLst>
                  <a:ext uri="{FF2B5EF4-FFF2-40B4-BE49-F238E27FC236}">
                    <a16:creationId xmlns:a16="http://schemas.microsoft.com/office/drawing/2014/main" id="{6505205D-C5C5-E19F-1F40-32D9380BF0CB}"/>
                  </a:ext>
                </a:extLst>
              </p:cNvPr>
              <p:cNvSpPr/>
              <p:nvPr/>
            </p:nvSpPr>
            <p:spPr>
              <a:xfrm>
                <a:off x="5121770" y="3820876"/>
                <a:ext cx="872779" cy="78604"/>
              </a:xfrm>
              <a:custGeom>
                <a:avLst/>
                <a:gdLst/>
                <a:ahLst/>
                <a:cxnLst/>
                <a:rect l="l" t="t" r="r" b="b"/>
                <a:pathLst>
                  <a:path w="38829" h="3497" extrusionOk="0">
                    <a:moveTo>
                      <a:pt x="3497" y="0"/>
                    </a:moveTo>
                    <a:lnTo>
                      <a:pt x="3309" y="13"/>
                    </a:lnTo>
                    <a:lnTo>
                      <a:pt x="3133" y="25"/>
                    </a:lnTo>
                    <a:lnTo>
                      <a:pt x="2958" y="50"/>
                    </a:lnTo>
                    <a:lnTo>
                      <a:pt x="2795" y="75"/>
                    </a:lnTo>
                    <a:lnTo>
                      <a:pt x="2620" y="113"/>
                    </a:lnTo>
                    <a:lnTo>
                      <a:pt x="2457" y="163"/>
                    </a:lnTo>
                    <a:lnTo>
                      <a:pt x="2294" y="213"/>
                    </a:lnTo>
                    <a:lnTo>
                      <a:pt x="2131" y="276"/>
                    </a:lnTo>
                    <a:lnTo>
                      <a:pt x="1980" y="351"/>
                    </a:lnTo>
                    <a:lnTo>
                      <a:pt x="1830" y="426"/>
                    </a:lnTo>
                    <a:lnTo>
                      <a:pt x="1680" y="514"/>
                    </a:lnTo>
                    <a:lnTo>
                      <a:pt x="1542" y="602"/>
                    </a:lnTo>
                    <a:lnTo>
                      <a:pt x="1404" y="702"/>
                    </a:lnTo>
                    <a:lnTo>
                      <a:pt x="1278" y="802"/>
                    </a:lnTo>
                    <a:lnTo>
                      <a:pt x="1153" y="915"/>
                    </a:lnTo>
                    <a:lnTo>
                      <a:pt x="1028" y="1028"/>
                    </a:lnTo>
                    <a:lnTo>
                      <a:pt x="915" y="1153"/>
                    </a:lnTo>
                    <a:lnTo>
                      <a:pt x="802" y="1279"/>
                    </a:lnTo>
                    <a:lnTo>
                      <a:pt x="702" y="1404"/>
                    </a:lnTo>
                    <a:lnTo>
                      <a:pt x="602" y="1542"/>
                    </a:lnTo>
                    <a:lnTo>
                      <a:pt x="514" y="1692"/>
                    </a:lnTo>
                    <a:lnTo>
                      <a:pt x="426" y="1830"/>
                    </a:lnTo>
                    <a:lnTo>
                      <a:pt x="351" y="1980"/>
                    </a:lnTo>
                    <a:lnTo>
                      <a:pt x="276" y="2143"/>
                    </a:lnTo>
                    <a:lnTo>
                      <a:pt x="213" y="2294"/>
                    </a:lnTo>
                    <a:lnTo>
                      <a:pt x="163" y="2457"/>
                    </a:lnTo>
                    <a:lnTo>
                      <a:pt x="113" y="2620"/>
                    </a:lnTo>
                    <a:lnTo>
                      <a:pt x="75" y="2795"/>
                    </a:lnTo>
                    <a:lnTo>
                      <a:pt x="38" y="2971"/>
                    </a:lnTo>
                    <a:lnTo>
                      <a:pt x="25" y="3133"/>
                    </a:lnTo>
                    <a:lnTo>
                      <a:pt x="13" y="3321"/>
                    </a:lnTo>
                    <a:lnTo>
                      <a:pt x="0" y="3497"/>
                    </a:lnTo>
                    <a:lnTo>
                      <a:pt x="38829" y="3497"/>
                    </a:lnTo>
                    <a:lnTo>
                      <a:pt x="38829" y="3321"/>
                    </a:lnTo>
                    <a:lnTo>
                      <a:pt x="38816" y="3133"/>
                    </a:lnTo>
                    <a:lnTo>
                      <a:pt x="38791" y="2971"/>
                    </a:lnTo>
                    <a:lnTo>
                      <a:pt x="38753" y="2795"/>
                    </a:lnTo>
                    <a:lnTo>
                      <a:pt x="38716" y="2620"/>
                    </a:lnTo>
                    <a:lnTo>
                      <a:pt x="38678" y="2457"/>
                    </a:lnTo>
                    <a:lnTo>
                      <a:pt x="38616" y="2294"/>
                    </a:lnTo>
                    <a:lnTo>
                      <a:pt x="38553" y="2143"/>
                    </a:lnTo>
                    <a:lnTo>
                      <a:pt x="38490" y="1980"/>
                    </a:lnTo>
                    <a:lnTo>
                      <a:pt x="38415" y="1830"/>
                    </a:lnTo>
                    <a:lnTo>
                      <a:pt x="38327" y="1692"/>
                    </a:lnTo>
                    <a:lnTo>
                      <a:pt x="38240" y="1542"/>
                    </a:lnTo>
                    <a:lnTo>
                      <a:pt x="38139" y="1404"/>
                    </a:lnTo>
                    <a:lnTo>
                      <a:pt x="38039" y="1279"/>
                    </a:lnTo>
                    <a:lnTo>
                      <a:pt x="37926" y="1153"/>
                    </a:lnTo>
                    <a:lnTo>
                      <a:pt x="37813" y="1028"/>
                    </a:lnTo>
                    <a:lnTo>
                      <a:pt x="37688" y="915"/>
                    </a:lnTo>
                    <a:lnTo>
                      <a:pt x="37563" y="802"/>
                    </a:lnTo>
                    <a:lnTo>
                      <a:pt x="37425" y="702"/>
                    </a:lnTo>
                    <a:lnTo>
                      <a:pt x="37287" y="602"/>
                    </a:lnTo>
                    <a:lnTo>
                      <a:pt x="37149" y="514"/>
                    </a:lnTo>
                    <a:lnTo>
                      <a:pt x="36999" y="426"/>
                    </a:lnTo>
                    <a:lnTo>
                      <a:pt x="36848" y="351"/>
                    </a:lnTo>
                    <a:lnTo>
                      <a:pt x="36698" y="276"/>
                    </a:lnTo>
                    <a:lnTo>
                      <a:pt x="36535" y="213"/>
                    </a:lnTo>
                    <a:lnTo>
                      <a:pt x="36372" y="163"/>
                    </a:lnTo>
                    <a:lnTo>
                      <a:pt x="36209" y="113"/>
                    </a:lnTo>
                    <a:lnTo>
                      <a:pt x="36046" y="75"/>
                    </a:lnTo>
                    <a:lnTo>
                      <a:pt x="35871" y="50"/>
                    </a:lnTo>
                    <a:lnTo>
                      <a:pt x="35695" y="25"/>
                    </a:lnTo>
                    <a:lnTo>
                      <a:pt x="35520" y="13"/>
                    </a:lnTo>
                    <a:lnTo>
                      <a:pt x="35344"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a:extLst>
                  <a:ext uri="{FF2B5EF4-FFF2-40B4-BE49-F238E27FC236}">
                    <a16:creationId xmlns:a16="http://schemas.microsoft.com/office/drawing/2014/main" id="{0B3061BA-BB7D-D701-709F-AD17BC0986A9}"/>
                  </a:ext>
                </a:extLst>
              </p:cNvPr>
              <p:cNvSpPr/>
              <p:nvPr/>
            </p:nvSpPr>
            <p:spPr>
              <a:xfrm>
                <a:off x="5121770" y="3899457"/>
                <a:ext cx="558948" cy="147093"/>
              </a:xfrm>
              <a:custGeom>
                <a:avLst/>
                <a:gdLst/>
                <a:ahLst/>
                <a:cxnLst/>
                <a:rect l="l" t="t" r="r" b="b"/>
                <a:pathLst>
                  <a:path w="24867" h="6544" extrusionOk="0">
                    <a:moveTo>
                      <a:pt x="0" y="1"/>
                    </a:moveTo>
                    <a:lnTo>
                      <a:pt x="0" y="6543"/>
                    </a:lnTo>
                    <a:lnTo>
                      <a:pt x="24866" y="6543"/>
                    </a:lnTo>
                    <a:lnTo>
                      <a:pt x="24866"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a:extLst>
                  <a:ext uri="{FF2B5EF4-FFF2-40B4-BE49-F238E27FC236}">
                    <a16:creationId xmlns:a16="http://schemas.microsoft.com/office/drawing/2014/main" id="{31E6AB7E-81B9-BE67-194D-FF5B67D407FF}"/>
                  </a:ext>
                </a:extLst>
              </p:cNvPr>
              <p:cNvSpPr/>
              <p:nvPr/>
            </p:nvSpPr>
            <p:spPr>
              <a:xfrm>
                <a:off x="5680695" y="3899457"/>
                <a:ext cx="872779" cy="147093"/>
              </a:xfrm>
              <a:custGeom>
                <a:avLst/>
                <a:gdLst/>
                <a:ahLst/>
                <a:cxnLst/>
                <a:rect l="l" t="t" r="r" b="b"/>
                <a:pathLst>
                  <a:path w="38829" h="6544" extrusionOk="0">
                    <a:moveTo>
                      <a:pt x="0" y="1"/>
                    </a:moveTo>
                    <a:lnTo>
                      <a:pt x="0" y="6543"/>
                    </a:lnTo>
                    <a:lnTo>
                      <a:pt x="38829" y="6543"/>
                    </a:lnTo>
                    <a:lnTo>
                      <a:pt x="38829"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6">
                <a:extLst>
                  <a:ext uri="{FF2B5EF4-FFF2-40B4-BE49-F238E27FC236}">
                    <a16:creationId xmlns:a16="http://schemas.microsoft.com/office/drawing/2014/main" id="{71AD180A-7A77-14CD-B71D-02417FFD685A}"/>
                  </a:ext>
                </a:extLst>
              </p:cNvPr>
              <p:cNvSpPr/>
              <p:nvPr/>
            </p:nvSpPr>
            <p:spPr>
              <a:xfrm>
                <a:off x="5680695" y="3820876"/>
                <a:ext cx="872779" cy="78604"/>
              </a:xfrm>
              <a:custGeom>
                <a:avLst/>
                <a:gdLst/>
                <a:ahLst/>
                <a:cxnLst/>
                <a:rect l="l" t="t" r="r" b="b"/>
                <a:pathLst>
                  <a:path w="38829" h="3497" extrusionOk="0">
                    <a:moveTo>
                      <a:pt x="3497" y="0"/>
                    </a:moveTo>
                    <a:lnTo>
                      <a:pt x="3309" y="13"/>
                    </a:lnTo>
                    <a:lnTo>
                      <a:pt x="3134" y="25"/>
                    </a:lnTo>
                    <a:lnTo>
                      <a:pt x="2958" y="50"/>
                    </a:lnTo>
                    <a:lnTo>
                      <a:pt x="2795" y="75"/>
                    </a:lnTo>
                    <a:lnTo>
                      <a:pt x="2620" y="113"/>
                    </a:lnTo>
                    <a:lnTo>
                      <a:pt x="2457" y="163"/>
                    </a:lnTo>
                    <a:lnTo>
                      <a:pt x="2294" y="213"/>
                    </a:lnTo>
                    <a:lnTo>
                      <a:pt x="2131" y="276"/>
                    </a:lnTo>
                    <a:lnTo>
                      <a:pt x="1981" y="351"/>
                    </a:lnTo>
                    <a:lnTo>
                      <a:pt x="1830" y="426"/>
                    </a:lnTo>
                    <a:lnTo>
                      <a:pt x="1680" y="514"/>
                    </a:lnTo>
                    <a:lnTo>
                      <a:pt x="1542" y="602"/>
                    </a:lnTo>
                    <a:lnTo>
                      <a:pt x="1404" y="702"/>
                    </a:lnTo>
                    <a:lnTo>
                      <a:pt x="1279" y="802"/>
                    </a:lnTo>
                    <a:lnTo>
                      <a:pt x="1153" y="915"/>
                    </a:lnTo>
                    <a:lnTo>
                      <a:pt x="1028" y="1028"/>
                    </a:lnTo>
                    <a:lnTo>
                      <a:pt x="915" y="1153"/>
                    </a:lnTo>
                    <a:lnTo>
                      <a:pt x="803" y="1279"/>
                    </a:lnTo>
                    <a:lnTo>
                      <a:pt x="702" y="1404"/>
                    </a:lnTo>
                    <a:lnTo>
                      <a:pt x="602" y="1542"/>
                    </a:lnTo>
                    <a:lnTo>
                      <a:pt x="514" y="1692"/>
                    </a:lnTo>
                    <a:lnTo>
                      <a:pt x="427" y="1830"/>
                    </a:lnTo>
                    <a:lnTo>
                      <a:pt x="351" y="1980"/>
                    </a:lnTo>
                    <a:lnTo>
                      <a:pt x="276" y="2143"/>
                    </a:lnTo>
                    <a:lnTo>
                      <a:pt x="213" y="2294"/>
                    </a:lnTo>
                    <a:lnTo>
                      <a:pt x="163" y="2457"/>
                    </a:lnTo>
                    <a:lnTo>
                      <a:pt x="113" y="2620"/>
                    </a:lnTo>
                    <a:lnTo>
                      <a:pt x="76" y="2795"/>
                    </a:lnTo>
                    <a:lnTo>
                      <a:pt x="51" y="2971"/>
                    </a:lnTo>
                    <a:lnTo>
                      <a:pt x="25" y="3133"/>
                    </a:lnTo>
                    <a:lnTo>
                      <a:pt x="13" y="3321"/>
                    </a:lnTo>
                    <a:lnTo>
                      <a:pt x="0" y="3497"/>
                    </a:lnTo>
                    <a:lnTo>
                      <a:pt x="38829" y="3497"/>
                    </a:lnTo>
                    <a:lnTo>
                      <a:pt x="38829" y="3321"/>
                    </a:lnTo>
                    <a:lnTo>
                      <a:pt x="38816" y="3133"/>
                    </a:lnTo>
                    <a:lnTo>
                      <a:pt x="38791" y="2971"/>
                    </a:lnTo>
                    <a:lnTo>
                      <a:pt x="38766" y="2795"/>
                    </a:lnTo>
                    <a:lnTo>
                      <a:pt x="38716" y="2620"/>
                    </a:lnTo>
                    <a:lnTo>
                      <a:pt x="38679" y="2457"/>
                    </a:lnTo>
                    <a:lnTo>
                      <a:pt x="38616" y="2294"/>
                    </a:lnTo>
                    <a:lnTo>
                      <a:pt x="38553" y="2143"/>
                    </a:lnTo>
                    <a:lnTo>
                      <a:pt x="38491" y="1980"/>
                    </a:lnTo>
                    <a:lnTo>
                      <a:pt x="38415" y="1830"/>
                    </a:lnTo>
                    <a:lnTo>
                      <a:pt x="38328" y="1692"/>
                    </a:lnTo>
                    <a:lnTo>
                      <a:pt x="38240" y="1542"/>
                    </a:lnTo>
                    <a:lnTo>
                      <a:pt x="38140" y="1404"/>
                    </a:lnTo>
                    <a:lnTo>
                      <a:pt x="38039" y="1279"/>
                    </a:lnTo>
                    <a:lnTo>
                      <a:pt x="37927" y="1153"/>
                    </a:lnTo>
                    <a:lnTo>
                      <a:pt x="37814" y="1028"/>
                    </a:lnTo>
                    <a:lnTo>
                      <a:pt x="37688" y="915"/>
                    </a:lnTo>
                    <a:lnTo>
                      <a:pt x="37563" y="802"/>
                    </a:lnTo>
                    <a:lnTo>
                      <a:pt x="37425" y="702"/>
                    </a:lnTo>
                    <a:lnTo>
                      <a:pt x="37287" y="602"/>
                    </a:lnTo>
                    <a:lnTo>
                      <a:pt x="37150" y="514"/>
                    </a:lnTo>
                    <a:lnTo>
                      <a:pt x="36999" y="426"/>
                    </a:lnTo>
                    <a:lnTo>
                      <a:pt x="36849" y="351"/>
                    </a:lnTo>
                    <a:lnTo>
                      <a:pt x="36698" y="276"/>
                    </a:lnTo>
                    <a:lnTo>
                      <a:pt x="36535" y="213"/>
                    </a:lnTo>
                    <a:lnTo>
                      <a:pt x="36385" y="163"/>
                    </a:lnTo>
                    <a:lnTo>
                      <a:pt x="36209" y="113"/>
                    </a:lnTo>
                    <a:lnTo>
                      <a:pt x="36047" y="75"/>
                    </a:lnTo>
                    <a:lnTo>
                      <a:pt x="35871" y="50"/>
                    </a:lnTo>
                    <a:lnTo>
                      <a:pt x="35696" y="25"/>
                    </a:lnTo>
                    <a:lnTo>
                      <a:pt x="35520" y="13"/>
                    </a:lnTo>
                    <a:lnTo>
                      <a:pt x="35345"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6">
                <a:extLst>
                  <a:ext uri="{FF2B5EF4-FFF2-40B4-BE49-F238E27FC236}">
                    <a16:creationId xmlns:a16="http://schemas.microsoft.com/office/drawing/2014/main" id="{C08E7BE4-E83C-7A60-15EB-0D2362266C80}"/>
                  </a:ext>
                </a:extLst>
              </p:cNvPr>
              <p:cNvSpPr/>
              <p:nvPr/>
            </p:nvSpPr>
            <p:spPr>
              <a:xfrm>
                <a:off x="5077242" y="3899457"/>
                <a:ext cx="89056" cy="826026"/>
              </a:xfrm>
              <a:custGeom>
                <a:avLst/>
                <a:gdLst/>
                <a:ahLst/>
                <a:cxnLst/>
                <a:rect l="l" t="t" r="r" b="b"/>
                <a:pathLst>
                  <a:path w="3962" h="36749" extrusionOk="0">
                    <a:moveTo>
                      <a:pt x="1" y="1"/>
                    </a:moveTo>
                    <a:lnTo>
                      <a:pt x="1" y="36749"/>
                    </a:lnTo>
                    <a:lnTo>
                      <a:pt x="3961" y="36749"/>
                    </a:lnTo>
                    <a:lnTo>
                      <a:pt x="3961"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6">
                <a:extLst>
                  <a:ext uri="{FF2B5EF4-FFF2-40B4-BE49-F238E27FC236}">
                    <a16:creationId xmlns:a16="http://schemas.microsoft.com/office/drawing/2014/main" id="{26898BB6-7017-1D3F-1A8D-DB7FE44B01F1}"/>
                  </a:ext>
                </a:extLst>
              </p:cNvPr>
              <p:cNvSpPr/>
              <p:nvPr/>
            </p:nvSpPr>
            <p:spPr>
              <a:xfrm>
                <a:off x="5591662" y="3899457"/>
                <a:ext cx="89056" cy="826026"/>
              </a:xfrm>
              <a:custGeom>
                <a:avLst/>
                <a:gdLst/>
                <a:ahLst/>
                <a:cxnLst/>
                <a:rect l="l" t="t" r="r" b="b"/>
                <a:pathLst>
                  <a:path w="3962" h="36749" extrusionOk="0">
                    <a:moveTo>
                      <a:pt x="1" y="1"/>
                    </a:moveTo>
                    <a:lnTo>
                      <a:pt x="1" y="36749"/>
                    </a:lnTo>
                    <a:lnTo>
                      <a:pt x="3961" y="36749"/>
                    </a:lnTo>
                    <a:lnTo>
                      <a:pt x="3961"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6">
                <a:extLst>
                  <a:ext uri="{FF2B5EF4-FFF2-40B4-BE49-F238E27FC236}">
                    <a16:creationId xmlns:a16="http://schemas.microsoft.com/office/drawing/2014/main" id="{D1E4C160-20E8-E054-9B76-98BD32D3E328}"/>
                  </a:ext>
                </a:extLst>
              </p:cNvPr>
              <p:cNvSpPr/>
              <p:nvPr/>
            </p:nvSpPr>
            <p:spPr>
              <a:xfrm>
                <a:off x="6372890" y="3284203"/>
                <a:ext cx="324553" cy="1441280"/>
              </a:xfrm>
              <a:custGeom>
                <a:avLst/>
                <a:gdLst/>
                <a:ahLst/>
                <a:cxnLst/>
                <a:rect l="l" t="t" r="r" b="b"/>
                <a:pathLst>
                  <a:path w="14439" h="64121" extrusionOk="0">
                    <a:moveTo>
                      <a:pt x="1842" y="0"/>
                    </a:moveTo>
                    <a:lnTo>
                      <a:pt x="1629" y="13"/>
                    </a:lnTo>
                    <a:lnTo>
                      <a:pt x="1429" y="38"/>
                    </a:lnTo>
                    <a:lnTo>
                      <a:pt x="1228" y="100"/>
                    </a:lnTo>
                    <a:lnTo>
                      <a:pt x="1053" y="176"/>
                    </a:lnTo>
                    <a:lnTo>
                      <a:pt x="877" y="263"/>
                    </a:lnTo>
                    <a:lnTo>
                      <a:pt x="714" y="376"/>
                    </a:lnTo>
                    <a:lnTo>
                      <a:pt x="564" y="501"/>
                    </a:lnTo>
                    <a:lnTo>
                      <a:pt x="439" y="652"/>
                    </a:lnTo>
                    <a:lnTo>
                      <a:pt x="313" y="802"/>
                    </a:lnTo>
                    <a:lnTo>
                      <a:pt x="213" y="965"/>
                    </a:lnTo>
                    <a:lnTo>
                      <a:pt x="138" y="1141"/>
                    </a:lnTo>
                    <a:lnTo>
                      <a:pt x="75" y="1329"/>
                    </a:lnTo>
                    <a:lnTo>
                      <a:pt x="25" y="1529"/>
                    </a:lnTo>
                    <a:lnTo>
                      <a:pt x="0" y="1730"/>
                    </a:lnTo>
                    <a:lnTo>
                      <a:pt x="0" y="1930"/>
                    </a:lnTo>
                    <a:lnTo>
                      <a:pt x="25" y="2143"/>
                    </a:lnTo>
                    <a:lnTo>
                      <a:pt x="10465" y="64121"/>
                    </a:lnTo>
                    <a:lnTo>
                      <a:pt x="14439" y="64121"/>
                    </a:lnTo>
                    <a:lnTo>
                      <a:pt x="3635"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6">
                <a:extLst>
                  <a:ext uri="{FF2B5EF4-FFF2-40B4-BE49-F238E27FC236}">
                    <a16:creationId xmlns:a16="http://schemas.microsoft.com/office/drawing/2014/main" id="{089DACAF-A246-D0C6-A72D-289475683478}"/>
                  </a:ext>
                </a:extLst>
              </p:cNvPr>
              <p:cNvSpPr/>
              <p:nvPr/>
            </p:nvSpPr>
            <p:spPr>
              <a:xfrm>
                <a:off x="6371744" y="3152058"/>
                <a:ext cx="417542" cy="300906"/>
              </a:xfrm>
              <a:custGeom>
                <a:avLst/>
                <a:gdLst/>
                <a:ahLst/>
                <a:cxnLst/>
                <a:rect l="l" t="t" r="r" b="b"/>
                <a:pathLst>
                  <a:path w="18576" h="13387" extrusionOk="0">
                    <a:moveTo>
                      <a:pt x="11569" y="1"/>
                    </a:moveTo>
                    <a:lnTo>
                      <a:pt x="11055" y="13"/>
                    </a:lnTo>
                    <a:lnTo>
                      <a:pt x="10554" y="51"/>
                    </a:lnTo>
                    <a:lnTo>
                      <a:pt x="10040" y="101"/>
                    </a:lnTo>
                    <a:lnTo>
                      <a:pt x="9539" y="176"/>
                    </a:lnTo>
                    <a:lnTo>
                      <a:pt x="9038" y="264"/>
                    </a:lnTo>
                    <a:lnTo>
                      <a:pt x="8536" y="377"/>
                    </a:lnTo>
                    <a:lnTo>
                      <a:pt x="8047" y="515"/>
                    </a:lnTo>
                    <a:lnTo>
                      <a:pt x="7559" y="665"/>
                    </a:lnTo>
                    <a:lnTo>
                      <a:pt x="7082" y="841"/>
                    </a:lnTo>
                    <a:lnTo>
                      <a:pt x="6619" y="1029"/>
                    </a:lnTo>
                    <a:lnTo>
                      <a:pt x="6155" y="1242"/>
                    </a:lnTo>
                    <a:lnTo>
                      <a:pt x="5704" y="1467"/>
                    </a:lnTo>
                    <a:lnTo>
                      <a:pt x="5252" y="1718"/>
                    </a:lnTo>
                    <a:lnTo>
                      <a:pt x="4814" y="1994"/>
                    </a:lnTo>
                    <a:lnTo>
                      <a:pt x="4400" y="2282"/>
                    </a:lnTo>
                    <a:lnTo>
                      <a:pt x="3974" y="2583"/>
                    </a:lnTo>
                    <a:lnTo>
                      <a:pt x="1279" y="4651"/>
                    </a:lnTo>
                    <a:lnTo>
                      <a:pt x="1104" y="4789"/>
                    </a:lnTo>
                    <a:lnTo>
                      <a:pt x="941" y="4952"/>
                    </a:lnTo>
                    <a:lnTo>
                      <a:pt x="791" y="5115"/>
                    </a:lnTo>
                    <a:lnTo>
                      <a:pt x="653" y="5290"/>
                    </a:lnTo>
                    <a:lnTo>
                      <a:pt x="527" y="5465"/>
                    </a:lnTo>
                    <a:lnTo>
                      <a:pt x="415" y="5653"/>
                    </a:lnTo>
                    <a:lnTo>
                      <a:pt x="314" y="5854"/>
                    </a:lnTo>
                    <a:lnTo>
                      <a:pt x="227" y="6055"/>
                    </a:lnTo>
                    <a:lnTo>
                      <a:pt x="151" y="6255"/>
                    </a:lnTo>
                    <a:lnTo>
                      <a:pt x="89" y="6468"/>
                    </a:lnTo>
                    <a:lnTo>
                      <a:pt x="51" y="6681"/>
                    </a:lnTo>
                    <a:lnTo>
                      <a:pt x="13" y="6907"/>
                    </a:lnTo>
                    <a:lnTo>
                      <a:pt x="1" y="7120"/>
                    </a:lnTo>
                    <a:lnTo>
                      <a:pt x="1" y="7345"/>
                    </a:lnTo>
                    <a:lnTo>
                      <a:pt x="13" y="7571"/>
                    </a:lnTo>
                    <a:lnTo>
                      <a:pt x="39" y="7797"/>
                    </a:lnTo>
                    <a:lnTo>
                      <a:pt x="991" y="13387"/>
                    </a:lnTo>
                    <a:lnTo>
                      <a:pt x="6343" y="10191"/>
                    </a:lnTo>
                    <a:lnTo>
                      <a:pt x="6581" y="10228"/>
                    </a:lnTo>
                    <a:lnTo>
                      <a:pt x="7258" y="10316"/>
                    </a:lnTo>
                    <a:lnTo>
                      <a:pt x="8298" y="10429"/>
                    </a:lnTo>
                    <a:lnTo>
                      <a:pt x="8925" y="10491"/>
                    </a:lnTo>
                    <a:lnTo>
                      <a:pt x="9614" y="10542"/>
                    </a:lnTo>
                    <a:lnTo>
                      <a:pt x="10354" y="10592"/>
                    </a:lnTo>
                    <a:lnTo>
                      <a:pt x="11131" y="10629"/>
                    </a:lnTo>
                    <a:lnTo>
                      <a:pt x="11945" y="10642"/>
                    </a:lnTo>
                    <a:lnTo>
                      <a:pt x="12772" y="10642"/>
                    </a:lnTo>
                    <a:lnTo>
                      <a:pt x="13625" y="10629"/>
                    </a:lnTo>
                    <a:lnTo>
                      <a:pt x="14477" y="10579"/>
                    </a:lnTo>
                    <a:lnTo>
                      <a:pt x="14903" y="10554"/>
                    </a:lnTo>
                    <a:lnTo>
                      <a:pt x="15317" y="10504"/>
                    </a:lnTo>
                    <a:lnTo>
                      <a:pt x="15743" y="10466"/>
                    </a:lnTo>
                    <a:lnTo>
                      <a:pt x="16144" y="10404"/>
                    </a:lnTo>
                    <a:lnTo>
                      <a:pt x="16269" y="10379"/>
                    </a:lnTo>
                    <a:lnTo>
                      <a:pt x="16395" y="10354"/>
                    </a:lnTo>
                    <a:lnTo>
                      <a:pt x="16507" y="10303"/>
                    </a:lnTo>
                    <a:lnTo>
                      <a:pt x="16620" y="10253"/>
                    </a:lnTo>
                    <a:lnTo>
                      <a:pt x="16733" y="10191"/>
                    </a:lnTo>
                    <a:lnTo>
                      <a:pt x="16833" y="10128"/>
                    </a:lnTo>
                    <a:lnTo>
                      <a:pt x="16921" y="10053"/>
                    </a:lnTo>
                    <a:lnTo>
                      <a:pt x="17009" y="9965"/>
                    </a:lnTo>
                    <a:lnTo>
                      <a:pt x="17097" y="9877"/>
                    </a:lnTo>
                    <a:lnTo>
                      <a:pt x="17172" y="9777"/>
                    </a:lnTo>
                    <a:lnTo>
                      <a:pt x="17234" y="9677"/>
                    </a:lnTo>
                    <a:lnTo>
                      <a:pt x="17297" y="9576"/>
                    </a:lnTo>
                    <a:lnTo>
                      <a:pt x="17347" y="9464"/>
                    </a:lnTo>
                    <a:lnTo>
                      <a:pt x="17385" y="9338"/>
                    </a:lnTo>
                    <a:lnTo>
                      <a:pt x="17422" y="9226"/>
                    </a:lnTo>
                    <a:lnTo>
                      <a:pt x="17435" y="9100"/>
                    </a:lnTo>
                    <a:lnTo>
                      <a:pt x="18563" y="1480"/>
                    </a:lnTo>
                    <a:lnTo>
                      <a:pt x="18575" y="1342"/>
                    </a:lnTo>
                    <a:lnTo>
                      <a:pt x="18563" y="1204"/>
                    </a:lnTo>
                    <a:lnTo>
                      <a:pt x="18550" y="1054"/>
                    </a:lnTo>
                    <a:lnTo>
                      <a:pt x="18513" y="928"/>
                    </a:lnTo>
                    <a:lnTo>
                      <a:pt x="18475" y="791"/>
                    </a:lnTo>
                    <a:lnTo>
                      <a:pt x="18413" y="678"/>
                    </a:lnTo>
                    <a:lnTo>
                      <a:pt x="18337" y="565"/>
                    </a:lnTo>
                    <a:lnTo>
                      <a:pt x="18262" y="452"/>
                    </a:lnTo>
                    <a:lnTo>
                      <a:pt x="18162" y="352"/>
                    </a:lnTo>
                    <a:lnTo>
                      <a:pt x="18062" y="264"/>
                    </a:lnTo>
                    <a:lnTo>
                      <a:pt x="17949" y="189"/>
                    </a:lnTo>
                    <a:lnTo>
                      <a:pt x="17823" y="126"/>
                    </a:lnTo>
                    <a:lnTo>
                      <a:pt x="17698" y="76"/>
                    </a:lnTo>
                    <a:lnTo>
                      <a:pt x="17560" y="39"/>
                    </a:lnTo>
                    <a:lnTo>
                      <a:pt x="17422" y="13"/>
                    </a:lnTo>
                    <a:lnTo>
                      <a:pt x="17272"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6">
                <a:extLst>
                  <a:ext uri="{FF2B5EF4-FFF2-40B4-BE49-F238E27FC236}">
                    <a16:creationId xmlns:a16="http://schemas.microsoft.com/office/drawing/2014/main" id="{503ACDED-F723-DE2D-99AC-E29047D63A1F}"/>
                  </a:ext>
                </a:extLst>
              </p:cNvPr>
              <p:cNvSpPr/>
              <p:nvPr/>
            </p:nvSpPr>
            <p:spPr>
              <a:xfrm>
                <a:off x="4539445" y="3468990"/>
                <a:ext cx="1796559" cy="1069727"/>
              </a:xfrm>
              <a:custGeom>
                <a:avLst/>
                <a:gdLst/>
                <a:ahLst/>
                <a:cxnLst/>
                <a:rect l="l" t="t" r="r" b="b"/>
                <a:pathLst>
                  <a:path w="79927" h="47591" extrusionOk="0">
                    <a:moveTo>
                      <a:pt x="51738" y="1"/>
                    </a:moveTo>
                    <a:lnTo>
                      <a:pt x="50698" y="176"/>
                    </a:lnTo>
                    <a:lnTo>
                      <a:pt x="47916" y="640"/>
                    </a:lnTo>
                    <a:lnTo>
                      <a:pt x="43930" y="1330"/>
                    </a:lnTo>
                    <a:lnTo>
                      <a:pt x="41649" y="1731"/>
                    </a:lnTo>
                    <a:lnTo>
                      <a:pt x="39255" y="2157"/>
                    </a:lnTo>
                    <a:lnTo>
                      <a:pt x="36824" y="2608"/>
                    </a:lnTo>
                    <a:lnTo>
                      <a:pt x="34430" y="3059"/>
                    </a:lnTo>
                    <a:lnTo>
                      <a:pt x="32111" y="3523"/>
                    </a:lnTo>
                    <a:lnTo>
                      <a:pt x="29955" y="3962"/>
                    </a:lnTo>
                    <a:lnTo>
                      <a:pt x="28965" y="4187"/>
                    </a:lnTo>
                    <a:lnTo>
                      <a:pt x="28038" y="4400"/>
                    </a:lnTo>
                    <a:lnTo>
                      <a:pt x="27173" y="4601"/>
                    </a:lnTo>
                    <a:lnTo>
                      <a:pt x="26396" y="4801"/>
                    </a:lnTo>
                    <a:lnTo>
                      <a:pt x="25706" y="4989"/>
                    </a:lnTo>
                    <a:lnTo>
                      <a:pt x="25105" y="5165"/>
                    </a:lnTo>
                    <a:lnTo>
                      <a:pt x="24616" y="5328"/>
                    </a:lnTo>
                    <a:lnTo>
                      <a:pt x="24416" y="5403"/>
                    </a:lnTo>
                    <a:lnTo>
                      <a:pt x="24240" y="5478"/>
                    </a:lnTo>
                    <a:lnTo>
                      <a:pt x="24115" y="5553"/>
                    </a:lnTo>
                    <a:lnTo>
                      <a:pt x="23964" y="5691"/>
                    </a:lnTo>
                    <a:lnTo>
                      <a:pt x="23789" y="5867"/>
                    </a:lnTo>
                    <a:lnTo>
                      <a:pt x="23588" y="6092"/>
                    </a:lnTo>
                    <a:lnTo>
                      <a:pt x="23350" y="6355"/>
                    </a:lnTo>
                    <a:lnTo>
                      <a:pt x="23100" y="6669"/>
                    </a:lnTo>
                    <a:lnTo>
                      <a:pt x="22523" y="7433"/>
                    </a:lnTo>
                    <a:lnTo>
                      <a:pt x="21871" y="8336"/>
                    </a:lnTo>
                    <a:lnTo>
                      <a:pt x="21132" y="9401"/>
                    </a:lnTo>
                    <a:lnTo>
                      <a:pt x="20330" y="10579"/>
                    </a:lnTo>
                    <a:lnTo>
                      <a:pt x="19465" y="11883"/>
                    </a:lnTo>
                    <a:lnTo>
                      <a:pt x="18537" y="13286"/>
                    </a:lnTo>
                    <a:lnTo>
                      <a:pt x="17572" y="14790"/>
                    </a:lnTo>
                    <a:lnTo>
                      <a:pt x="16570" y="16357"/>
                    </a:lnTo>
                    <a:lnTo>
                      <a:pt x="15542" y="17999"/>
                    </a:lnTo>
                    <a:lnTo>
                      <a:pt x="13411" y="21408"/>
                    </a:lnTo>
                    <a:lnTo>
                      <a:pt x="11243" y="24905"/>
                    </a:lnTo>
                    <a:lnTo>
                      <a:pt x="9100" y="28402"/>
                    </a:lnTo>
                    <a:lnTo>
                      <a:pt x="7057" y="31773"/>
                    </a:lnTo>
                    <a:lnTo>
                      <a:pt x="5152" y="34906"/>
                    </a:lnTo>
                    <a:lnTo>
                      <a:pt x="3460" y="37726"/>
                    </a:lnTo>
                    <a:lnTo>
                      <a:pt x="953" y="41925"/>
                    </a:lnTo>
                    <a:lnTo>
                      <a:pt x="0" y="43517"/>
                    </a:lnTo>
                    <a:lnTo>
                      <a:pt x="6405" y="47590"/>
                    </a:lnTo>
                    <a:lnTo>
                      <a:pt x="29868" y="15605"/>
                    </a:lnTo>
                    <a:lnTo>
                      <a:pt x="55699" y="16019"/>
                    </a:lnTo>
                    <a:lnTo>
                      <a:pt x="55937" y="15931"/>
                    </a:lnTo>
                    <a:lnTo>
                      <a:pt x="56626" y="15693"/>
                    </a:lnTo>
                    <a:lnTo>
                      <a:pt x="57692" y="15304"/>
                    </a:lnTo>
                    <a:lnTo>
                      <a:pt x="59083" y="14765"/>
                    </a:lnTo>
                    <a:lnTo>
                      <a:pt x="59873" y="14452"/>
                    </a:lnTo>
                    <a:lnTo>
                      <a:pt x="60737" y="14101"/>
                    </a:lnTo>
                    <a:lnTo>
                      <a:pt x="61640" y="13712"/>
                    </a:lnTo>
                    <a:lnTo>
                      <a:pt x="62592" y="13299"/>
                    </a:lnTo>
                    <a:lnTo>
                      <a:pt x="63595" y="12860"/>
                    </a:lnTo>
                    <a:lnTo>
                      <a:pt x="64610" y="12384"/>
                    </a:lnTo>
                    <a:lnTo>
                      <a:pt x="65663" y="11883"/>
                    </a:lnTo>
                    <a:lnTo>
                      <a:pt x="66716" y="11356"/>
                    </a:lnTo>
                    <a:lnTo>
                      <a:pt x="67794" y="10805"/>
                    </a:lnTo>
                    <a:lnTo>
                      <a:pt x="68859" y="10216"/>
                    </a:lnTo>
                    <a:lnTo>
                      <a:pt x="69924" y="9614"/>
                    </a:lnTo>
                    <a:lnTo>
                      <a:pt x="70977" y="8987"/>
                    </a:lnTo>
                    <a:lnTo>
                      <a:pt x="71491" y="8662"/>
                    </a:lnTo>
                    <a:lnTo>
                      <a:pt x="72005" y="8336"/>
                    </a:lnTo>
                    <a:lnTo>
                      <a:pt x="72519" y="8010"/>
                    </a:lnTo>
                    <a:lnTo>
                      <a:pt x="73008" y="7671"/>
                    </a:lnTo>
                    <a:lnTo>
                      <a:pt x="73497" y="7320"/>
                    </a:lnTo>
                    <a:lnTo>
                      <a:pt x="73985" y="6982"/>
                    </a:lnTo>
                    <a:lnTo>
                      <a:pt x="74449" y="6631"/>
                    </a:lnTo>
                    <a:lnTo>
                      <a:pt x="74913" y="6268"/>
                    </a:lnTo>
                    <a:lnTo>
                      <a:pt x="75351" y="5904"/>
                    </a:lnTo>
                    <a:lnTo>
                      <a:pt x="75790" y="5541"/>
                    </a:lnTo>
                    <a:lnTo>
                      <a:pt x="76204" y="5165"/>
                    </a:lnTo>
                    <a:lnTo>
                      <a:pt x="76605" y="4789"/>
                    </a:lnTo>
                    <a:lnTo>
                      <a:pt x="76993" y="4413"/>
                    </a:lnTo>
                    <a:lnTo>
                      <a:pt x="77357" y="4024"/>
                    </a:lnTo>
                    <a:lnTo>
                      <a:pt x="77708" y="3648"/>
                    </a:lnTo>
                    <a:lnTo>
                      <a:pt x="78046" y="3247"/>
                    </a:lnTo>
                    <a:lnTo>
                      <a:pt x="78359" y="2859"/>
                    </a:lnTo>
                    <a:lnTo>
                      <a:pt x="78648" y="2458"/>
                    </a:lnTo>
                    <a:lnTo>
                      <a:pt x="78923" y="2056"/>
                    </a:lnTo>
                    <a:lnTo>
                      <a:pt x="79174" y="1655"/>
                    </a:lnTo>
                    <a:lnTo>
                      <a:pt x="79400" y="1242"/>
                    </a:lnTo>
                    <a:lnTo>
                      <a:pt x="79600" y="828"/>
                    </a:lnTo>
                    <a:lnTo>
                      <a:pt x="79776" y="415"/>
                    </a:lnTo>
                    <a:lnTo>
                      <a:pt x="79926"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6">
                <a:extLst>
                  <a:ext uri="{FF2B5EF4-FFF2-40B4-BE49-F238E27FC236}">
                    <a16:creationId xmlns:a16="http://schemas.microsoft.com/office/drawing/2014/main" id="{6C227407-36F1-08C2-B5B2-A3781F7CDA47}"/>
                  </a:ext>
                </a:extLst>
              </p:cNvPr>
              <p:cNvSpPr/>
              <p:nvPr/>
            </p:nvSpPr>
            <p:spPr>
              <a:xfrm>
                <a:off x="4501975" y="4419519"/>
                <a:ext cx="211311" cy="208771"/>
              </a:xfrm>
              <a:custGeom>
                <a:avLst/>
                <a:gdLst/>
                <a:ahLst/>
                <a:cxnLst/>
                <a:rect l="l" t="t" r="r" b="b"/>
                <a:pathLst>
                  <a:path w="9401" h="9288" extrusionOk="0">
                    <a:moveTo>
                      <a:pt x="4187" y="1"/>
                    </a:moveTo>
                    <a:lnTo>
                      <a:pt x="4086" y="189"/>
                    </a:lnTo>
                    <a:lnTo>
                      <a:pt x="3786" y="702"/>
                    </a:lnTo>
                    <a:lnTo>
                      <a:pt x="3334" y="1442"/>
                    </a:lnTo>
                    <a:lnTo>
                      <a:pt x="3071" y="1868"/>
                    </a:lnTo>
                    <a:lnTo>
                      <a:pt x="2770" y="2307"/>
                    </a:lnTo>
                    <a:lnTo>
                      <a:pt x="2457" y="2758"/>
                    </a:lnTo>
                    <a:lnTo>
                      <a:pt x="2119" y="3209"/>
                    </a:lnTo>
                    <a:lnTo>
                      <a:pt x="1768" y="3648"/>
                    </a:lnTo>
                    <a:lnTo>
                      <a:pt x="1417" y="4061"/>
                    </a:lnTo>
                    <a:lnTo>
                      <a:pt x="1241" y="4262"/>
                    </a:lnTo>
                    <a:lnTo>
                      <a:pt x="1053" y="4437"/>
                    </a:lnTo>
                    <a:lnTo>
                      <a:pt x="878" y="4613"/>
                    </a:lnTo>
                    <a:lnTo>
                      <a:pt x="702" y="4763"/>
                    </a:lnTo>
                    <a:lnTo>
                      <a:pt x="527" y="4901"/>
                    </a:lnTo>
                    <a:lnTo>
                      <a:pt x="339" y="5026"/>
                    </a:lnTo>
                    <a:lnTo>
                      <a:pt x="176" y="5127"/>
                    </a:lnTo>
                    <a:lnTo>
                      <a:pt x="0" y="5214"/>
                    </a:lnTo>
                    <a:lnTo>
                      <a:pt x="13" y="5377"/>
                    </a:lnTo>
                    <a:lnTo>
                      <a:pt x="38" y="5553"/>
                    </a:lnTo>
                    <a:lnTo>
                      <a:pt x="63" y="5778"/>
                    </a:lnTo>
                    <a:lnTo>
                      <a:pt x="113" y="6054"/>
                    </a:lnTo>
                    <a:lnTo>
                      <a:pt x="188" y="6367"/>
                    </a:lnTo>
                    <a:lnTo>
                      <a:pt x="289" y="6693"/>
                    </a:lnTo>
                    <a:lnTo>
                      <a:pt x="427" y="7044"/>
                    </a:lnTo>
                    <a:lnTo>
                      <a:pt x="502" y="7220"/>
                    </a:lnTo>
                    <a:lnTo>
                      <a:pt x="577" y="7395"/>
                    </a:lnTo>
                    <a:lnTo>
                      <a:pt x="677" y="7571"/>
                    </a:lnTo>
                    <a:lnTo>
                      <a:pt x="778" y="7746"/>
                    </a:lnTo>
                    <a:lnTo>
                      <a:pt x="890" y="7922"/>
                    </a:lnTo>
                    <a:lnTo>
                      <a:pt x="1016" y="8085"/>
                    </a:lnTo>
                    <a:lnTo>
                      <a:pt x="1154" y="8235"/>
                    </a:lnTo>
                    <a:lnTo>
                      <a:pt x="1291" y="8398"/>
                    </a:lnTo>
                    <a:lnTo>
                      <a:pt x="1454" y="8536"/>
                    </a:lnTo>
                    <a:lnTo>
                      <a:pt x="1617" y="8661"/>
                    </a:lnTo>
                    <a:lnTo>
                      <a:pt x="1805" y="8786"/>
                    </a:lnTo>
                    <a:lnTo>
                      <a:pt x="1993" y="8899"/>
                    </a:lnTo>
                    <a:lnTo>
                      <a:pt x="2206" y="8999"/>
                    </a:lnTo>
                    <a:lnTo>
                      <a:pt x="2419" y="9075"/>
                    </a:lnTo>
                    <a:lnTo>
                      <a:pt x="2658" y="9137"/>
                    </a:lnTo>
                    <a:lnTo>
                      <a:pt x="2908" y="9187"/>
                    </a:lnTo>
                    <a:lnTo>
                      <a:pt x="3410" y="9250"/>
                    </a:lnTo>
                    <a:lnTo>
                      <a:pt x="3873" y="9275"/>
                    </a:lnTo>
                    <a:lnTo>
                      <a:pt x="4287" y="9288"/>
                    </a:lnTo>
                    <a:lnTo>
                      <a:pt x="4663" y="9263"/>
                    </a:lnTo>
                    <a:lnTo>
                      <a:pt x="5001" y="9225"/>
                    </a:lnTo>
                    <a:lnTo>
                      <a:pt x="5315" y="9162"/>
                    </a:lnTo>
                    <a:lnTo>
                      <a:pt x="5578" y="9100"/>
                    </a:lnTo>
                    <a:lnTo>
                      <a:pt x="5816" y="9025"/>
                    </a:lnTo>
                    <a:lnTo>
                      <a:pt x="6017" y="8937"/>
                    </a:lnTo>
                    <a:lnTo>
                      <a:pt x="6192" y="8849"/>
                    </a:lnTo>
                    <a:lnTo>
                      <a:pt x="6342" y="8774"/>
                    </a:lnTo>
                    <a:lnTo>
                      <a:pt x="6455" y="8699"/>
                    </a:lnTo>
                    <a:lnTo>
                      <a:pt x="6606" y="8586"/>
                    </a:lnTo>
                    <a:lnTo>
                      <a:pt x="6643" y="8536"/>
                    </a:lnTo>
                    <a:lnTo>
                      <a:pt x="9401" y="2307"/>
                    </a:lnTo>
                    <a:lnTo>
                      <a:pt x="4187"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a:extLst>
                  <a:ext uri="{FF2B5EF4-FFF2-40B4-BE49-F238E27FC236}">
                    <a16:creationId xmlns:a16="http://schemas.microsoft.com/office/drawing/2014/main" id="{23687F72-14DD-5F43-E789-B06AA685A52C}"/>
                  </a:ext>
                </a:extLst>
              </p:cNvPr>
              <p:cNvSpPr/>
              <p:nvPr/>
            </p:nvSpPr>
            <p:spPr>
              <a:xfrm>
                <a:off x="4232358" y="4461777"/>
                <a:ext cx="422060" cy="263706"/>
              </a:xfrm>
              <a:custGeom>
                <a:avLst/>
                <a:gdLst/>
                <a:ahLst/>
                <a:cxnLst/>
                <a:rect l="l" t="t" r="r" b="b"/>
                <a:pathLst>
                  <a:path w="18777" h="11732" extrusionOk="0">
                    <a:moveTo>
                      <a:pt x="2119" y="1"/>
                    </a:moveTo>
                    <a:lnTo>
                      <a:pt x="2069" y="13"/>
                    </a:lnTo>
                    <a:lnTo>
                      <a:pt x="1944" y="38"/>
                    </a:lnTo>
                    <a:lnTo>
                      <a:pt x="1793" y="101"/>
                    </a:lnTo>
                    <a:lnTo>
                      <a:pt x="1643" y="176"/>
                    </a:lnTo>
                    <a:lnTo>
                      <a:pt x="1467" y="264"/>
                    </a:lnTo>
                    <a:lnTo>
                      <a:pt x="1292" y="364"/>
                    </a:lnTo>
                    <a:lnTo>
                      <a:pt x="1116" y="477"/>
                    </a:lnTo>
                    <a:lnTo>
                      <a:pt x="941" y="602"/>
                    </a:lnTo>
                    <a:lnTo>
                      <a:pt x="765" y="727"/>
                    </a:lnTo>
                    <a:lnTo>
                      <a:pt x="603" y="853"/>
                    </a:lnTo>
                    <a:lnTo>
                      <a:pt x="452" y="991"/>
                    </a:lnTo>
                    <a:lnTo>
                      <a:pt x="314" y="1129"/>
                    </a:lnTo>
                    <a:lnTo>
                      <a:pt x="201" y="1254"/>
                    </a:lnTo>
                    <a:lnTo>
                      <a:pt x="114" y="1379"/>
                    </a:lnTo>
                    <a:lnTo>
                      <a:pt x="39" y="1505"/>
                    </a:lnTo>
                    <a:lnTo>
                      <a:pt x="13" y="1617"/>
                    </a:lnTo>
                    <a:lnTo>
                      <a:pt x="1" y="1667"/>
                    </a:lnTo>
                    <a:lnTo>
                      <a:pt x="1" y="1718"/>
                    </a:lnTo>
                    <a:lnTo>
                      <a:pt x="39" y="1830"/>
                    </a:lnTo>
                    <a:lnTo>
                      <a:pt x="89" y="1993"/>
                    </a:lnTo>
                    <a:lnTo>
                      <a:pt x="164" y="2181"/>
                    </a:lnTo>
                    <a:lnTo>
                      <a:pt x="264" y="2407"/>
                    </a:lnTo>
                    <a:lnTo>
                      <a:pt x="377" y="2645"/>
                    </a:lnTo>
                    <a:lnTo>
                      <a:pt x="515" y="2921"/>
                    </a:lnTo>
                    <a:lnTo>
                      <a:pt x="665" y="3184"/>
                    </a:lnTo>
                    <a:lnTo>
                      <a:pt x="841" y="3472"/>
                    </a:lnTo>
                    <a:lnTo>
                      <a:pt x="1016" y="3761"/>
                    </a:lnTo>
                    <a:lnTo>
                      <a:pt x="1217" y="4036"/>
                    </a:lnTo>
                    <a:lnTo>
                      <a:pt x="1417" y="4299"/>
                    </a:lnTo>
                    <a:lnTo>
                      <a:pt x="1630" y="4550"/>
                    </a:lnTo>
                    <a:lnTo>
                      <a:pt x="1856" y="4776"/>
                    </a:lnTo>
                    <a:lnTo>
                      <a:pt x="2081" y="4976"/>
                    </a:lnTo>
                    <a:lnTo>
                      <a:pt x="2194" y="5064"/>
                    </a:lnTo>
                    <a:lnTo>
                      <a:pt x="2307" y="5139"/>
                    </a:lnTo>
                    <a:lnTo>
                      <a:pt x="2420" y="5202"/>
                    </a:lnTo>
                    <a:lnTo>
                      <a:pt x="2545" y="5265"/>
                    </a:lnTo>
                    <a:lnTo>
                      <a:pt x="17209" y="11732"/>
                    </a:lnTo>
                    <a:lnTo>
                      <a:pt x="17410" y="11581"/>
                    </a:lnTo>
                    <a:lnTo>
                      <a:pt x="17598" y="11406"/>
                    </a:lnTo>
                    <a:lnTo>
                      <a:pt x="17761" y="11230"/>
                    </a:lnTo>
                    <a:lnTo>
                      <a:pt x="17911" y="11042"/>
                    </a:lnTo>
                    <a:lnTo>
                      <a:pt x="18049" y="10842"/>
                    </a:lnTo>
                    <a:lnTo>
                      <a:pt x="18162" y="10654"/>
                    </a:lnTo>
                    <a:lnTo>
                      <a:pt x="18275" y="10441"/>
                    </a:lnTo>
                    <a:lnTo>
                      <a:pt x="18375" y="10240"/>
                    </a:lnTo>
                    <a:lnTo>
                      <a:pt x="18450" y="10027"/>
                    </a:lnTo>
                    <a:lnTo>
                      <a:pt x="18525" y="9827"/>
                    </a:lnTo>
                    <a:lnTo>
                      <a:pt x="18588" y="9614"/>
                    </a:lnTo>
                    <a:lnTo>
                      <a:pt x="18638" y="9401"/>
                    </a:lnTo>
                    <a:lnTo>
                      <a:pt x="18688" y="9187"/>
                    </a:lnTo>
                    <a:lnTo>
                      <a:pt x="18713" y="8974"/>
                    </a:lnTo>
                    <a:lnTo>
                      <a:pt x="18764" y="8573"/>
                    </a:lnTo>
                    <a:lnTo>
                      <a:pt x="18776" y="8185"/>
                    </a:lnTo>
                    <a:lnTo>
                      <a:pt x="18776" y="7821"/>
                    </a:lnTo>
                    <a:lnTo>
                      <a:pt x="18764" y="7495"/>
                    </a:lnTo>
                    <a:lnTo>
                      <a:pt x="18726" y="7220"/>
                    </a:lnTo>
                    <a:lnTo>
                      <a:pt x="18701" y="6982"/>
                    </a:lnTo>
                    <a:lnTo>
                      <a:pt x="18676" y="6806"/>
                    </a:lnTo>
                    <a:lnTo>
                      <a:pt x="18638" y="6656"/>
                    </a:lnTo>
                    <a:lnTo>
                      <a:pt x="18488" y="6718"/>
                    </a:lnTo>
                    <a:lnTo>
                      <a:pt x="18312" y="6781"/>
                    </a:lnTo>
                    <a:lnTo>
                      <a:pt x="18137" y="6831"/>
                    </a:lnTo>
                    <a:lnTo>
                      <a:pt x="17961" y="6869"/>
                    </a:lnTo>
                    <a:lnTo>
                      <a:pt x="17773" y="6906"/>
                    </a:lnTo>
                    <a:lnTo>
                      <a:pt x="17573" y="6931"/>
                    </a:lnTo>
                    <a:lnTo>
                      <a:pt x="17172" y="6957"/>
                    </a:lnTo>
                    <a:lnTo>
                      <a:pt x="16758" y="6969"/>
                    </a:lnTo>
                    <a:lnTo>
                      <a:pt x="16345" y="6957"/>
                    </a:lnTo>
                    <a:lnTo>
                      <a:pt x="15931" y="6919"/>
                    </a:lnTo>
                    <a:lnTo>
                      <a:pt x="15542" y="6881"/>
                    </a:lnTo>
                    <a:lnTo>
                      <a:pt x="15154" y="6831"/>
                    </a:lnTo>
                    <a:lnTo>
                      <a:pt x="14803" y="6769"/>
                    </a:lnTo>
                    <a:lnTo>
                      <a:pt x="14214" y="6656"/>
                    </a:lnTo>
                    <a:lnTo>
                      <a:pt x="13813" y="6568"/>
                    </a:lnTo>
                    <a:lnTo>
                      <a:pt x="13662" y="6530"/>
                    </a:lnTo>
                    <a:lnTo>
                      <a:pt x="13825" y="6455"/>
                    </a:lnTo>
                    <a:lnTo>
                      <a:pt x="14001" y="6355"/>
                    </a:lnTo>
                    <a:lnTo>
                      <a:pt x="14164" y="6255"/>
                    </a:lnTo>
                    <a:lnTo>
                      <a:pt x="14339" y="6142"/>
                    </a:lnTo>
                    <a:lnTo>
                      <a:pt x="14678" y="5879"/>
                    </a:lnTo>
                    <a:lnTo>
                      <a:pt x="14991" y="5615"/>
                    </a:lnTo>
                    <a:lnTo>
                      <a:pt x="15267" y="5365"/>
                    </a:lnTo>
                    <a:lnTo>
                      <a:pt x="15467" y="5139"/>
                    </a:lnTo>
                    <a:lnTo>
                      <a:pt x="15555" y="5039"/>
                    </a:lnTo>
                    <a:lnTo>
                      <a:pt x="15605" y="4964"/>
                    </a:lnTo>
                    <a:lnTo>
                      <a:pt x="15630" y="4889"/>
                    </a:lnTo>
                    <a:lnTo>
                      <a:pt x="15643" y="4851"/>
                    </a:lnTo>
                    <a:lnTo>
                      <a:pt x="15605" y="4776"/>
                    </a:lnTo>
                    <a:lnTo>
                      <a:pt x="15517" y="4650"/>
                    </a:lnTo>
                    <a:lnTo>
                      <a:pt x="15254" y="4262"/>
                    </a:lnTo>
                    <a:lnTo>
                      <a:pt x="15066" y="4024"/>
                    </a:lnTo>
                    <a:lnTo>
                      <a:pt x="14853" y="3748"/>
                    </a:lnTo>
                    <a:lnTo>
                      <a:pt x="14627" y="3472"/>
                    </a:lnTo>
                    <a:lnTo>
                      <a:pt x="14389" y="3197"/>
                    </a:lnTo>
                    <a:lnTo>
                      <a:pt x="14139" y="2933"/>
                    </a:lnTo>
                    <a:lnTo>
                      <a:pt x="13875" y="2683"/>
                    </a:lnTo>
                    <a:lnTo>
                      <a:pt x="13625" y="2470"/>
                    </a:lnTo>
                    <a:lnTo>
                      <a:pt x="13499" y="2369"/>
                    </a:lnTo>
                    <a:lnTo>
                      <a:pt x="13374" y="2282"/>
                    </a:lnTo>
                    <a:lnTo>
                      <a:pt x="13261" y="2219"/>
                    </a:lnTo>
                    <a:lnTo>
                      <a:pt x="13136" y="2156"/>
                    </a:lnTo>
                    <a:lnTo>
                      <a:pt x="13036" y="2106"/>
                    </a:lnTo>
                    <a:lnTo>
                      <a:pt x="12923" y="2081"/>
                    </a:lnTo>
                    <a:lnTo>
                      <a:pt x="12823" y="2069"/>
                    </a:lnTo>
                    <a:lnTo>
                      <a:pt x="12722" y="2081"/>
                    </a:lnTo>
                    <a:lnTo>
                      <a:pt x="12635" y="2106"/>
                    </a:lnTo>
                    <a:lnTo>
                      <a:pt x="12547" y="2156"/>
                    </a:lnTo>
                    <a:lnTo>
                      <a:pt x="12459" y="2206"/>
                    </a:lnTo>
                    <a:lnTo>
                      <a:pt x="12334" y="2257"/>
                    </a:lnTo>
                    <a:lnTo>
                      <a:pt x="12171" y="2294"/>
                    </a:lnTo>
                    <a:lnTo>
                      <a:pt x="11995" y="2332"/>
                    </a:lnTo>
                    <a:lnTo>
                      <a:pt x="11782" y="2357"/>
                    </a:lnTo>
                    <a:lnTo>
                      <a:pt x="11544" y="2382"/>
                    </a:lnTo>
                    <a:lnTo>
                      <a:pt x="11030" y="2407"/>
                    </a:lnTo>
                    <a:lnTo>
                      <a:pt x="10429" y="2419"/>
                    </a:lnTo>
                    <a:lnTo>
                      <a:pt x="9790" y="2394"/>
                    </a:lnTo>
                    <a:lnTo>
                      <a:pt x="9113" y="2369"/>
                    </a:lnTo>
                    <a:lnTo>
                      <a:pt x="8423" y="2332"/>
                    </a:lnTo>
                    <a:lnTo>
                      <a:pt x="7734" y="2269"/>
                    </a:lnTo>
                    <a:lnTo>
                      <a:pt x="7057" y="2206"/>
                    </a:lnTo>
                    <a:lnTo>
                      <a:pt x="6431" y="2131"/>
                    </a:lnTo>
                    <a:lnTo>
                      <a:pt x="5842" y="2043"/>
                    </a:lnTo>
                    <a:lnTo>
                      <a:pt x="5328" y="1968"/>
                    </a:lnTo>
                    <a:lnTo>
                      <a:pt x="4889" y="1881"/>
                    </a:lnTo>
                    <a:lnTo>
                      <a:pt x="4563" y="1793"/>
                    </a:lnTo>
                    <a:lnTo>
                      <a:pt x="4450" y="1755"/>
                    </a:lnTo>
                    <a:lnTo>
                      <a:pt x="4363" y="1705"/>
                    </a:lnTo>
                    <a:lnTo>
                      <a:pt x="4162" y="1592"/>
                    </a:lnTo>
                    <a:lnTo>
                      <a:pt x="3974" y="1454"/>
                    </a:lnTo>
                    <a:lnTo>
                      <a:pt x="3799" y="1317"/>
                    </a:lnTo>
                    <a:lnTo>
                      <a:pt x="3623" y="1166"/>
                    </a:lnTo>
                    <a:lnTo>
                      <a:pt x="3322" y="865"/>
                    </a:lnTo>
                    <a:lnTo>
                      <a:pt x="3034" y="577"/>
                    </a:lnTo>
                    <a:lnTo>
                      <a:pt x="2771" y="326"/>
                    </a:lnTo>
                    <a:lnTo>
                      <a:pt x="2658" y="214"/>
                    </a:lnTo>
                    <a:lnTo>
                      <a:pt x="2533" y="126"/>
                    </a:lnTo>
                    <a:lnTo>
                      <a:pt x="2420" y="63"/>
                    </a:lnTo>
                    <a:lnTo>
                      <a:pt x="2295" y="13"/>
                    </a:lnTo>
                    <a:lnTo>
                      <a:pt x="218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a:extLst>
                  <a:ext uri="{FF2B5EF4-FFF2-40B4-BE49-F238E27FC236}">
                    <a16:creationId xmlns:a16="http://schemas.microsoft.com/office/drawing/2014/main" id="{03B38670-0F53-D17F-EF4C-EE0A2E9383B0}"/>
                  </a:ext>
                </a:extLst>
              </p:cNvPr>
              <p:cNvSpPr/>
              <p:nvPr/>
            </p:nvSpPr>
            <p:spPr>
              <a:xfrm>
                <a:off x="5715063" y="4447121"/>
                <a:ext cx="167075" cy="210749"/>
              </a:xfrm>
              <a:custGeom>
                <a:avLst/>
                <a:gdLst/>
                <a:ahLst/>
                <a:cxnLst/>
                <a:rect l="l" t="t" r="r" b="b"/>
                <a:pathLst>
                  <a:path w="7433" h="9376" extrusionOk="0">
                    <a:moveTo>
                      <a:pt x="627" y="1"/>
                    </a:moveTo>
                    <a:lnTo>
                      <a:pt x="665" y="226"/>
                    </a:lnTo>
                    <a:lnTo>
                      <a:pt x="715" y="853"/>
                    </a:lnTo>
                    <a:lnTo>
                      <a:pt x="752" y="1279"/>
                    </a:lnTo>
                    <a:lnTo>
                      <a:pt x="778" y="1768"/>
                    </a:lnTo>
                    <a:lnTo>
                      <a:pt x="803" y="2294"/>
                    </a:lnTo>
                    <a:lnTo>
                      <a:pt x="815" y="2858"/>
                    </a:lnTo>
                    <a:lnTo>
                      <a:pt x="815" y="3435"/>
                    </a:lnTo>
                    <a:lnTo>
                      <a:pt x="790" y="4011"/>
                    </a:lnTo>
                    <a:lnTo>
                      <a:pt x="740" y="4588"/>
                    </a:lnTo>
                    <a:lnTo>
                      <a:pt x="702" y="4864"/>
                    </a:lnTo>
                    <a:lnTo>
                      <a:pt x="665" y="5127"/>
                    </a:lnTo>
                    <a:lnTo>
                      <a:pt x="615" y="5390"/>
                    </a:lnTo>
                    <a:lnTo>
                      <a:pt x="552" y="5641"/>
                    </a:lnTo>
                    <a:lnTo>
                      <a:pt x="489" y="5879"/>
                    </a:lnTo>
                    <a:lnTo>
                      <a:pt x="414" y="6092"/>
                    </a:lnTo>
                    <a:lnTo>
                      <a:pt x="326" y="6305"/>
                    </a:lnTo>
                    <a:lnTo>
                      <a:pt x="226" y="6493"/>
                    </a:lnTo>
                    <a:lnTo>
                      <a:pt x="126" y="6669"/>
                    </a:lnTo>
                    <a:lnTo>
                      <a:pt x="0" y="6806"/>
                    </a:lnTo>
                    <a:lnTo>
                      <a:pt x="76" y="6944"/>
                    </a:lnTo>
                    <a:lnTo>
                      <a:pt x="163" y="7107"/>
                    </a:lnTo>
                    <a:lnTo>
                      <a:pt x="289" y="7295"/>
                    </a:lnTo>
                    <a:lnTo>
                      <a:pt x="452" y="7533"/>
                    </a:lnTo>
                    <a:lnTo>
                      <a:pt x="640" y="7784"/>
                    </a:lnTo>
                    <a:lnTo>
                      <a:pt x="865" y="8047"/>
                    </a:lnTo>
                    <a:lnTo>
                      <a:pt x="1128" y="8310"/>
                    </a:lnTo>
                    <a:lnTo>
                      <a:pt x="1266" y="8448"/>
                    </a:lnTo>
                    <a:lnTo>
                      <a:pt x="1417" y="8574"/>
                    </a:lnTo>
                    <a:lnTo>
                      <a:pt x="1567" y="8699"/>
                    </a:lnTo>
                    <a:lnTo>
                      <a:pt x="1743" y="8812"/>
                    </a:lnTo>
                    <a:lnTo>
                      <a:pt x="1906" y="8925"/>
                    </a:lnTo>
                    <a:lnTo>
                      <a:pt x="2094" y="9025"/>
                    </a:lnTo>
                    <a:lnTo>
                      <a:pt x="2269" y="9113"/>
                    </a:lnTo>
                    <a:lnTo>
                      <a:pt x="2470" y="9188"/>
                    </a:lnTo>
                    <a:lnTo>
                      <a:pt x="2670" y="9263"/>
                    </a:lnTo>
                    <a:lnTo>
                      <a:pt x="2883" y="9313"/>
                    </a:lnTo>
                    <a:lnTo>
                      <a:pt x="3096" y="9351"/>
                    </a:lnTo>
                    <a:lnTo>
                      <a:pt x="3309" y="9376"/>
                    </a:lnTo>
                    <a:lnTo>
                      <a:pt x="3547" y="9376"/>
                    </a:lnTo>
                    <a:lnTo>
                      <a:pt x="3786" y="9363"/>
                    </a:lnTo>
                    <a:lnTo>
                      <a:pt x="4024" y="9326"/>
                    </a:lnTo>
                    <a:lnTo>
                      <a:pt x="4274" y="9263"/>
                    </a:lnTo>
                    <a:lnTo>
                      <a:pt x="4751" y="9125"/>
                    </a:lnTo>
                    <a:lnTo>
                      <a:pt x="5177" y="8962"/>
                    </a:lnTo>
                    <a:lnTo>
                      <a:pt x="5565" y="8799"/>
                    </a:lnTo>
                    <a:lnTo>
                      <a:pt x="5904" y="8624"/>
                    </a:lnTo>
                    <a:lnTo>
                      <a:pt x="6205" y="8448"/>
                    </a:lnTo>
                    <a:lnTo>
                      <a:pt x="6455" y="8285"/>
                    </a:lnTo>
                    <a:lnTo>
                      <a:pt x="6681" y="8110"/>
                    </a:lnTo>
                    <a:lnTo>
                      <a:pt x="6856" y="7934"/>
                    </a:lnTo>
                    <a:lnTo>
                      <a:pt x="7019" y="7784"/>
                    </a:lnTo>
                    <a:lnTo>
                      <a:pt x="7145" y="7634"/>
                    </a:lnTo>
                    <a:lnTo>
                      <a:pt x="7232" y="7508"/>
                    </a:lnTo>
                    <a:lnTo>
                      <a:pt x="7307" y="7395"/>
                    </a:lnTo>
                    <a:lnTo>
                      <a:pt x="7408" y="7220"/>
                    </a:lnTo>
                    <a:lnTo>
                      <a:pt x="7433" y="7170"/>
                    </a:lnTo>
                    <a:lnTo>
                      <a:pt x="6330"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6">
                <a:extLst>
                  <a:ext uri="{FF2B5EF4-FFF2-40B4-BE49-F238E27FC236}">
                    <a16:creationId xmlns:a16="http://schemas.microsoft.com/office/drawing/2014/main" id="{0D7A1EDA-D7A8-94A4-90DD-952DE59189DB}"/>
                  </a:ext>
                </a:extLst>
              </p:cNvPr>
              <p:cNvSpPr/>
              <p:nvPr/>
            </p:nvSpPr>
            <p:spPr>
              <a:xfrm>
                <a:off x="5452774" y="4565443"/>
                <a:ext cx="456136" cy="160332"/>
              </a:xfrm>
              <a:custGeom>
                <a:avLst/>
                <a:gdLst/>
                <a:ahLst/>
                <a:cxnLst/>
                <a:rect l="l" t="t" r="r" b="b"/>
                <a:pathLst>
                  <a:path w="20293" h="7133" extrusionOk="0">
                    <a:moveTo>
                      <a:pt x="12246" y="1"/>
                    </a:moveTo>
                    <a:lnTo>
                      <a:pt x="12121" y="13"/>
                    </a:lnTo>
                    <a:lnTo>
                      <a:pt x="12020" y="26"/>
                    </a:lnTo>
                    <a:lnTo>
                      <a:pt x="11920" y="51"/>
                    </a:lnTo>
                    <a:lnTo>
                      <a:pt x="11832" y="101"/>
                    </a:lnTo>
                    <a:lnTo>
                      <a:pt x="11757" y="164"/>
                    </a:lnTo>
                    <a:lnTo>
                      <a:pt x="11707" y="239"/>
                    </a:lnTo>
                    <a:lnTo>
                      <a:pt x="11644" y="327"/>
                    </a:lnTo>
                    <a:lnTo>
                      <a:pt x="11544" y="427"/>
                    </a:lnTo>
                    <a:lnTo>
                      <a:pt x="11419" y="527"/>
                    </a:lnTo>
                    <a:lnTo>
                      <a:pt x="11268" y="627"/>
                    </a:lnTo>
                    <a:lnTo>
                      <a:pt x="11080" y="740"/>
                    </a:lnTo>
                    <a:lnTo>
                      <a:pt x="10880" y="853"/>
                    </a:lnTo>
                    <a:lnTo>
                      <a:pt x="10416" y="1091"/>
                    </a:lnTo>
                    <a:lnTo>
                      <a:pt x="9877" y="1329"/>
                    </a:lnTo>
                    <a:lnTo>
                      <a:pt x="9276" y="1580"/>
                    </a:lnTo>
                    <a:lnTo>
                      <a:pt x="8649" y="1818"/>
                    </a:lnTo>
                    <a:lnTo>
                      <a:pt x="7997" y="2056"/>
                    </a:lnTo>
                    <a:lnTo>
                      <a:pt x="7345" y="2294"/>
                    </a:lnTo>
                    <a:lnTo>
                      <a:pt x="6706" y="2495"/>
                    </a:lnTo>
                    <a:lnTo>
                      <a:pt x="6092" y="2683"/>
                    </a:lnTo>
                    <a:lnTo>
                      <a:pt x="5516" y="2846"/>
                    </a:lnTo>
                    <a:lnTo>
                      <a:pt x="5014" y="2984"/>
                    </a:lnTo>
                    <a:lnTo>
                      <a:pt x="4588" y="3071"/>
                    </a:lnTo>
                    <a:lnTo>
                      <a:pt x="4250" y="3134"/>
                    </a:lnTo>
                    <a:lnTo>
                      <a:pt x="4124" y="3147"/>
                    </a:lnTo>
                    <a:lnTo>
                      <a:pt x="4024" y="3134"/>
                    </a:lnTo>
                    <a:lnTo>
                      <a:pt x="3798" y="3109"/>
                    </a:lnTo>
                    <a:lnTo>
                      <a:pt x="3573" y="3059"/>
                    </a:lnTo>
                    <a:lnTo>
                      <a:pt x="3347" y="3009"/>
                    </a:lnTo>
                    <a:lnTo>
                      <a:pt x="3134" y="2934"/>
                    </a:lnTo>
                    <a:lnTo>
                      <a:pt x="2733" y="2783"/>
                    </a:lnTo>
                    <a:lnTo>
                      <a:pt x="2357" y="2633"/>
                    </a:lnTo>
                    <a:lnTo>
                      <a:pt x="2019" y="2507"/>
                    </a:lnTo>
                    <a:lnTo>
                      <a:pt x="1868" y="2457"/>
                    </a:lnTo>
                    <a:lnTo>
                      <a:pt x="1718" y="2432"/>
                    </a:lnTo>
                    <a:lnTo>
                      <a:pt x="1580" y="2420"/>
                    </a:lnTo>
                    <a:lnTo>
                      <a:pt x="1455" y="2420"/>
                    </a:lnTo>
                    <a:lnTo>
                      <a:pt x="1342" y="2457"/>
                    </a:lnTo>
                    <a:lnTo>
                      <a:pt x="1292" y="2470"/>
                    </a:lnTo>
                    <a:lnTo>
                      <a:pt x="1242" y="2507"/>
                    </a:lnTo>
                    <a:lnTo>
                      <a:pt x="1141" y="2595"/>
                    </a:lnTo>
                    <a:lnTo>
                      <a:pt x="1029" y="2708"/>
                    </a:lnTo>
                    <a:lnTo>
                      <a:pt x="916" y="2833"/>
                    </a:lnTo>
                    <a:lnTo>
                      <a:pt x="803" y="2984"/>
                    </a:lnTo>
                    <a:lnTo>
                      <a:pt x="678" y="3147"/>
                    </a:lnTo>
                    <a:lnTo>
                      <a:pt x="565" y="3322"/>
                    </a:lnTo>
                    <a:lnTo>
                      <a:pt x="452" y="3498"/>
                    </a:lnTo>
                    <a:lnTo>
                      <a:pt x="352" y="3686"/>
                    </a:lnTo>
                    <a:lnTo>
                      <a:pt x="251" y="3874"/>
                    </a:lnTo>
                    <a:lnTo>
                      <a:pt x="164" y="4062"/>
                    </a:lnTo>
                    <a:lnTo>
                      <a:pt x="101" y="4237"/>
                    </a:lnTo>
                    <a:lnTo>
                      <a:pt x="51" y="4400"/>
                    </a:lnTo>
                    <a:lnTo>
                      <a:pt x="13" y="4550"/>
                    </a:lnTo>
                    <a:lnTo>
                      <a:pt x="1" y="4688"/>
                    </a:lnTo>
                    <a:lnTo>
                      <a:pt x="13" y="4814"/>
                    </a:lnTo>
                    <a:lnTo>
                      <a:pt x="26" y="4864"/>
                    </a:lnTo>
                    <a:lnTo>
                      <a:pt x="51" y="4901"/>
                    </a:lnTo>
                    <a:lnTo>
                      <a:pt x="126" y="5002"/>
                    </a:lnTo>
                    <a:lnTo>
                      <a:pt x="239" y="5114"/>
                    </a:lnTo>
                    <a:lnTo>
                      <a:pt x="389" y="5265"/>
                    </a:lnTo>
                    <a:lnTo>
                      <a:pt x="565" y="5428"/>
                    </a:lnTo>
                    <a:lnTo>
                      <a:pt x="778" y="5603"/>
                    </a:lnTo>
                    <a:lnTo>
                      <a:pt x="1003" y="5791"/>
                    </a:lnTo>
                    <a:lnTo>
                      <a:pt x="1254" y="5979"/>
                    </a:lnTo>
                    <a:lnTo>
                      <a:pt x="1517" y="6167"/>
                    </a:lnTo>
                    <a:lnTo>
                      <a:pt x="1806" y="6355"/>
                    </a:lnTo>
                    <a:lnTo>
                      <a:pt x="2094" y="6531"/>
                    </a:lnTo>
                    <a:lnTo>
                      <a:pt x="2382" y="6694"/>
                    </a:lnTo>
                    <a:lnTo>
                      <a:pt x="2683" y="6831"/>
                    </a:lnTo>
                    <a:lnTo>
                      <a:pt x="2971" y="6957"/>
                    </a:lnTo>
                    <a:lnTo>
                      <a:pt x="3260" y="7045"/>
                    </a:lnTo>
                    <a:lnTo>
                      <a:pt x="3397" y="7082"/>
                    </a:lnTo>
                    <a:lnTo>
                      <a:pt x="3535" y="7107"/>
                    </a:lnTo>
                    <a:lnTo>
                      <a:pt x="3673" y="7120"/>
                    </a:lnTo>
                    <a:lnTo>
                      <a:pt x="3798" y="7120"/>
                    </a:lnTo>
                    <a:lnTo>
                      <a:pt x="19829" y="7132"/>
                    </a:lnTo>
                    <a:lnTo>
                      <a:pt x="19954" y="6894"/>
                    </a:lnTo>
                    <a:lnTo>
                      <a:pt x="20054" y="6669"/>
                    </a:lnTo>
                    <a:lnTo>
                      <a:pt x="20130" y="6443"/>
                    </a:lnTo>
                    <a:lnTo>
                      <a:pt x="20192" y="6205"/>
                    </a:lnTo>
                    <a:lnTo>
                      <a:pt x="20242" y="5979"/>
                    </a:lnTo>
                    <a:lnTo>
                      <a:pt x="20267" y="5741"/>
                    </a:lnTo>
                    <a:lnTo>
                      <a:pt x="20292" y="5515"/>
                    </a:lnTo>
                    <a:lnTo>
                      <a:pt x="20292" y="5290"/>
                    </a:lnTo>
                    <a:lnTo>
                      <a:pt x="20292" y="5064"/>
                    </a:lnTo>
                    <a:lnTo>
                      <a:pt x="20267" y="4839"/>
                    </a:lnTo>
                    <a:lnTo>
                      <a:pt x="20242" y="4626"/>
                    </a:lnTo>
                    <a:lnTo>
                      <a:pt x="20205" y="4413"/>
                    </a:lnTo>
                    <a:lnTo>
                      <a:pt x="20155" y="4199"/>
                    </a:lnTo>
                    <a:lnTo>
                      <a:pt x="20104" y="3999"/>
                    </a:lnTo>
                    <a:lnTo>
                      <a:pt x="19979" y="3610"/>
                    </a:lnTo>
                    <a:lnTo>
                      <a:pt x="19841" y="3247"/>
                    </a:lnTo>
                    <a:lnTo>
                      <a:pt x="19691" y="2921"/>
                    </a:lnTo>
                    <a:lnTo>
                      <a:pt x="19540" y="2620"/>
                    </a:lnTo>
                    <a:lnTo>
                      <a:pt x="19403" y="2382"/>
                    </a:lnTo>
                    <a:lnTo>
                      <a:pt x="19277" y="2169"/>
                    </a:lnTo>
                    <a:lnTo>
                      <a:pt x="19177" y="2031"/>
                    </a:lnTo>
                    <a:lnTo>
                      <a:pt x="19102" y="1906"/>
                    </a:lnTo>
                    <a:lnTo>
                      <a:pt x="18976" y="2019"/>
                    </a:lnTo>
                    <a:lnTo>
                      <a:pt x="18851" y="2144"/>
                    </a:lnTo>
                    <a:lnTo>
                      <a:pt x="18701" y="2257"/>
                    </a:lnTo>
                    <a:lnTo>
                      <a:pt x="18550" y="2370"/>
                    </a:lnTo>
                    <a:lnTo>
                      <a:pt x="18400" y="2482"/>
                    </a:lnTo>
                    <a:lnTo>
                      <a:pt x="18224" y="2583"/>
                    </a:lnTo>
                    <a:lnTo>
                      <a:pt x="17874" y="2771"/>
                    </a:lnTo>
                    <a:lnTo>
                      <a:pt x="17498" y="2946"/>
                    </a:lnTo>
                    <a:lnTo>
                      <a:pt x="17109" y="3097"/>
                    </a:lnTo>
                    <a:lnTo>
                      <a:pt x="16720" y="3234"/>
                    </a:lnTo>
                    <a:lnTo>
                      <a:pt x="16344" y="3360"/>
                    </a:lnTo>
                    <a:lnTo>
                      <a:pt x="15981" y="3460"/>
                    </a:lnTo>
                    <a:lnTo>
                      <a:pt x="15630" y="3548"/>
                    </a:lnTo>
                    <a:lnTo>
                      <a:pt x="15041" y="3686"/>
                    </a:lnTo>
                    <a:lnTo>
                      <a:pt x="14640" y="3773"/>
                    </a:lnTo>
                    <a:lnTo>
                      <a:pt x="14489" y="3798"/>
                    </a:lnTo>
                    <a:lnTo>
                      <a:pt x="14602" y="3661"/>
                    </a:lnTo>
                    <a:lnTo>
                      <a:pt x="14728" y="3510"/>
                    </a:lnTo>
                    <a:lnTo>
                      <a:pt x="14840" y="3335"/>
                    </a:lnTo>
                    <a:lnTo>
                      <a:pt x="14953" y="3159"/>
                    </a:lnTo>
                    <a:lnTo>
                      <a:pt x="15154" y="2796"/>
                    </a:lnTo>
                    <a:lnTo>
                      <a:pt x="15329" y="2420"/>
                    </a:lnTo>
                    <a:lnTo>
                      <a:pt x="15480" y="2081"/>
                    </a:lnTo>
                    <a:lnTo>
                      <a:pt x="15580" y="1793"/>
                    </a:lnTo>
                    <a:lnTo>
                      <a:pt x="15617" y="1668"/>
                    </a:lnTo>
                    <a:lnTo>
                      <a:pt x="15630" y="1567"/>
                    </a:lnTo>
                    <a:lnTo>
                      <a:pt x="15630" y="1505"/>
                    </a:lnTo>
                    <a:lnTo>
                      <a:pt x="15617" y="1455"/>
                    </a:lnTo>
                    <a:lnTo>
                      <a:pt x="15555" y="1417"/>
                    </a:lnTo>
                    <a:lnTo>
                      <a:pt x="15429" y="1329"/>
                    </a:lnTo>
                    <a:lnTo>
                      <a:pt x="15028" y="1079"/>
                    </a:lnTo>
                    <a:lnTo>
                      <a:pt x="14753" y="928"/>
                    </a:lnTo>
                    <a:lnTo>
                      <a:pt x="14464" y="765"/>
                    </a:lnTo>
                    <a:lnTo>
                      <a:pt x="14139" y="615"/>
                    </a:lnTo>
                    <a:lnTo>
                      <a:pt x="13800" y="452"/>
                    </a:lnTo>
                    <a:lnTo>
                      <a:pt x="13462" y="314"/>
                    </a:lnTo>
                    <a:lnTo>
                      <a:pt x="13136" y="189"/>
                    </a:lnTo>
                    <a:lnTo>
                      <a:pt x="12810" y="89"/>
                    </a:lnTo>
                    <a:lnTo>
                      <a:pt x="12660" y="51"/>
                    </a:lnTo>
                    <a:lnTo>
                      <a:pt x="12509" y="26"/>
                    </a:lnTo>
                    <a:lnTo>
                      <a:pt x="12371" y="13"/>
                    </a:lnTo>
                    <a:lnTo>
                      <a:pt x="122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6">
                <a:extLst>
                  <a:ext uri="{FF2B5EF4-FFF2-40B4-BE49-F238E27FC236}">
                    <a16:creationId xmlns:a16="http://schemas.microsoft.com/office/drawing/2014/main" id="{5F1D29E5-549E-3D1B-E073-C761742C5824}"/>
                  </a:ext>
                </a:extLst>
              </p:cNvPr>
              <p:cNvSpPr/>
              <p:nvPr/>
            </p:nvSpPr>
            <p:spPr>
              <a:xfrm>
                <a:off x="5302062" y="2641032"/>
                <a:ext cx="446538" cy="555014"/>
              </a:xfrm>
              <a:custGeom>
                <a:avLst/>
                <a:gdLst/>
                <a:ahLst/>
                <a:cxnLst/>
                <a:rect l="l" t="t" r="r" b="b"/>
                <a:pathLst>
                  <a:path w="19866" h="24692" extrusionOk="0">
                    <a:moveTo>
                      <a:pt x="3196" y="0"/>
                    </a:moveTo>
                    <a:lnTo>
                      <a:pt x="0" y="1530"/>
                    </a:lnTo>
                    <a:lnTo>
                      <a:pt x="401" y="2532"/>
                    </a:lnTo>
                    <a:lnTo>
                      <a:pt x="878" y="3685"/>
                    </a:lnTo>
                    <a:lnTo>
                      <a:pt x="1492" y="5189"/>
                    </a:lnTo>
                    <a:lnTo>
                      <a:pt x="2244" y="6956"/>
                    </a:lnTo>
                    <a:lnTo>
                      <a:pt x="3096" y="8937"/>
                    </a:lnTo>
                    <a:lnTo>
                      <a:pt x="4024" y="11042"/>
                    </a:lnTo>
                    <a:lnTo>
                      <a:pt x="4512" y="12120"/>
                    </a:lnTo>
                    <a:lnTo>
                      <a:pt x="5014" y="13223"/>
                    </a:lnTo>
                    <a:lnTo>
                      <a:pt x="5528" y="14314"/>
                    </a:lnTo>
                    <a:lnTo>
                      <a:pt x="6042" y="15391"/>
                    </a:lnTo>
                    <a:lnTo>
                      <a:pt x="6555" y="16457"/>
                    </a:lnTo>
                    <a:lnTo>
                      <a:pt x="7082" y="17484"/>
                    </a:lnTo>
                    <a:lnTo>
                      <a:pt x="7596" y="18487"/>
                    </a:lnTo>
                    <a:lnTo>
                      <a:pt x="8110" y="19440"/>
                    </a:lnTo>
                    <a:lnTo>
                      <a:pt x="8623" y="20355"/>
                    </a:lnTo>
                    <a:lnTo>
                      <a:pt x="9112" y="21194"/>
                    </a:lnTo>
                    <a:lnTo>
                      <a:pt x="9601" y="21959"/>
                    </a:lnTo>
                    <a:lnTo>
                      <a:pt x="9839" y="22322"/>
                    </a:lnTo>
                    <a:lnTo>
                      <a:pt x="10065" y="22661"/>
                    </a:lnTo>
                    <a:lnTo>
                      <a:pt x="10290" y="22974"/>
                    </a:lnTo>
                    <a:lnTo>
                      <a:pt x="10516" y="23262"/>
                    </a:lnTo>
                    <a:lnTo>
                      <a:pt x="10729" y="23538"/>
                    </a:lnTo>
                    <a:lnTo>
                      <a:pt x="10930" y="23776"/>
                    </a:lnTo>
                    <a:lnTo>
                      <a:pt x="11143" y="23989"/>
                    </a:lnTo>
                    <a:lnTo>
                      <a:pt x="11331" y="24177"/>
                    </a:lnTo>
                    <a:lnTo>
                      <a:pt x="11531" y="24340"/>
                    </a:lnTo>
                    <a:lnTo>
                      <a:pt x="11707" y="24478"/>
                    </a:lnTo>
                    <a:lnTo>
                      <a:pt x="11882" y="24578"/>
                    </a:lnTo>
                    <a:lnTo>
                      <a:pt x="12045" y="24641"/>
                    </a:lnTo>
                    <a:lnTo>
                      <a:pt x="12133" y="24666"/>
                    </a:lnTo>
                    <a:lnTo>
                      <a:pt x="12208" y="24679"/>
                    </a:lnTo>
                    <a:lnTo>
                      <a:pt x="12283" y="24691"/>
                    </a:lnTo>
                    <a:lnTo>
                      <a:pt x="12358" y="24691"/>
                    </a:lnTo>
                    <a:lnTo>
                      <a:pt x="12584" y="24654"/>
                    </a:lnTo>
                    <a:lnTo>
                      <a:pt x="12797" y="24616"/>
                    </a:lnTo>
                    <a:lnTo>
                      <a:pt x="13010" y="24553"/>
                    </a:lnTo>
                    <a:lnTo>
                      <a:pt x="13223" y="24491"/>
                    </a:lnTo>
                    <a:lnTo>
                      <a:pt x="13436" y="24403"/>
                    </a:lnTo>
                    <a:lnTo>
                      <a:pt x="13637" y="24303"/>
                    </a:lnTo>
                    <a:lnTo>
                      <a:pt x="13837" y="24202"/>
                    </a:lnTo>
                    <a:lnTo>
                      <a:pt x="14038" y="24077"/>
                    </a:lnTo>
                    <a:lnTo>
                      <a:pt x="14238" y="23952"/>
                    </a:lnTo>
                    <a:lnTo>
                      <a:pt x="14426" y="23801"/>
                    </a:lnTo>
                    <a:lnTo>
                      <a:pt x="14614" y="23651"/>
                    </a:lnTo>
                    <a:lnTo>
                      <a:pt x="14802" y="23488"/>
                    </a:lnTo>
                    <a:lnTo>
                      <a:pt x="14990" y="23325"/>
                    </a:lnTo>
                    <a:lnTo>
                      <a:pt x="15166" y="23137"/>
                    </a:lnTo>
                    <a:lnTo>
                      <a:pt x="15354" y="22949"/>
                    </a:lnTo>
                    <a:lnTo>
                      <a:pt x="15529" y="22761"/>
                    </a:lnTo>
                    <a:lnTo>
                      <a:pt x="15868" y="22347"/>
                    </a:lnTo>
                    <a:lnTo>
                      <a:pt x="16194" y="21909"/>
                    </a:lnTo>
                    <a:lnTo>
                      <a:pt x="16507" y="21445"/>
                    </a:lnTo>
                    <a:lnTo>
                      <a:pt x="16808" y="20969"/>
                    </a:lnTo>
                    <a:lnTo>
                      <a:pt x="17096" y="20480"/>
                    </a:lnTo>
                    <a:lnTo>
                      <a:pt x="17372" y="19979"/>
                    </a:lnTo>
                    <a:lnTo>
                      <a:pt x="17635" y="19477"/>
                    </a:lnTo>
                    <a:lnTo>
                      <a:pt x="17886" y="18963"/>
                    </a:lnTo>
                    <a:lnTo>
                      <a:pt x="18124" y="18450"/>
                    </a:lnTo>
                    <a:lnTo>
                      <a:pt x="18337" y="17948"/>
                    </a:lnTo>
                    <a:lnTo>
                      <a:pt x="18550" y="17459"/>
                    </a:lnTo>
                    <a:lnTo>
                      <a:pt x="18738" y="16971"/>
                    </a:lnTo>
                    <a:lnTo>
                      <a:pt x="19076" y="16068"/>
                    </a:lnTo>
                    <a:lnTo>
                      <a:pt x="19365" y="15254"/>
                    </a:lnTo>
                    <a:lnTo>
                      <a:pt x="19578" y="14564"/>
                    </a:lnTo>
                    <a:lnTo>
                      <a:pt x="19741" y="14038"/>
                    </a:lnTo>
                    <a:lnTo>
                      <a:pt x="19866" y="13587"/>
                    </a:lnTo>
                    <a:lnTo>
                      <a:pt x="11920" y="13587"/>
                    </a:lnTo>
                    <a:lnTo>
                      <a:pt x="3196"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6">
                <a:extLst>
                  <a:ext uri="{FF2B5EF4-FFF2-40B4-BE49-F238E27FC236}">
                    <a16:creationId xmlns:a16="http://schemas.microsoft.com/office/drawing/2014/main" id="{A09A40A6-F63F-0500-F7AA-4B7244ACF62A}"/>
                  </a:ext>
                </a:extLst>
              </p:cNvPr>
              <p:cNvSpPr/>
              <p:nvPr/>
            </p:nvSpPr>
            <p:spPr>
              <a:xfrm>
                <a:off x="5182886" y="2500727"/>
                <a:ext cx="194700" cy="174695"/>
              </a:xfrm>
              <a:custGeom>
                <a:avLst/>
                <a:gdLst/>
                <a:ahLst/>
                <a:cxnLst/>
                <a:rect l="l" t="t" r="r" b="b"/>
                <a:pathLst>
                  <a:path w="8662" h="7772" extrusionOk="0">
                    <a:moveTo>
                      <a:pt x="1818" y="1"/>
                    </a:moveTo>
                    <a:lnTo>
                      <a:pt x="1781" y="13"/>
                    </a:lnTo>
                    <a:lnTo>
                      <a:pt x="1755" y="38"/>
                    </a:lnTo>
                    <a:lnTo>
                      <a:pt x="1743" y="64"/>
                    </a:lnTo>
                    <a:lnTo>
                      <a:pt x="1743" y="114"/>
                    </a:lnTo>
                    <a:lnTo>
                      <a:pt x="1743" y="164"/>
                    </a:lnTo>
                    <a:lnTo>
                      <a:pt x="1768" y="277"/>
                    </a:lnTo>
                    <a:lnTo>
                      <a:pt x="1831" y="414"/>
                    </a:lnTo>
                    <a:lnTo>
                      <a:pt x="1918" y="577"/>
                    </a:lnTo>
                    <a:lnTo>
                      <a:pt x="2031" y="753"/>
                    </a:lnTo>
                    <a:lnTo>
                      <a:pt x="2269" y="1116"/>
                    </a:lnTo>
                    <a:lnTo>
                      <a:pt x="2533" y="1467"/>
                    </a:lnTo>
                    <a:lnTo>
                      <a:pt x="2783" y="1781"/>
                    </a:lnTo>
                    <a:lnTo>
                      <a:pt x="3021" y="2069"/>
                    </a:lnTo>
                    <a:lnTo>
                      <a:pt x="2658" y="1718"/>
                    </a:lnTo>
                    <a:lnTo>
                      <a:pt x="2282" y="1380"/>
                    </a:lnTo>
                    <a:lnTo>
                      <a:pt x="1856" y="978"/>
                    </a:lnTo>
                    <a:lnTo>
                      <a:pt x="1405" y="602"/>
                    </a:lnTo>
                    <a:lnTo>
                      <a:pt x="1191" y="427"/>
                    </a:lnTo>
                    <a:lnTo>
                      <a:pt x="991" y="289"/>
                    </a:lnTo>
                    <a:lnTo>
                      <a:pt x="815" y="176"/>
                    </a:lnTo>
                    <a:lnTo>
                      <a:pt x="678" y="89"/>
                    </a:lnTo>
                    <a:lnTo>
                      <a:pt x="615" y="76"/>
                    </a:lnTo>
                    <a:lnTo>
                      <a:pt x="565" y="64"/>
                    </a:lnTo>
                    <a:lnTo>
                      <a:pt x="527" y="64"/>
                    </a:lnTo>
                    <a:lnTo>
                      <a:pt x="490" y="76"/>
                    </a:lnTo>
                    <a:lnTo>
                      <a:pt x="465" y="126"/>
                    </a:lnTo>
                    <a:lnTo>
                      <a:pt x="439" y="176"/>
                    </a:lnTo>
                    <a:lnTo>
                      <a:pt x="439" y="239"/>
                    </a:lnTo>
                    <a:lnTo>
                      <a:pt x="439" y="302"/>
                    </a:lnTo>
                    <a:lnTo>
                      <a:pt x="452" y="377"/>
                    </a:lnTo>
                    <a:lnTo>
                      <a:pt x="490" y="452"/>
                    </a:lnTo>
                    <a:lnTo>
                      <a:pt x="565" y="615"/>
                    </a:lnTo>
                    <a:lnTo>
                      <a:pt x="690" y="790"/>
                    </a:lnTo>
                    <a:lnTo>
                      <a:pt x="828" y="978"/>
                    </a:lnTo>
                    <a:lnTo>
                      <a:pt x="991" y="1166"/>
                    </a:lnTo>
                    <a:lnTo>
                      <a:pt x="1166" y="1354"/>
                    </a:lnTo>
                    <a:lnTo>
                      <a:pt x="1517" y="1705"/>
                    </a:lnTo>
                    <a:lnTo>
                      <a:pt x="1843" y="2006"/>
                    </a:lnTo>
                    <a:lnTo>
                      <a:pt x="2169" y="2294"/>
                    </a:lnTo>
                    <a:lnTo>
                      <a:pt x="1868" y="2094"/>
                    </a:lnTo>
                    <a:lnTo>
                      <a:pt x="1555" y="1893"/>
                    </a:lnTo>
                    <a:lnTo>
                      <a:pt x="1191" y="1668"/>
                    </a:lnTo>
                    <a:lnTo>
                      <a:pt x="815" y="1455"/>
                    </a:lnTo>
                    <a:lnTo>
                      <a:pt x="477" y="1279"/>
                    </a:lnTo>
                    <a:lnTo>
                      <a:pt x="339" y="1217"/>
                    </a:lnTo>
                    <a:lnTo>
                      <a:pt x="214" y="1179"/>
                    </a:lnTo>
                    <a:lnTo>
                      <a:pt x="126" y="1166"/>
                    </a:lnTo>
                    <a:lnTo>
                      <a:pt x="101" y="1179"/>
                    </a:lnTo>
                    <a:lnTo>
                      <a:pt x="76" y="1192"/>
                    </a:lnTo>
                    <a:lnTo>
                      <a:pt x="38" y="1242"/>
                    </a:lnTo>
                    <a:lnTo>
                      <a:pt x="13" y="1304"/>
                    </a:lnTo>
                    <a:lnTo>
                      <a:pt x="1" y="1367"/>
                    </a:lnTo>
                    <a:lnTo>
                      <a:pt x="13" y="1442"/>
                    </a:lnTo>
                    <a:lnTo>
                      <a:pt x="26" y="1530"/>
                    </a:lnTo>
                    <a:lnTo>
                      <a:pt x="51" y="1618"/>
                    </a:lnTo>
                    <a:lnTo>
                      <a:pt x="139" y="1806"/>
                    </a:lnTo>
                    <a:lnTo>
                      <a:pt x="251" y="2019"/>
                    </a:lnTo>
                    <a:lnTo>
                      <a:pt x="402" y="2244"/>
                    </a:lnTo>
                    <a:lnTo>
                      <a:pt x="565" y="2470"/>
                    </a:lnTo>
                    <a:lnTo>
                      <a:pt x="740" y="2696"/>
                    </a:lnTo>
                    <a:lnTo>
                      <a:pt x="1104" y="3109"/>
                    </a:lnTo>
                    <a:lnTo>
                      <a:pt x="1430" y="3473"/>
                    </a:lnTo>
                    <a:lnTo>
                      <a:pt x="1755" y="3811"/>
                    </a:lnTo>
                    <a:lnTo>
                      <a:pt x="1517" y="3636"/>
                    </a:lnTo>
                    <a:lnTo>
                      <a:pt x="1267" y="3460"/>
                    </a:lnTo>
                    <a:lnTo>
                      <a:pt x="966" y="3260"/>
                    </a:lnTo>
                    <a:lnTo>
                      <a:pt x="665" y="3072"/>
                    </a:lnTo>
                    <a:lnTo>
                      <a:pt x="515" y="2996"/>
                    </a:lnTo>
                    <a:lnTo>
                      <a:pt x="377" y="2921"/>
                    </a:lnTo>
                    <a:lnTo>
                      <a:pt x="251" y="2871"/>
                    </a:lnTo>
                    <a:lnTo>
                      <a:pt x="151" y="2846"/>
                    </a:lnTo>
                    <a:lnTo>
                      <a:pt x="76" y="2833"/>
                    </a:lnTo>
                    <a:lnTo>
                      <a:pt x="38" y="2846"/>
                    </a:lnTo>
                    <a:lnTo>
                      <a:pt x="13" y="2858"/>
                    </a:lnTo>
                    <a:lnTo>
                      <a:pt x="1" y="2884"/>
                    </a:lnTo>
                    <a:lnTo>
                      <a:pt x="1" y="2921"/>
                    </a:lnTo>
                    <a:lnTo>
                      <a:pt x="13" y="3021"/>
                    </a:lnTo>
                    <a:lnTo>
                      <a:pt x="76" y="3159"/>
                    </a:lnTo>
                    <a:lnTo>
                      <a:pt x="164" y="3322"/>
                    </a:lnTo>
                    <a:lnTo>
                      <a:pt x="277" y="3523"/>
                    </a:lnTo>
                    <a:lnTo>
                      <a:pt x="414" y="3723"/>
                    </a:lnTo>
                    <a:lnTo>
                      <a:pt x="740" y="4174"/>
                    </a:lnTo>
                    <a:lnTo>
                      <a:pt x="1079" y="4626"/>
                    </a:lnTo>
                    <a:lnTo>
                      <a:pt x="1405" y="5039"/>
                    </a:lnTo>
                    <a:lnTo>
                      <a:pt x="1668" y="5353"/>
                    </a:lnTo>
                    <a:lnTo>
                      <a:pt x="1843" y="5541"/>
                    </a:lnTo>
                    <a:lnTo>
                      <a:pt x="2056" y="5691"/>
                    </a:lnTo>
                    <a:lnTo>
                      <a:pt x="2482" y="5979"/>
                    </a:lnTo>
                    <a:lnTo>
                      <a:pt x="3661" y="6731"/>
                    </a:lnTo>
                    <a:lnTo>
                      <a:pt x="5302" y="7772"/>
                    </a:lnTo>
                    <a:lnTo>
                      <a:pt x="8498" y="6242"/>
                    </a:lnTo>
                    <a:lnTo>
                      <a:pt x="8536" y="6029"/>
                    </a:lnTo>
                    <a:lnTo>
                      <a:pt x="8586" y="5804"/>
                    </a:lnTo>
                    <a:lnTo>
                      <a:pt x="8624" y="5528"/>
                    </a:lnTo>
                    <a:lnTo>
                      <a:pt x="8649" y="5240"/>
                    </a:lnTo>
                    <a:lnTo>
                      <a:pt x="8661" y="4977"/>
                    </a:lnTo>
                    <a:lnTo>
                      <a:pt x="8661" y="4851"/>
                    </a:lnTo>
                    <a:lnTo>
                      <a:pt x="8649" y="4751"/>
                    </a:lnTo>
                    <a:lnTo>
                      <a:pt x="8624" y="4663"/>
                    </a:lnTo>
                    <a:lnTo>
                      <a:pt x="8599" y="4588"/>
                    </a:lnTo>
                    <a:lnTo>
                      <a:pt x="8398" y="4312"/>
                    </a:lnTo>
                    <a:lnTo>
                      <a:pt x="8060" y="3874"/>
                    </a:lnTo>
                    <a:lnTo>
                      <a:pt x="7646" y="3347"/>
                    </a:lnTo>
                    <a:lnTo>
                      <a:pt x="7182" y="2783"/>
                    </a:lnTo>
                    <a:lnTo>
                      <a:pt x="6719" y="2244"/>
                    </a:lnTo>
                    <a:lnTo>
                      <a:pt x="6493" y="2006"/>
                    </a:lnTo>
                    <a:lnTo>
                      <a:pt x="6293" y="1806"/>
                    </a:lnTo>
                    <a:lnTo>
                      <a:pt x="6117" y="1630"/>
                    </a:lnTo>
                    <a:lnTo>
                      <a:pt x="5967" y="1505"/>
                    </a:lnTo>
                    <a:lnTo>
                      <a:pt x="5841" y="1430"/>
                    </a:lnTo>
                    <a:lnTo>
                      <a:pt x="5791" y="1417"/>
                    </a:lnTo>
                    <a:lnTo>
                      <a:pt x="5766" y="1417"/>
                    </a:lnTo>
                    <a:lnTo>
                      <a:pt x="5703" y="1442"/>
                    </a:lnTo>
                    <a:lnTo>
                      <a:pt x="5653" y="1480"/>
                    </a:lnTo>
                    <a:lnTo>
                      <a:pt x="5616" y="1517"/>
                    </a:lnTo>
                    <a:lnTo>
                      <a:pt x="5578" y="1580"/>
                    </a:lnTo>
                    <a:lnTo>
                      <a:pt x="5566" y="1630"/>
                    </a:lnTo>
                    <a:lnTo>
                      <a:pt x="5553" y="1705"/>
                    </a:lnTo>
                    <a:lnTo>
                      <a:pt x="5553" y="1781"/>
                    </a:lnTo>
                    <a:lnTo>
                      <a:pt x="5553" y="1856"/>
                    </a:lnTo>
                    <a:lnTo>
                      <a:pt x="5591" y="2019"/>
                    </a:lnTo>
                    <a:lnTo>
                      <a:pt x="5641" y="2207"/>
                    </a:lnTo>
                    <a:lnTo>
                      <a:pt x="5716" y="2395"/>
                    </a:lnTo>
                    <a:lnTo>
                      <a:pt x="5804" y="2583"/>
                    </a:lnTo>
                    <a:lnTo>
                      <a:pt x="6004" y="2959"/>
                    </a:lnTo>
                    <a:lnTo>
                      <a:pt x="6192" y="3285"/>
                    </a:lnTo>
                    <a:lnTo>
                      <a:pt x="6393" y="3585"/>
                    </a:lnTo>
                    <a:lnTo>
                      <a:pt x="5779" y="3460"/>
                    </a:lnTo>
                    <a:lnTo>
                      <a:pt x="5315" y="3372"/>
                    </a:lnTo>
                    <a:lnTo>
                      <a:pt x="5014" y="3297"/>
                    </a:lnTo>
                    <a:lnTo>
                      <a:pt x="4951" y="3272"/>
                    </a:lnTo>
                    <a:lnTo>
                      <a:pt x="4889" y="3222"/>
                    </a:lnTo>
                    <a:lnTo>
                      <a:pt x="4726" y="3097"/>
                    </a:lnTo>
                    <a:lnTo>
                      <a:pt x="4538" y="2909"/>
                    </a:lnTo>
                    <a:lnTo>
                      <a:pt x="4325" y="2683"/>
                    </a:lnTo>
                    <a:lnTo>
                      <a:pt x="3836" y="2119"/>
                    </a:lnTo>
                    <a:lnTo>
                      <a:pt x="3322" y="1505"/>
                    </a:lnTo>
                    <a:lnTo>
                      <a:pt x="2808" y="916"/>
                    </a:lnTo>
                    <a:lnTo>
                      <a:pt x="2570" y="640"/>
                    </a:lnTo>
                    <a:lnTo>
                      <a:pt x="2357" y="414"/>
                    </a:lnTo>
                    <a:lnTo>
                      <a:pt x="2157" y="226"/>
                    </a:lnTo>
                    <a:lnTo>
                      <a:pt x="1994" y="89"/>
                    </a:lnTo>
                    <a:lnTo>
                      <a:pt x="1931" y="38"/>
                    </a:lnTo>
                    <a:lnTo>
                      <a:pt x="1868" y="13"/>
                    </a:lnTo>
                    <a:lnTo>
                      <a:pt x="1818"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a:extLst>
                  <a:ext uri="{FF2B5EF4-FFF2-40B4-BE49-F238E27FC236}">
                    <a16:creationId xmlns:a16="http://schemas.microsoft.com/office/drawing/2014/main" id="{4D3837D2-33BA-FF2E-230D-4B86A2FF7989}"/>
                  </a:ext>
                </a:extLst>
              </p:cNvPr>
              <p:cNvSpPr/>
              <p:nvPr/>
            </p:nvSpPr>
            <p:spPr>
              <a:xfrm>
                <a:off x="5761255" y="2012246"/>
                <a:ext cx="344018" cy="406820"/>
              </a:xfrm>
              <a:custGeom>
                <a:avLst/>
                <a:gdLst/>
                <a:ahLst/>
                <a:cxnLst/>
                <a:rect l="l" t="t" r="r" b="b"/>
                <a:pathLst>
                  <a:path w="15305" h="18099" extrusionOk="0">
                    <a:moveTo>
                      <a:pt x="4137" y="0"/>
                    </a:moveTo>
                    <a:lnTo>
                      <a:pt x="4074" y="13"/>
                    </a:lnTo>
                    <a:lnTo>
                      <a:pt x="4012" y="38"/>
                    </a:lnTo>
                    <a:lnTo>
                      <a:pt x="3936" y="75"/>
                    </a:lnTo>
                    <a:lnTo>
                      <a:pt x="3774" y="188"/>
                    </a:lnTo>
                    <a:lnTo>
                      <a:pt x="3611" y="326"/>
                    </a:lnTo>
                    <a:lnTo>
                      <a:pt x="3435" y="489"/>
                    </a:lnTo>
                    <a:lnTo>
                      <a:pt x="3260" y="677"/>
                    </a:lnTo>
                    <a:lnTo>
                      <a:pt x="3072" y="865"/>
                    </a:lnTo>
                    <a:lnTo>
                      <a:pt x="2896" y="1078"/>
                    </a:lnTo>
                    <a:lnTo>
                      <a:pt x="2570" y="1479"/>
                    </a:lnTo>
                    <a:lnTo>
                      <a:pt x="2295" y="1842"/>
                    </a:lnTo>
                    <a:lnTo>
                      <a:pt x="2044" y="2181"/>
                    </a:lnTo>
                    <a:lnTo>
                      <a:pt x="2019" y="2068"/>
                    </a:lnTo>
                    <a:lnTo>
                      <a:pt x="1981" y="1943"/>
                    </a:lnTo>
                    <a:lnTo>
                      <a:pt x="1919" y="1817"/>
                    </a:lnTo>
                    <a:lnTo>
                      <a:pt x="1881" y="1755"/>
                    </a:lnTo>
                    <a:lnTo>
                      <a:pt x="1831" y="1692"/>
                    </a:lnTo>
                    <a:lnTo>
                      <a:pt x="1768" y="1642"/>
                    </a:lnTo>
                    <a:lnTo>
                      <a:pt x="1705" y="1604"/>
                    </a:lnTo>
                    <a:lnTo>
                      <a:pt x="1630" y="1579"/>
                    </a:lnTo>
                    <a:lnTo>
                      <a:pt x="1543" y="1567"/>
                    </a:lnTo>
                    <a:lnTo>
                      <a:pt x="1442" y="1579"/>
                    </a:lnTo>
                    <a:lnTo>
                      <a:pt x="1342" y="1604"/>
                    </a:lnTo>
                    <a:lnTo>
                      <a:pt x="1279" y="1629"/>
                    </a:lnTo>
                    <a:lnTo>
                      <a:pt x="1217" y="1679"/>
                    </a:lnTo>
                    <a:lnTo>
                      <a:pt x="1154" y="1730"/>
                    </a:lnTo>
                    <a:lnTo>
                      <a:pt x="1104" y="1792"/>
                    </a:lnTo>
                    <a:lnTo>
                      <a:pt x="979" y="1955"/>
                    </a:lnTo>
                    <a:lnTo>
                      <a:pt x="866" y="2156"/>
                    </a:lnTo>
                    <a:lnTo>
                      <a:pt x="740" y="2394"/>
                    </a:lnTo>
                    <a:lnTo>
                      <a:pt x="628" y="2657"/>
                    </a:lnTo>
                    <a:lnTo>
                      <a:pt x="515" y="2945"/>
                    </a:lnTo>
                    <a:lnTo>
                      <a:pt x="415" y="3246"/>
                    </a:lnTo>
                    <a:lnTo>
                      <a:pt x="327" y="3559"/>
                    </a:lnTo>
                    <a:lnTo>
                      <a:pt x="239" y="3885"/>
                    </a:lnTo>
                    <a:lnTo>
                      <a:pt x="164" y="4224"/>
                    </a:lnTo>
                    <a:lnTo>
                      <a:pt x="101" y="4550"/>
                    </a:lnTo>
                    <a:lnTo>
                      <a:pt x="51" y="4863"/>
                    </a:lnTo>
                    <a:lnTo>
                      <a:pt x="13" y="5164"/>
                    </a:lnTo>
                    <a:lnTo>
                      <a:pt x="1" y="5452"/>
                    </a:lnTo>
                    <a:lnTo>
                      <a:pt x="1" y="5715"/>
                    </a:lnTo>
                    <a:lnTo>
                      <a:pt x="13" y="5841"/>
                    </a:lnTo>
                    <a:lnTo>
                      <a:pt x="39" y="5966"/>
                    </a:lnTo>
                    <a:lnTo>
                      <a:pt x="89" y="6091"/>
                    </a:lnTo>
                    <a:lnTo>
                      <a:pt x="139" y="6217"/>
                    </a:lnTo>
                    <a:lnTo>
                      <a:pt x="201" y="6342"/>
                    </a:lnTo>
                    <a:lnTo>
                      <a:pt x="277" y="6467"/>
                    </a:lnTo>
                    <a:lnTo>
                      <a:pt x="364" y="6580"/>
                    </a:lnTo>
                    <a:lnTo>
                      <a:pt x="465" y="6705"/>
                    </a:lnTo>
                    <a:lnTo>
                      <a:pt x="678" y="6931"/>
                    </a:lnTo>
                    <a:lnTo>
                      <a:pt x="903" y="7157"/>
                    </a:lnTo>
                    <a:lnTo>
                      <a:pt x="1154" y="7370"/>
                    </a:lnTo>
                    <a:lnTo>
                      <a:pt x="1417" y="7558"/>
                    </a:lnTo>
                    <a:lnTo>
                      <a:pt x="1680" y="7746"/>
                    </a:lnTo>
                    <a:lnTo>
                      <a:pt x="1919" y="7909"/>
                    </a:lnTo>
                    <a:lnTo>
                      <a:pt x="2357" y="8172"/>
                    </a:lnTo>
                    <a:lnTo>
                      <a:pt x="2671" y="8335"/>
                    </a:lnTo>
                    <a:lnTo>
                      <a:pt x="2796" y="8397"/>
                    </a:lnTo>
                    <a:lnTo>
                      <a:pt x="2721" y="8598"/>
                    </a:lnTo>
                    <a:lnTo>
                      <a:pt x="2658" y="8823"/>
                    </a:lnTo>
                    <a:lnTo>
                      <a:pt x="2608" y="9062"/>
                    </a:lnTo>
                    <a:lnTo>
                      <a:pt x="2583" y="9325"/>
                    </a:lnTo>
                    <a:lnTo>
                      <a:pt x="2558" y="9588"/>
                    </a:lnTo>
                    <a:lnTo>
                      <a:pt x="2533" y="9864"/>
                    </a:lnTo>
                    <a:lnTo>
                      <a:pt x="2520" y="10390"/>
                    </a:lnTo>
                    <a:lnTo>
                      <a:pt x="2533" y="10879"/>
                    </a:lnTo>
                    <a:lnTo>
                      <a:pt x="2545" y="11267"/>
                    </a:lnTo>
                    <a:lnTo>
                      <a:pt x="2583" y="11631"/>
                    </a:lnTo>
                    <a:lnTo>
                      <a:pt x="2834" y="11894"/>
                    </a:lnTo>
                    <a:lnTo>
                      <a:pt x="3548" y="12571"/>
                    </a:lnTo>
                    <a:lnTo>
                      <a:pt x="4037" y="13035"/>
                    </a:lnTo>
                    <a:lnTo>
                      <a:pt x="4601" y="13549"/>
                    </a:lnTo>
                    <a:lnTo>
                      <a:pt x="5227" y="14100"/>
                    </a:lnTo>
                    <a:lnTo>
                      <a:pt x="5892" y="14664"/>
                    </a:lnTo>
                    <a:lnTo>
                      <a:pt x="6606" y="15253"/>
                    </a:lnTo>
                    <a:lnTo>
                      <a:pt x="7333" y="15817"/>
                    </a:lnTo>
                    <a:lnTo>
                      <a:pt x="7696" y="16093"/>
                    </a:lnTo>
                    <a:lnTo>
                      <a:pt x="8072" y="16356"/>
                    </a:lnTo>
                    <a:lnTo>
                      <a:pt x="8436" y="16619"/>
                    </a:lnTo>
                    <a:lnTo>
                      <a:pt x="8812" y="16857"/>
                    </a:lnTo>
                    <a:lnTo>
                      <a:pt x="9175" y="17083"/>
                    </a:lnTo>
                    <a:lnTo>
                      <a:pt x="9526" y="17296"/>
                    </a:lnTo>
                    <a:lnTo>
                      <a:pt x="9877" y="17484"/>
                    </a:lnTo>
                    <a:lnTo>
                      <a:pt x="10216" y="17647"/>
                    </a:lnTo>
                    <a:lnTo>
                      <a:pt x="10542" y="17797"/>
                    </a:lnTo>
                    <a:lnTo>
                      <a:pt x="10867" y="17910"/>
                    </a:lnTo>
                    <a:lnTo>
                      <a:pt x="11168" y="18010"/>
                    </a:lnTo>
                    <a:lnTo>
                      <a:pt x="11457" y="18073"/>
                    </a:lnTo>
                    <a:lnTo>
                      <a:pt x="11720" y="18098"/>
                    </a:lnTo>
                    <a:lnTo>
                      <a:pt x="11983" y="18098"/>
                    </a:lnTo>
                    <a:lnTo>
                      <a:pt x="12221" y="18073"/>
                    </a:lnTo>
                    <a:lnTo>
                      <a:pt x="12447" y="18010"/>
                    </a:lnTo>
                    <a:lnTo>
                      <a:pt x="12660" y="17935"/>
                    </a:lnTo>
                    <a:lnTo>
                      <a:pt x="12860" y="17822"/>
                    </a:lnTo>
                    <a:lnTo>
                      <a:pt x="13048" y="17697"/>
                    </a:lnTo>
                    <a:lnTo>
                      <a:pt x="13211" y="17547"/>
                    </a:lnTo>
                    <a:lnTo>
                      <a:pt x="13374" y="17384"/>
                    </a:lnTo>
                    <a:lnTo>
                      <a:pt x="13525" y="17196"/>
                    </a:lnTo>
                    <a:lnTo>
                      <a:pt x="13662" y="17008"/>
                    </a:lnTo>
                    <a:lnTo>
                      <a:pt x="13788" y="16795"/>
                    </a:lnTo>
                    <a:lnTo>
                      <a:pt x="13901" y="16569"/>
                    </a:lnTo>
                    <a:lnTo>
                      <a:pt x="14013" y="16331"/>
                    </a:lnTo>
                    <a:lnTo>
                      <a:pt x="14114" y="16080"/>
                    </a:lnTo>
                    <a:lnTo>
                      <a:pt x="14189" y="15830"/>
                    </a:lnTo>
                    <a:lnTo>
                      <a:pt x="14277" y="15579"/>
                    </a:lnTo>
                    <a:lnTo>
                      <a:pt x="14339" y="15316"/>
                    </a:lnTo>
                    <a:lnTo>
                      <a:pt x="14465" y="14789"/>
                    </a:lnTo>
                    <a:lnTo>
                      <a:pt x="14565" y="14263"/>
                    </a:lnTo>
                    <a:lnTo>
                      <a:pt x="14627" y="13749"/>
                    </a:lnTo>
                    <a:lnTo>
                      <a:pt x="14678" y="13273"/>
                    </a:lnTo>
                    <a:lnTo>
                      <a:pt x="14728" y="12847"/>
                    </a:lnTo>
                    <a:lnTo>
                      <a:pt x="14765" y="12157"/>
                    </a:lnTo>
                    <a:lnTo>
                      <a:pt x="14891" y="11205"/>
                    </a:lnTo>
                    <a:lnTo>
                      <a:pt x="15016" y="10227"/>
                    </a:lnTo>
                    <a:lnTo>
                      <a:pt x="15129" y="9087"/>
                    </a:lnTo>
                    <a:lnTo>
                      <a:pt x="15242" y="7934"/>
                    </a:lnTo>
                    <a:lnTo>
                      <a:pt x="15279" y="7382"/>
                    </a:lnTo>
                    <a:lnTo>
                      <a:pt x="15304" y="6881"/>
                    </a:lnTo>
                    <a:lnTo>
                      <a:pt x="15304" y="6442"/>
                    </a:lnTo>
                    <a:lnTo>
                      <a:pt x="15292" y="6079"/>
                    </a:lnTo>
                    <a:lnTo>
                      <a:pt x="15279" y="5928"/>
                    </a:lnTo>
                    <a:lnTo>
                      <a:pt x="15254" y="5803"/>
                    </a:lnTo>
                    <a:lnTo>
                      <a:pt x="15229" y="5715"/>
                    </a:lnTo>
                    <a:lnTo>
                      <a:pt x="15191" y="5653"/>
                    </a:lnTo>
                    <a:lnTo>
                      <a:pt x="15116" y="5565"/>
                    </a:lnTo>
                    <a:lnTo>
                      <a:pt x="15016" y="5502"/>
                    </a:lnTo>
                    <a:lnTo>
                      <a:pt x="14903" y="5452"/>
                    </a:lnTo>
                    <a:lnTo>
                      <a:pt x="14790" y="5414"/>
                    </a:lnTo>
                    <a:lnTo>
                      <a:pt x="14665" y="5377"/>
                    </a:lnTo>
                    <a:lnTo>
                      <a:pt x="14540" y="5364"/>
                    </a:lnTo>
                    <a:lnTo>
                      <a:pt x="14414" y="5352"/>
                    </a:lnTo>
                    <a:lnTo>
                      <a:pt x="14277" y="5352"/>
                    </a:lnTo>
                    <a:lnTo>
                      <a:pt x="14038" y="5364"/>
                    </a:lnTo>
                    <a:lnTo>
                      <a:pt x="13850" y="5389"/>
                    </a:lnTo>
                    <a:lnTo>
                      <a:pt x="13662" y="5414"/>
                    </a:lnTo>
                    <a:lnTo>
                      <a:pt x="13525" y="5114"/>
                    </a:lnTo>
                    <a:lnTo>
                      <a:pt x="13374" y="4775"/>
                    </a:lnTo>
                    <a:lnTo>
                      <a:pt x="13174" y="4374"/>
                    </a:lnTo>
                    <a:lnTo>
                      <a:pt x="12923" y="3935"/>
                    </a:lnTo>
                    <a:lnTo>
                      <a:pt x="12798" y="3710"/>
                    </a:lnTo>
                    <a:lnTo>
                      <a:pt x="12660" y="3497"/>
                    </a:lnTo>
                    <a:lnTo>
                      <a:pt x="12509" y="3296"/>
                    </a:lnTo>
                    <a:lnTo>
                      <a:pt x="12359" y="3096"/>
                    </a:lnTo>
                    <a:lnTo>
                      <a:pt x="12209" y="2933"/>
                    </a:lnTo>
                    <a:lnTo>
                      <a:pt x="12058" y="2782"/>
                    </a:lnTo>
                    <a:lnTo>
                      <a:pt x="11970" y="2720"/>
                    </a:lnTo>
                    <a:lnTo>
                      <a:pt x="11858" y="2657"/>
                    </a:lnTo>
                    <a:lnTo>
                      <a:pt x="11720" y="2594"/>
                    </a:lnTo>
                    <a:lnTo>
                      <a:pt x="11569" y="2544"/>
                    </a:lnTo>
                    <a:lnTo>
                      <a:pt x="11406" y="2494"/>
                    </a:lnTo>
                    <a:lnTo>
                      <a:pt x="11218" y="2457"/>
                    </a:lnTo>
                    <a:lnTo>
                      <a:pt x="10792" y="2381"/>
                    </a:lnTo>
                    <a:lnTo>
                      <a:pt x="10329" y="2319"/>
                    </a:lnTo>
                    <a:lnTo>
                      <a:pt x="9815" y="2269"/>
                    </a:lnTo>
                    <a:lnTo>
                      <a:pt x="9288" y="2218"/>
                    </a:lnTo>
                    <a:lnTo>
                      <a:pt x="8749" y="2181"/>
                    </a:lnTo>
                    <a:lnTo>
                      <a:pt x="7684" y="2131"/>
                    </a:lnTo>
                    <a:lnTo>
                      <a:pt x="6719" y="2081"/>
                    </a:lnTo>
                    <a:lnTo>
                      <a:pt x="6305" y="2055"/>
                    </a:lnTo>
                    <a:lnTo>
                      <a:pt x="5954" y="2030"/>
                    </a:lnTo>
                    <a:lnTo>
                      <a:pt x="5679" y="1993"/>
                    </a:lnTo>
                    <a:lnTo>
                      <a:pt x="5478" y="1943"/>
                    </a:lnTo>
                    <a:lnTo>
                      <a:pt x="5415" y="1918"/>
                    </a:lnTo>
                    <a:lnTo>
                      <a:pt x="5353" y="1880"/>
                    </a:lnTo>
                    <a:lnTo>
                      <a:pt x="5290" y="1842"/>
                    </a:lnTo>
                    <a:lnTo>
                      <a:pt x="5240" y="1792"/>
                    </a:lnTo>
                    <a:lnTo>
                      <a:pt x="5140" y="1679"/>
                    </a:lnTo>
                    <a:lnTo>
                      <a:pt x="5052" y="1542"/>
                    </a:lnTo>
                    <a:lnTo>
                      <a:pt x="4964" y="1391"/>
                    </a:lnTo>
                    <a:lnTo>
                      <a:pt x="4902" y="1228"/>
                    </a:lnTo>
                    <a:lnTo>
                      <a:pt x="4776" y="890"/>
                    </a:lnTo>
                    <a:lnTo>
                      <a:pt x="4663" y="564"/>
                    </a:lnTo>
                    <a:lnTo>
                      <a:pt x="4601" y="414"/>
                    </a:lnTo>
                    <a:lnTo>
                      <a:pt x="4538" y="276"/>
                    </a:lnTo>
                    <a:lnTo>
                      <a:pt x="4475" y="163"/>
                    </a:lnTo>
                    <a:lnTo>
                      <a:pt x="4388" y="75"/>
                    </a:lnTo>
                    <a:lnTo>
                      <a:pt x="4350" y="50"/>
                    </a:lnTo>
                    <a:lnTo>
                      <a:pt x="4300" y="25"/>
                    </a:lnTo>
                    <a:lnTo>
                      <a:pt x="4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6">
                <a:extLst>
                  <a:ext uri="{FF2B5EF4-FFF2-40B4-BE49-F238E27FC236}">
                    <a16:creationId xmlns:a16="http://schemas.microsoft.com/office/drawing/2014/main" id="{32784AC0-64A9-ABC6-44B4-724AA5CB1C75}"/>
                  </a:ext>
                </a:extLst>
              </p:cNvPr>
              <p:cNvSpPr/>
              <p:nvPr/>
            </p:nvSpPr>
            <p:spPr>
              <a:xfrm>
                <a:off x="5569971" y="2545255"/>
                <a:ext cx="221471" cy="401178"/>
              </a:xfrm>
              <a:custGeom>
                <a:avLst/>
                <a:gdLst/>
                <a:ahLst/>
                <a:cxnLst/>
                <a:rect l="l" t="t" r="r" b="b"/>
                <a:pathLst>
                  <a:path w="9853" h="17848" extrusionOk="0">
                    <a:moveTo>
                      <a:pt x="9852" y="0"/>
                    </a:moveTo>
                    <a:lnTo>
                      <a:pt x="9100" y="389"/>
                    </a:lnTo>
                    <a:lnTo>
                      <a:pt x="8285" y="802"/>
                    </a:lnTo>
                    <a:lnTo>
                      <a:pt x="7308" y="1341"/>
                    </a:lnTo>
                    <a:lnTo>
                      <a:pt x="6794" y="1629"/>
                    </a:lnTo>
                    <a:lnTo>
                      <a:pt x="6267" y="1943"/>
                    </a:lnTo>
                    <a:lnTo>
                      <a:pt x="5754" y="2256"/>
                    </a:lnTo>
                    <a:lnTo>
                      <a:pt x="5252" y="2569"/>
                    </a:lnTo>
                    <a:lnTo>
                      <a:pt x="4776" y="2895"/>
                    </a:lnTo>
                    <a:lnTo>
                      <a:pt x="4350" y="3209"/>
                    </a:lnTo>
                    <a:lnTo>
                      <a:pt x="3961" y="3509"/>
                    </a:lnTo>
                    <a:lnTo>
                      <a:pt x="3798" y="3660"/>
                    </a:lnTo>
                    <a:lnTo>
                      <a:pt x="3648" y="3798"/>
                    </a:lnTo>
                    <a:lnTo>
                      <a:pt x="3573" y="3885"/>
                    </a:lnTo>
                    <a:lnTo>
                      <a:pt x="3485" y="3986"/>
                    </a:lnTo>
                    <a:lnTo>
                      <a:pt x="3410" y="4099"/>
                    </a:lnTo>
                    <a:lnTo>
                      <a:pt x="3322" y="4236"/>
                    </a:lnTo>
                    <a:lnTo>
                      <a:pt x="3172" y="4537"/>
                    </a:lnTo>
                    <a:lnTo>
                      <a:pt x="3009" y="4888"/>
                    </a:lnTo>
                    <a:lnTo>
                      <a:pt x="2846" y="5289"/>
                    </a:lnTo>
                    <a:lnTo>
                      <a:pt x="2683" y="5728"/>
                    </a:lnTo>
                    <a:lnTo>
                      <a:pt x="2520" y="6204"/>
                    </a:lnTo>
                    <a:lnTo>
                      <a:pt x="2357" y="6705"/>
                    </a:lnTo>
                    <a:lnTo>
                      <a:pt x="2207" y="7244"/>
                    </a:lnTo>
                    <a:lnTo>
                      <a:pt x="2044" y="7808"/>
                    </a:lnTo>
                    <a:lnTo>
                      <a:pt x="1743" y="8987"/>
                    </a:lnTo>
                    <a:lnTo>
                      <a:pt x="1455" y="10215"/>
                    </a:lnTo>
                    <a:lnTo>
                      <a:pt x="1191" y="11456"/>
                    </a:lnTo>
                    <a:lnTo>
                      <a:pt x="941" y="12684"/>
                    </a:lnTo>
                    <a:lnTo>
                      <a:pt x="703" y="13849"/>
                    </a:lnTo>
                    <a:lnTo>
                      <a:pt x="502" y="14927"/>
                    </a:lnTo>
                    <a:lnTo>
                      <a:pt x="327" y="15892"/>
                    </a:lnTo>
                    <a:lnTo>
                      <a:pt x="88" y="17309"/>
                    </a:lnTo>
                    <a:lnTo>
                      <a:pt x="1" y="17848"/>
                    </a:lnTo>
                    <a:lnTo>
                      <a:pt x="7496" y="17848"/>
                    </a:lnTo>
                    <a:lnTo>
                      <a:pt x="98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6">
                <a:extLst>
                  <a:ext uri="{FF2B5EF4-FFF2-40B4-BE49-F238E27FC236}">
                    <a16:creationId xmlns:a16="http://schemas.microsoft.com/office/drawing/2014/main" id="{01FA7757-9FB7-35FE-88D3-1D4C7F127C7F}"/>
                  </a:ext>
                </a:extLst>
              </p:cNvPr>
              <p:cNvSpPr/>
              <p:nvPr/>
            </p:nvSpPr>
            <p:spPr>
              <a:xfrm>
                <a:off x="5702386" y="2481576"/>
                <a:ext cx="633618" cy="995326"/>
              </a:xfrm>
              <a:custGeom>
                <a:avLst/>
                <a:gdLst/>
                <a:ahLst/>
                <a:cxnLst/>
                <a:rect l="l" t="t" r="r" b="b"/>
                <a:pathLst>
                  <a:path w="28189" h="44281" extrusionOk="0">
                    <a:moveTo>
                      <a:pt x="9200" y="1"/>
                    </a:moveTo>
                    <a:lnTo>
                      <a:pt x="8849" y="176"/>
                    </a:lnTo>
                    <a:lnTo>
                      <a:pt x="7922" y="627"/>
                    </a:lnTo>
                    <a:lnTo>
                      <a:pt x="7307" y="953"/>
                    </a:lnTo>
                    <a:lnTo>
                      <a:pt x="6606" y="1317"/>
                    </a:lnTo>
                    <a:lnTo>
                      <a:pt x="5866" y="1718"/>
                    </a:lnTo>
                    <a:lnTo>
                      <a:pt x="5102" y="2144"/>
                    </a:lnTo>
                    <a:lnTo>
                      <a:pt x="4337" y="2608"/>
                    </a:lnTo>
                    <a:lnTo>
                      <a:pt x="3585" y="3071"/>
                    </a:lnTo>
                    <a:lnTo>
                      <a:pt x="3234" y="3309"/>
                    </a:lnTo>
                    <a:lnTo>
                      <a:pt x="2883" y="3548"/>
                    </a:lnTo>
                    <a:lnTo>
                      <a:pt x="2557" y="3786"/>
                    </a:lnTo>
                    <a:lnTo>
                      <a:pt x="2256" y="4011"/>
                    </a:lnTo>
                    <a:lnTo>
                      <a:pt x="1968" y="4249"/>
                    </a:lnTo>
                    <a:lnTo>
                      <a:pt x="1718" y="4475"/>
                    </a:lnTo>
                    <a:lnTo>
                      <a:pt x="1492" y="4688"/>
                    </a:lnTo>
                    <a:lnTo>
                      <a:pt x="1291" y="4914"/>
                    </a:lnTo>
                    <a:lnTo>
                      <a:pt x="1128" y="5114"/>
                    </a:lnTo>
                    <a:lnTo>
                      <a:pt x="1003" y="5315"/>
                    </a:lnTo>
                    <a:lnTo>
                      <a:pt x="966" y="5415"/>
                    </a:lnTo>
                    <a:lnTo>
                      <a:pt x="928" y="5503"/>
                    </a:lnTo>
                    <a:lnTo>
                      <a:pt x="903" y="5603"/>
                    </a:lnTo>
                    <a:lnTo>
                      <a:pt x="890" y="5691"/>
                    </a:lnTo>
                    <a:lnTo>
                      <a:pt x="853" y="6418"/>
                    </a:lnTo>
                    <a:lnTo>
                      <a:pt x="803" y="7859"/>
                    </a:lnTo>
                    <a:lnTo>
                      <a:pt x="690" y="12446"/>
                    </a:lnTo>
                    <a:lnTo>
                      <a:pt x="539" y="18600"/>
                    </a:lnTo>
                    <a:lnTo>
                      <a:pt x="389" y="25506"/>
                    </a:lnTo>
                    <a:lnTo>
                      <a:pt x="126" y="38215"/>
                    </a:lnTo>
                    <a:lnTo>
                      <a:pt x="0" y="43930"/>
                    </a:lnTo>
                    <a:lnTo>
                      <a:pt x="28126" y="43930"/>
                    </a:lnTo>
                    <a:lnTo>
                      <a:pt x="28088" y="43579"/>
                    </a:lnTo>
                    <a:lnTo>
                      <a:pt x="27938" y="42000"/>
                    </a:lnTo>
                    <a:lnTo>
                      <a:pt x="27737" y="39669"/>
                    </a:lnTo>
                    <a:lnTo>
                      <a:pt x="27173" y="33314"/>
                    </a:lnTo>
                    <a:lnTo>
                      <a:pt x="26509" y="25606"/>
                    </a:lnTo>
                    <a:lnTo>
                      <a:pt x="26145" y="21596"/>
                    </a:lnTo>
                    <a:lnTo>
                      <a:pt x="25794" y="17648"/>
                    </a:lnTo>
                    <a:lnTo>
                      <a:pt x="25431" y="13900"/>
                    </a:lnTo>
                    <a:lnTo>
                      <a:pt x="25105" y="10504"/>
                    </a:lnTo>
                    <a:lnTo>
                      <a:pt x="24792" y="7596"/>
                    </a:lnTo>
                    <a:lnTo>
                      <a:pt x="24654" y="6355"/>
                    </a:lnTo>
                    <a:lnTo>
                      <a:pt x="24516" y="5302"/>
                    </a:lnTo>
                    <a:lnTo>
                      <a:pt x="24403" y="4425"/>
                    </a:lnTo>
                    <a:lnTo>
                      <a:pt x="24290" y="3761"/>
                    </a:lnTo>
                    <a:lnTo>
                      <a:pt x="24240" y="3510"/>
                    </a:lnTo>
                    <a:lnTo>
                      <a:pt x="24203" y="3309"/>
                    </a:lnTo>
                    <a:lnTo>
                      <a:pt x="24152" y="3184"/>
                    </a:lnTo>
                    <a:lnTo>
                      <a:pt x="24115" y="3109"/>
                    </a:lnTo>
                    <a:lnTo>
                      <a:pt x="24015" y="3009"/>
                    </a:lnTo>
                    <a:lnTo>
                      <a:pt x="23864" y="2908"/>
                    </a:lnTo>
                    <a:lnTo>
                      <a:pt x="23676" y="2796"/>
                    </a:lnTo>
                    <a:lnTo>
                      <a:pt x="23463" y="2683"/>
                    </a:lnTo>
                    <a:lnTo>
                      <a:pt x="23225" y="2570"/>
                    </a:lnTo>
                    <a:lnTo>
                      <a:pt x="22949" y="2445"/>
                    </a:lnTo>
                    <a:lnTo>
                      <a:pt x="22348" y="2206"/>
                    </a:lnTo>
                    <a:lnTo>
                      <a:pt x="21658" y="1956"/>
                    </a:lnTo>
                    <a:lnTo>
                      <a:pt x="20919" y="1705"/>
                    </a:lnTo>
                    <a:lnTo>
                      <a:pt x="20154" y="1454"/>
                    </a:lnTo>
                    <a:lnTo>
                      <a:pt x="19365" y="1216"/>
                    </a:lnTo>
                    <a:lnTo>
                      <a:pt x="17861" y="790"/>
                    </a:lnTo>
                    <a:lnTo>
                      <a:pt x="16570" y="427"/>
                    </a:lnTo>
                    <a:lnTo>
                      <a:pt x="15329" y="113"/>
                    </a:lnTo>
                    <a:lnTo>
                      <a:pt x="9200" y="1"/>
                    </a:lnTo>
                    <a:close/>
                    <a:moveTo>
                      <a:pt x="28126" y="43930"/>
                    </a:moveTo>
                    <a:lnTo>
                      <a:pt x="28138" y="44043"/>
                    </a:lnTo>
                    <a:lnTo>
                      <a:pt x="28176" y="44268"/>
                    </a:lnTo>
                    <a:lnTo>
                      <a:pt x="28188" y="44281"/>
                    </a:lnTo>
                    <a:lnTo>
                      <a:pt x="28188" y="44231"/>
                    </a:lnTo>
                    <a:lnTo>
                      <a:pt x="28188" y="4393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6">
                <a:extLst>
                  <a:ext uri="{FF2B5EF4-FFF2-40B4-BE49-F238E27FC236}">
                    <a16:creationId xmlns:a16="http://schemas.microsoft.com/office/drawing/2014/main" id="{1479B673-F94C-FD99-BD0A-17EA4A2DA591}"/>
                  </a:ext>
                </a:extLst>
              </p:cNvPr>
              <p:cNvSpPr/>
              <p:nvPr/>
            </p:nvSpPr>
            <p:spPr>
              <a:xfrm>
                <a:off x="5805783" y="2994018"/>
                <a:ext cx="318079" cy="302322"/>
              </a:xfrm>
              <a:custGeom>
                <a:avLst/>
                <a:gdLst/>
                <a:ahLst/>
                <a:cxnLst/>
                <a:rect l="l" t="t" r="r" b="b"/>
                <a:pathLst>
                  <a:path w="14151" h="13450" extrusionOk="0">
                    <a:moveTo>
                      <a:pt x="13962" y="1"/>
                    </a:moveTo>
                    <a:lnTo>
                      <a:pt x="0" y="13248"/>
                    </a:lnTo>
                    <a:lnTo>
                      <a:pt x="201" y="13449"/>
                    </a:lnTo>
                    <a:lnTo>
                      <a:pt x="14150" y="214"/>
                    </a:lnTo>
                    <a:lnTo>
                      <a:pt x="1396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6">
                <a:extLst>
                  <a:ext uri="{FF2B5EF4-FFF2-40B4-BE49-F238E27FC236}">
                    <a16:creationId xmlns:a16="http://schemas.microsoft.com/office/drawing/2014/main" id="{6F832DE4-3CF8-40EA-224D-E9E647D4C991}"/>
                  </a:ext>
                </a:extLst>
              </p:cNvPr>
              <p:cNvSpPr/>
              <p:nvPr/>
            </p:nvSpPr>
            <p:spPr>
              <a:xfrm>
                <a:off x="6041572" y="3143336"/>
                <a:ext cx="82852" cy="114680"/>
              </a:xfrm>
              <a:custGeom>
                <a:avLst/>
                <a:gdLst/>
                <a:ahLst/>
                <a:cxnLst/>
                <a:rect l="l" t="t" r="r" b="b"/>
                <a:pathLst>
                  <a:path w="3686" h="5102" extrusionOk="0">
                    <a:moveTo>
                      <a:pt x="3447" y="0"/>
                    </a:moveTo>
                    <a:lnTo>
                      <a:pt x="1" y="4939"/>
                    </a:lnTo>
                    <a:lnTo>
                      <a:pt x="226" y="5101"/>
                    </a:lnTo>
                    <a:lnTo>
                      <a:pt x="3686" y="163"/>
                    </a:lnTo>
                    <a:lnTo>
                      <a:pt x="344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a:extLst>
                  <a:ext uri="{FF2B5EF4-FFF2-40B4-BE49-F238E27FC236}">
                    <a16:creationId xmlns:a16="http://schemas.microsoft.com/office/drawing/2014/main" id="{0E637C5B-E685-C85E-EEC4-B6019364D76F}"/>
                  </a:ext>
                </a:extLst>
              </p:cNvPr>
              <p:cNvSpPr/>
              <p:nvPr/>
            </p:nvSpPr>
            <p:spPr>
              <a:xfrm>
                <a:off x="5865213" y="2464404"/>
                <a:ext cx="107645" cy="125379"/>
              </a:xfrm>
              <a:custGeom>
                <a:avLst/>
                <a:gdLst/>
                <a:ahLst/>
                <a:cxnLst/>
                <a:rect l="l" t="t" r="r" b="b"/>
                <a:pathLst>
                  <a:path w="4789" h="5578" extrusionOk="0">
                    <a:moveTo>
                      <a:pt x="1956" y="0"/>
                    </a:moveTo>
                    <a:lnTo>
                      <a:pt x="1154" y="564"/>
                    </a:lnTo>
                    <a:lnTo>
                      <a:pt x="527" y="1003"/>
                    </a:lnTo>
                    <a:lnTo>
                      <a:pt x="89" y="1304"/>
                    </a:lnTo>
                    <a:lnTo>
                      <a:pt x="63" y="1341"/>
                    </a:lnTo>
                    <a:lnTo>
                      <a:pt x="38" y="1391"/>
                    </a:lnTo>
                    <a:lnTo>
                      <a:pt x="13" y="1466"/>
                    </a:lnTo>
                    <a:lnTo>
                      <a:pt x="1" y="1554"/>
                    </a:lnTo>
                    <a:lnTo>
                      <a:pt x="1" y="1780"/>
                    </a:lnTo>
                    <a:lnTo>
                      <a:pt x="1" y="2068"/>
                    </a:lnTo>
                    <a:lnTo>
                      <a:pt x="26" y="2394"/>
                    </a:lnTo>
                    <a:lnTo>
                      <a:pt x="63" y="2757"/>
                    </a:lnTo>
                    <a:lnTo>
                      <a:pt x="151" y="3522"/>
                    </a:lnTo>
                    <a:lnTo>
                      <a:pt x="264" y="4286"/>
                    </a:lnTo>
                    <a:lnTo>
                      <a:pt x="377" y="4951"/>
                    </a:lnTo>
                    <a:lnTo>
                      <a:pt x="477" y="5577"/>
                    </a:lnTo>
                    <a:lnTo>
                      <a:pt x="1480" y="4926"/>
                    </a:lnTo>
                    <a:lnTo>
                      <a:pt x="2169" y="4500"/>
                    </a:lnTo>
                    <a:lnTo>
                      <a:pt x="2395" y="4362"/>
                    </a:lnTo>
                    <a:lnTo>
                      <a:pt x="2457" y="4337"/>
                    </a:lnTo>
                    <a:lnTo>
                      <a:pt x="2482" y="4337"/>
                    </a:lnTo>
                    <a:lnTo>
                      <a:pt x="2507" y="4362"/>
                    </a:lnTo>
                    <a:lnTo>
                      <a:pt x="2583" y="4399"/>
                    </a:lnTo>
                    <a:lnTo>
                      <a:pt x="2846" y="4500"/>
                    </a:lnTo>
                    <a:lnTo>
                      <a:pt x="3635" y="4775"/>
                    </a:lnTo>
                    <a:lnTo>
                      <a:pt x="4789" y="5151"/>
                    </a:lnTo>
                    <a:lnTo>
                      <a:pt x="4789" y="176"/>
                    </a:lnTo>
                    <a:lnTo>
                      <a:pt x="195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a:extLst>
                  <a:ext uri="{FF2B5EF4-FFF2-40B4-BE49-F238E27FC236}">
                    <a16:creationId xmlns:a16="http://schemas.microsoft.com/office/drawing/2014/main" id="{321565D3-7DC8-A939-A591-6269C7546244}"/>
                  </a:ext>
                </a:extLst>
              </p:cNvPr>
              <p:cNvSpPr/>
              <p:nvPr/>
            </p:nvSpPr>
            <p:spPr>
              <a:xfrm>
                <a:off x="5972835" y="2456784"/>
                <a:ext cx="114410" cy="141721"/>
              </a:xfrm>
              <a:custGeom>
                <a:avLst/>
                <a:gdLst/>
                <a:ahLst/>
                <a:cxnLst/>
                <a:rect l="l" t="t" r="r" b="b"/>
                <a:pathLst>
                  <a:path w="5090" h="6305" extrusionOk="0">
                    <a:moveTo>
                      <a:pt x="3334" y="1"/>
                    </a:moveTo>
                    <a:lnTo>
                      <a:pt x="1" y="63"/>
                    </a:lnTo>
                    <a:lnTo>
                      <a:pt x="1" y="5490"/>
                    </a:lnTo>
                    <a:lnTo>
                      <a:pt x="2570" y="4976"/>
                    </a:lnTo>
                    <a:lnTo>
                      <a:pt x="4061" y="6305"/>
                    </a:lnTo>
                    <a:lnTo>
                      <a:pt x="4249" y="5565"/>
                    </a:lnTo>
                    <a:lnTo>
                      <a:pt x="4437" y="4801"/>
                    </a:lnTo>
                    <a:lnTo>
                      <a:pt x="4650" y="3899"/>
                    </a:lnTo>
                    <a:lnTo>
                      <a:pt x="4851" y="2984"/>
                    </a:lnTo>
                    <a:lnTo>
                      <a:pt x="4939" y="2545"/>
                    </a:lnTo>
                    <a:lnTo>
                      <a:pt x="5014" y="2144"/>
                    </a:lnTo>
                    <a:lnTo>
                      <a:pt x="5064" y="1780"/>
                    </a:lnTo>
                    <a:lnTo>
                      <a:pt x="5089" y="1480"/>
                    </a:lnTo>
                    <a:lnTo>
                      <a:pt x="5089" y="1354"/>
                    </a:lnTo>
                    <a:lnTo>
                      <a:pt x="5089" y="1254"/>
                    </a:lnTo>
                    <a:lnTo>
                      <a:pt x="5077" y="1166"/>
                    </a:lnTo>
                    <a:lnTo>
                      <a:pt x="5052" y="1104"/>
                    </a:lnTo>
                    <a:lnTo>
                      <a:pt x="5001" y="1016"/>
                    </a:lnTo>
                    <a:lnTo>
                      <a:pt x="4914" y="928"/>
                    </a:lnTo>
                    <a:lnTo>
                      <a:pt x="4813" y="840"/>
                    </a:lnTo>
                    <a:lnTo>
                      <a:pt x="4688" y="740"/>
                    </a:lnTo>
                    <a:lnTo>
                      <a:pt x="4412" y="565"/>
                    </a:lnTo>
                    <a:lnTo>
                      <a:pt x="4112" y="389"/>
                    </a:lnTo>
                    <a:lnTo>
                      <a:pt x="3811" y="226"/>
                    </a:lnTo>
                    <a:lnTo>
                      <a:pt x="3573" y="101"/>
                    </a:lnTo>
                    <a:lnTo>
                      <a:pt x="333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a:extLst>
                  <a:ext uri="{FF2B5EF4-FFF2-40B4-BE49-F238E27FC236}">
                    <a16:creationId xmlns:a16="http://schemas.microsoft.com/office/drawing/2014/main" id="{69CE2821-A902-26BD-D868-8D21EC5F28C5}"/>
                  </a:ext>
                </a:extLst>
              </p:cNvPr>
              <p:cNvSpPr/>
              <p:nvPr/>
            </p:nvSpPr>
            <p:spPr>
              <a:xfrm>
                <a:off x="5957348" y="2570610"/>
                <a:ext cx="26771" cy="92989"/>
              </a:xfrm>
              <a:custGeom>
                <a:avLst/>
                <a:gdLst/>
                <a:ahLst/>
                <a:cxnLst/>
                <a:rect l="l" t="t" r="r" b="b"/>
                <a:pathLst>
                  <a:path w="1191" h="4137" extrusionOk="0">
                    <a:moveTo>
                      <a:pt x="0" y="0"/>
                    </a:moveTo>
                    <a:lnTo>
                      <a:pt x="0" y="4136"/>
                    </a:lnTo>
                    <a:lnTo>
                      <a:pt x="1191" y="4136"/>
                    </a:lnTo>
                    <a:lnTo>
                      <a:pt x="119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a:extLst>
                  <a:ext uri="{FF2B5EF4-FFF2-40B4-BE49-F238E27FC236}">
                    <a16:creationId xmlns:a16="http://schemas.microsoft.com/office/drawing/2014/main" id="{4CCB6665-D5C9-0F68-7888-A7F0416A04E6}"/>
                  </a:ext>
                </a:extLst>
              </p:cNvPr>
              <p:cNvSpPr/>
              <p:nvPr/>
            </p:nvSpPr>
            <p:spPr>
              <a:xfrm>
                <a:off x="6215682" y="2544401"/>
                <a:ext cx="202859" cy="423161"/>
              </a:xfrm>
              <a:custGeom>
                <a:avLst/>
                <a:gdLst/>
                <a:ahLst/>
                <a:cxnLst/>
                <a:rect l="l" t="t" r="r" b="b"/>
                <a:pathLst>
                  <a:path w="9025" h="18826" extrusionOk="0">
                    <a:moveTo>
                      <a:pt x="690" y="1"/>
                    </a:moveTo>
                    <a:lnTo>
                      <a:pt x="589" y="26"/>
                    </a:lnTo>
                    <a:lnTo>
                      <a:pt x="502" y="76"/>
                    </a:lnTo>
                    <a:lnTo>
                      <a:pt x="427" y="151"/>
                    </a:lnTo>
                    <a:lnTo>
                      <a:pt x="351" y="264"/>
                    </a:lnTo>
                    <a:lnTo>
                      <a:pt x="289" y="389"/>
                    </a:lnTo>
                    <a:lnTo>
                      <a:pt x="239" y="539"/>
                    </a:lnTo>
                    <a:lnTo>
                      <a:pt x="176" y="727"/>
                    </a:lnTo>
                    <a:lnTo>
                      <a:pt x="138" y="928"/>
                    </a:lnTo>
                    <a:lnTo>
                      <a:pt x="101" y="1141"/>
                    </a:lnTo>
                    <a:lnTo>
                      <a:pt x="63" y="1379"/>
                    </a:lnTo>
                    <a:lnTo>
                      <a:pt x="25" y="1918"/>
                    </a:lnTo>
                    <a:lnTo>
                      <a:pt x="0" y="2532"/>
                    </a:lnTo>
                    <a:lnTo>
                      <a:pt x="0" y="3209"/>
                    </a:lnTo>
                    <a:lnTo>
                      <a:pt x="13" y="3936"/>
                    </a:lnTo>
                    <a:lnTo>
                      <a:pt x="38" y="4713"/>
                    </a:lnTo>
                    <a:lnTo>
                      <a:pt x="88" y="5528"/>
                    </a:lnTo>
                    <a:lnTo>
                      <a:pt x="151" y="6367"/>
                    </a:lnTo>
                    <a:lnTo>
                      <a:pt x="226" y="7245"/>
                    </a:lnTo>
                    <a:lnTo>
                      <a:pt x="314" y="8135"/>
                    </a:lnTo>
                    <a:lnTo>
                      <a:pt x="414" y="9037"/>
                    </a:lnTo>
                    <a:lnTo>
                      <a:pt x="615" y="10842"/>
                    </a:lnTo>
                    <a:lnTo>
                      <a:pt x="840" y="12609"/>
                    </a:lnTo>
                    <a:lnTo>
                      <a:pt x="1066" y="14251"/>
                    </a:lnTo>
                    <a:lnTo>
                      <a:pt x="1291" y="15742"/>
                    </a:lnTo>
                    <a:lnTo>
                      <a:pt x="1630" y="17973"/>
                    </a:lnTo>
                    <a:lnTo>
                      <a:pt x="1768" y="18826"/>
                    </a:lnTo>
                    <a:lnTo>
                      <a:pt x="9024" y="18826"/>
                    </a:lnTo>
                    <a:lnTo>
                      <a:pt x="8924" y="16720"/>
                    </a:lnTo>
                    <a:lnTo>
                      <a:pt x="8799" y="14527"/>
                    </a:lnTo>
                    <a:lnTo>
                      <a:pt x="8648" y="11982"/>
                    </a:lnTo>
                    <a:lnTo>
                      <a:pt x="8473" y="9363"/>
                    </a:lnTo>
                    <a:lnTo>
                      <a:pt x="8385" y="8135"/>
                    </a:lnTo>
                    <a:lnTo>
                      <a:pt x="8285" y="6994"/>
                    </a:lnTo>
                    <a:lnTo>
                      <a:pt x="8197" y="5991"/>
                    </a:lnTo>
                    <a:lnTo>
                      <a:pt x="8097" y="5152"/>
                    </a:lnTo>
                    <a:lnTo>
                      <a:pt x="8059" y="4813"/>
                    </a:lnTo>
                    <a:lnTo>
                      <a:pt x="8009" y="4525"/>
                    </a:lnTo>
                    <a:lnTo>
                      <a:pt x="7959" y="4312"/>
                    </a:lnTo>
                    <a:lnTo>
                      <a:pt x="7922" y="4149"/>
                    </a:lnTo>
                    <a:lnTo>
                      <a:pt x="7859" y="4024"/>
                    </a:lnTo>
                    <a:lnTo>
                      <a:pt x="7784" y="3898"/>
                    </a:lnTo>
                    <a:lnTo>
                      <a:pt x="7696" y="3773"/>
                    </a:lnTo>
                    <a:lnTo>
                      <a:pt x="7583" y="3648"/>
                    </a:lnTo>
                    <a:lnTo>
                      <a:pt x="7458" y="3510"/>
                    </a:lnTo>
                    <a:lnTo>
                      <a:pt x="7307" y="3372"/>
                    </a:lnTo>
                    <a:lnTo>
                      <a:pt x="7144" y="3247"/>
                    </a:lnTo>
                    <a:lnTo>
                      <a:pt x="6982" y="3109"/>
                    </a:lnTo>
                    <a:lnTo>
                      <a:pt x="6593" y="2833"/>
                    </a:lnTo>
                    <a:lnTo>
                      <a:pt x="6154" y="2557"/>
                    </a:lnTo>
                    <a:lnTo>
                      <a:pt x="5678" y="2282"/>
                    </a:lnTo>
                    <a:lnTo>
                      <a:pt x="5177" y="2006"/>
                    </a:lnTo>
                    <a:lnTo>
                      <a:pt x="4650" y="1730"/>
                    </a:lnTo>
                    <a:lnTo>
                      <a:pt x="4099" y="1467"/>
                    </a:lnTo>
                    <a:lnTo>
                      <a:pt x="3547" y="1204"/>
                    </a:lnTo>
                    <a:lnTo>
                      <a:pt x="2996" y="941"/>
                    </a:lnTo>
                    <a:lnTo>
                      <a:pt x="1905" y="464"/>
                    </a:lnTo>
                    <a:lnTo>
                      <a:pt x="903" y="38"/>
                    </a:lnTo>
                    <a:lnTo>
                      <a:pt x="7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a:extLst>
                  <a:ext uri="{FF2B5EF4-FFF2-40B4-BE49-F238E27FC236}">
                    <a16:creationId xmlns:a16="http://schemas.microsoft.com/office/drawing/2014/main" id="{0A24F40C-1F14-EE5C-354C-FABC8A17F371}"/>
                  </a:ext>
                </a:extLst>
              </p:cNvPr>
              <p:cNvSpPr/>
              <p:nvPr/>
            </p:nvSpPr>
            <p:spPr>
              <a:xfrm>
                <a:off x="5909179" y="2359883"/>
                <a:ext cx="139743" cy="220594"/>
              </a:xfrm>
              <a:custGeom>
                <a:avLst/>
                <a:gdLst/>
                <a:ahLst/>
                <a:cxnLst/>
                <a:rect l="l" t="t" r="r" b="b"/>
                <a:pathLst>
                  <a:path w="6217" h="9814" extrusionOk="0">
                    <a:moveTo>
                      <a:pt x="6217" y="0"/>
                    </a:moveTo>
                    <a:lnTo>
                      <a:pt x="0" y="639"/>
                    </a:lnTo>
                    <a:lnTo>
                      <a:pt x="0" y="6217"/>
                    </a:lnTo>
                    <a:lnTo>
                      <a:pt x="0" y="6380"/>
                    </a:lnTo>
                    <a:lnTo>
                      <a:pt x="13" y="6543"/>
                    </a:lnTo>
                    <a:lnTo>
                      <a:pt x="38" y="6706"/>
                    </a:lnTo>
                    <a:lnTo>
                      <a:pt x="75" y="6868"/>
                    </a:lnTo>
                    <a:lnTo>
                      <a:pt x="113" y="7031"/>
                    </a:lnTo>
                    <a:lnTo>
                      <a:pt x="163" y="7194"/>
                    </a:lnTo>
                    <a:lnTo>
                      <a:pt x="288" y="7520"/>
                    </a:lnTo>
                    <a:lnTo>
                      <a:pt x="439" y="7834"/>
                    </a:lnTo>
                    <a:lnTo>
                      <a:pt x="614" y="8134"/>
                    </a:lnTo>
                    <a:lnTo>
                      <a:pt x="802" y="8435"/>
                    </a:lnTo>
                    <a:lnTo>
                      <a:pt x="1015" y="8698"/>
                    </a:lnTo>
                    <a:lnTo>
                      <a:pt x="1241" y="8949"/>
                    </a:lnTo>
                    <a:lnTo>
                      <a:pt x="1466" y="9187"/>
                    </a:lnTo>
                    <a:lnTo>
                      <a:pt x="1705" y="9375"/>
                    </a:lnTo>
                    <a:lnTo>
                      <a:pt x="1943" y="9538"/>
                    </a:lnTo>
                    <a:lnTo>
                      <a:pt x="2055" y="9613"/>
                    </a:lnTo>
                    <a:lnTo>
                      <a:pt x="2168" y="9676"/>
                    </a:lnTo>
                    <a:lnTo>
                      <a:pt x="2294" y="9726"/>
                    </a:lnTo>
                    <a:lnTo>
                      <a:pt x="2406" y="9764"/>
                    </a:lnTo>
                    <a:lnTo>
                      <a:pt x="2519" y="9789"/>
                    </a:lnTo>
                    <a:lnTo>
                      <a:pt x="2619" y="9814"/>
                    </a:lnTo>
                    <a:lnTo>
                      <a:pt x="2732" y="9814"/>
                    </a:lnTo>
                    <a:lnTo>
                      <a:pt x="2833" y="9801"/>
                    </a:lnTo>
                    <a:lnTo>
                      <a:pt x="2945" y="9801"/>
                    </a:lnTo>
                    <a:lnTo>
                      <a:pt x="3071" y="9789"/>
                    </a:lnTo>
                    <a:lnTo>
                      <a:pt x="3196" y="9764"/>
                    </a:lnTo>
                    <a:lnTo>
                      <a:pt x="3321" y="9726"/>
                    </a:lnTo>
                    <a:lnTo>
                      <a:pt x="3459" y="9676"/>
                    </a:lnTo>
                    <a:lnTo>
                      <a:pt x="3597" y="9626"/>
                    </a:lnTo>
                    <a:lnTo>
                      <a:pt x="3860" y="9500"/>
                    </a:lnTo>
                    <a:lnTo>
                      <a:pt x="4136" y="9338"/>
                    </a:lnTo>
                    <a:lnTo>
                      <a:pt x="4412" y="9137"/>
                    </a:lnTo>
                    <a:lnTo>
                      <a:pt x="4675" y="8924"/>
                    </a:lnTo>
                    <a:lnTo>
                      <a:pt x="4926" y="8686"/>
                    </a:lnTo>
                    <a:lnTo>
                      <a:pt x="5164" y="8423"/>
                    </a:lnTo>
                    <a:lnTo>
                      <a:pt x="5389" y="8159"/>
                    </a:lnTo>
                    <a:lnTo>
                      <a:pt x="5590" y="7871"/>
                    </a:lnTo>
                    <a:lnTo>
                      <a:pt x="5765" y="7570"/>
                    </a:lnTo>
                    <a:lnTo>
                      <a:pt x="5841" y="7420"/>
                    </a:lnTo>
                    <a:lnTo>
                      <a:pt x="5916" y="7257"/>
                    </a:lnTo>
                    <a:lnTo>
                      <a:pt x="5978" y="7107"/>
                    </a:lnTo>
                    <a:lnTo>
                      <a:pt x="6029" y="6944"/>
                    </a:lnTo>
                    <a:lnTo>
                      <a:pt x="6066" y="6793"/>
                    </a:lnTo>
                    <a:lnTo>
                      <a:pt x="6104" y="6630"/>
                    </a:lnTo>
                    <a:lnTo>
                      <a:pt x="6129" y="6480"/>
                    </a:lnTo>
                    <a:lnTo>
                      <a:pt x="6129" y="6330"/>
                    </a:lnTo>
                    <a:lnTo>
                      <a:pt x="6217"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6">
                <a:extLst>
                  <a:ext uri="{FF2B5EF4-FFF2-40B4-BE49-F238E27FC236}">
                    <a16:creationId xmlns:a16="http://schemas.microsoft.com/office/drawing/2014/main" id="{CFE70FBF-43F6-0759-0DAA-08B379A90688}"/>
                  </a:ext>
                </a:extLst>
              </p:cNvPr>
              <p:cNvSpPr/>
              <p:nvPr/>
            </p:nvSpPr>
            <p:spPr>
              <a:xfrm>
                <a:off x="5909179" y="2374246"/>
                <a:ext cx="128751" cy="129043"/>
              </a:xfrm>
              <a:custGeom>
                <a:avLst/>
                <a:gdLst/>
                <a:ahLst/>
                <a:cxnLst/>
                <a:rect l="l" t="t" r="r" b="b"/>
                <a:pathLst>
                  <a:path w="5728" h="5741" extrusionOk="0">
                    <a:moveTo>
                      <a:pt x="0" y="0"/>
                    </a:moveTo>
                    <a:lnTo>
                      <a:pt x="0" y="5578"/>
                    </a:lnTo>
                    <a:lnTo>
                      <a:pt x="213" y="5640"/>
                    </a:lnTo>
                    <a:lnTo>
                      <a:pt x="464" y="5678"/>
                    </a:lnTo>
                    <a:lnTo>
                      <a:pt x="802" y="5716"/>
                    </a:lnTo>
                    <a:lnTo>
                      <a:pt x="990" y="5728"/>
                    </a:lnTo>
                    <a:lnTo>
                      <a:pt x="1191" y="5741"/>
                    </a:lnTo>
                    <a:lnTo>
                      <a:pt x="1404" y="5741"/>
                    </a:lnTo>
                    <a:lnTo>
                      <a:pt x="1629" y="5728"/>
                    </a:lnTo>
                    <a:lnTo>
                      <a:pt x="1867" y="5703"/>
                    </a:lnTo>
                    <a:lnTo>
                      <a:pt x="2118" y="5665"/>
                    </a:lnTo>
                    <a:lnTo>
                      <a:pt x="2369" y="5615"/>
                    </a:lnTo>
                    <a:lnTo>
                      <a:pt x="2619" y="5553"/>
                    </a:lnTo>
                    <a:lnTo>
                      <a:pt x="2870" y="5465"/>
                    </a:lnTo>
                    <a:lnTo>
                      <a:pt x="3121" y="5352"/>
                    </a:lnTo>
                    <a:lnTo>
                      <a:pt x="3371" y="5227"/>
                    </a:lnTo>
                    <a:lnTo>
                      <a:pt x="3622" y="5076"/>
                    </a:lnTo>
                    <a:lnTo>
                      <a:pt x="3873" y="4901"/>
                    </a:lnTo>
                    <a:lnTo>
                      <a:pt x="4111" y="4700"/>
                    </a:lnTo>
                    <a:lnTo>
                      <a:pt x="4337" y="4462"/>
                    </a:lnTo>
                    <a:lnTo>
                      <a:pt x="4550" y="4199"/>
                    </a:lnTo>
                    <a:lnTo>
                      <a:pt x="4763" y="3911"/>
                    </a:lnTo>
                    <a:lnTo>
                      <a:pt x="4863" y="3748"/>
                    </a:lnTo>
                    <a:lnTo>
                      <a:pt x="4951" y="3585"/>
                    </a:lnTo>
                    <a:lnTo>
                      <a:pt x="5051" y="3409"/>
                    </a:lnTo>
                    <a:lnTo>
                      <a:pt x="5139" y="3221"/>
                    </a:lnTo>
                    <a:lnTo>
                      <a:pt x="5214" y="3021"/>
                    </a:lnTo>
                    <a:lnTo>
                      <a:pt x="5302" y="2820"/>
                    </a:lnTo>
                    <a:lnTo>
                      <a:pt x="5364" y="2607"/>
                    </a:lnTo>
                    <a:lnTo>
                      <a:pt x="5440" y="2382"/>
                    </a:lnTo>
                    <a:lnTo>
                      <a:pt x="5502" y="2144"/>
                    </a:lnTo>
                    <a:lnTo>
                      <a:pt x="5565" y="1905"/>
                    </a:lnTo>
                    <a:lnTo>
                      <a:pt x="5615" y="1642"/>
                    </a:lnTo>
                    <a:lnTo>
                      <a:pt x="5653" y="1379"/>
                    </a:lnTo>
                    <a:lnTo>
                      <a:pt x="5703" y="1103"/>
                    </a:lnTo>
                    <a:lnTo>
                      <a:pt x="5728" y="815"/>
                    </a:lnTo>
                    <a:lnTo>
                      <a:pt x="0" y="0"/>
                    </a:lnTo>
                    <a:close/>
                  </a:path>
                </a:pathLst>
              </a:custGeom>
              <a:solidFill>
                <a:srgbClr val="070019">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a:extLst>
                  <a:ext uri="{FF2B5EF4-FFF2-40B4-BE49-F238E27FC236}">
                    <a16:creationId xmlns:a16="http://schemas.microsoft.com/office/drawing/2014/main" id="{D6304646-2F09-7524-E665-229DD861AD78}"/>
                  </a:ext>
                </a:extLst>
              </p:cNvPr>
              <p:cNvSpPr/>
              <p:nvPr/>
            </p:nvSpPr>
            <p:spPr>
              <a:xfrm>
                <a:off x="5809154" y="2260420"/>
                <a:ext cx="58059" cy="63701"/>
              </a:xfrm>
              <a:custGeom>
                <a:avLst/>
                <a:gdLst/>
                <a:ahLst/>
                <a:cxnLst/>
                <a:rect l="l" t="t" r="r" b="b"/>
                <a:pathLst>
                  <a:path w="2583" h="2834" extrusionOk="0">
                    <a:moveTo>
                      <a:pt x="1016" y="1"/>
                    </a:moveTo>
                    <a:lnTo>
                      <a:pt x="803" y="13"/>
                    </a:lnTo>
                    <a:lnTo>
                      <a:pt x="703" y="38"/>
                    </a:lnTo>
                    <a:lnTo>
                      <a:pt x="602" y="51"/>
                    </a:lnTo>
                    <a:lnTo>
                      <a:pt x="515" y="89"/>
                    </a:lnTo>
                    <a:lnTo>
                      <a:pt x="427" y="126"/>
                    </a:lnTo>
                    <a:lnTo>
                      <a:pt x="352" y="176"/>
                    </a:lnTo>
                    <a:lnTo>
                      <a:pt x="276" y="239"/>
                    </a:lnTo>
                    <a:lnTo>
                      <a:pt x="214" y="302"/>
                    </a:lnTo>
                    <a:lnTo>
                      <a:pt x="151" y="377"/>
                    </a:lnTo>
                    <a:lnTo>
                      <a:pt x="113" y="477"/>
                    </a:lnTo>
                    <a:lnTo>
                      <a:pt x="76" y="577"/>
                    </a:lnTo>
                    <a:lnTo>
                      <a:pt x="26" y="790"/>
                    </a:lnTo>
                    <a:lnTo>
                      <a:pt x="1" y="1004"/>
                    </a:lnTo>
                    <a:lnTo>
                      <a:pt x="1" y="1217"/>
                    </a:lnTo>
                    <a:lnTo>
                      <a:pt x="38" y="1430"/>
                    </a:lnTo>
                    <a:lnTo>
                      <a:pt x="101" y="1630"/>
                    </a:lnTo>
                    <a:lnTo>
                      <a:pt x="176" y="1831"/>
                    </a:lnTo>
                    <a:lnTo>
                      <a:pt x="289" y="2006"/>
                    </a:lnTo>
                    <a:lnTo>
                      <a:pt x="427" y="2182"/>
                    </a:lnTo>
                    <a:lnTo>
                      <a:pt x="590" y="2332"/>
                    </a:lnTo>
                    <a:lnTo>
                      <a:pt x="778" y="2470"/>
                    </a:lnTo>
                    <a:lnTo>
                      <a:pt x="878" y="2533"/>
                    </a:lnTo>
                    <a:lnTo>
                      <a:pt x="991" y="2595"/>
                    </a:lnTo>
                    <a:lnTo>
                      <a:pt x="1104" y="2645"/>
                    </a:lnTo>
                    <a:lnTo>
                      <a:pt x="1229" y="2696"/>
                    </a:lnTo>
                    <a:lnTo>
                      <a:pt x="1354" y="2733"/>
                    </a:lnTo>
                    <a:lnTo>
                      <a:pt x="1492" y="2758"/>
                    </a:lnTo>
                    <a:lnTo>
                      <a:pt x="1630" y="2796"/>
                    </a:lnTo>
                    <a:lnTo>
                      <a:pt x="1780" y="2808"/>
                    </a:lnTo>
                    <a:lnTo>
                      <a:pt x="1931" y="2821"/>
                    </a:lnTo>
                    <a:lnTo>
                      <a:pt x="2081" y="2833"/>
                    </a:lnTo>
                    <a:lnTo>
                      <a:pt x="2257" y="2833"/>
                    </a:lnTo>
                    <a:lnTo>
                      <a:pt x="2420" y="2821"/>
                    </a:lnTo>
                    <a:lnTo>
                      <a:pt x="2583" y="377"/>
                    </a:lnTo>
                    <a:lnTo>
                      <a:pt x="2482" y="339"/>
                    </a:lnTo>
                    <a:lnTo>
                      <a:pt x="2232" y="239"/>
                    </a:lnTo>
                    <a:lnTo>
                      <a:pt x="1881" y="126"/>
                    </a:lnTo>
                    <a:lnTo>
                      <a:pt x="1668" y="76"/>
                    </a:lnTo>
                    <a:lnTo>
                      <a:pt x="1455" y="38"/>
                    </a:lnTo>
                    <a:lnTo>
                      <a:pt x="1229" y="13"/>
                    </a:lnTo>
                    <a:lnTo>
                      <a:pt x="1016" y="1"/>
                    </a:lnTo>
                    <a:close/>
                  </a:path>
                </a:pathLst>
              </a:custGeom>
              <a:solidFill>
                <a:srgbClr val="E0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a:extLst>
                  <a:ext uri="{FF2B5EF4-FFF2-40B4-BE49-F238E27FC236}">
                    <a16:creationId xmlns:a16="http://schemas.microsoft.com/office/drawing/2014/main" id="{35E80671-674A-633F-A28C-D658301937D7}"/>
                  </a:ext>
                </a:extLst>
              </p:cNvPr>
              <p:cNvSpPr/>
              <p:nvPr/>
            </p:nvSpPr>
            <p:spPr>
              <a:xfrm>
                <a:off x="5836487" y="2128297"/>
                <a:ext cx="227652" cy="344288"/>
              </a:xfrm>
              <a:custGeom>
                <a:avLst/>
                <a:gdLst/>
                <a:ahLst/>
                <a:cxnLst/>
                <a:rect l="l" t="t" r="r" b="b"/>
                <a:pathLst>
                  <a:path w="10128" h="15317" extrusionOk="0">
                    <a:moveTo>
                      <a:pt x="4086" y="1"/>
                    </a:moveTo>
                    <a:lnTo>
                      <a:pt x="3698" y="26"/>
                    </a:lnTo>
                    <a:lnTo>
                      <a:pt x="3284" y="63"/>
                    </a:lnTo>
                    <a:lnTo>
                      <a:pt x="3071" y="101"/>
                    </a:lnTo>
                    <a:lnTo>
                      <a:pt x="2858" y="151"/>
                    </a:lnTo>
                    <a:lnTo>
                      <a:pt x="2645" y="201"/>
                    </a:lnTo>
                    <a:lnTo>
                      <a:pt x="2432" y="264"/>
                    </a:lnTo>
                    <a:lnTo>
                      <a:pt x="2231" y="339"/>
                    </a:lnTo>
                    <a:lnTo>
                      <a:pt x="2018" y="414"/>
                    </a:lnTo>
                    <a:lnTo>
                      <a:pt x="1830" y="515"/>
                    </a:lnTo>
                    <a:lnTo>
                      <a:pt x="1642" y="627"/>
                    </a:lnTo>
                    <a:lnTo>
                      <a:pt x="1454" y="753"/>
                    </a:lnTo>
                    <a:lnTo>
                      <a:pt x="1291" y="891"/>
                    </a:lnTo>
                    <a:lnTo>
                      <a:pt x="1128" y="1041"/>
                    </a:lnTo>
                    <a:lnTo>
                      <a:pt x="978" y="1204"/>
                    </a:lnTo>
                    <a:lnTo>
                      <a:pt x="853" y="1392"/>
                    </a:lnTo>
                    <a:lnTo>
                      <a:pt x="740" y="1592"/>
                    </a:lnTo>
                    <a:lnTo>
                      <a:pt x="640" y="1806"/>
                    </a:lnTo>
                    <a:lnTo>
                      <a:pt x="552" y="2044"/>
                    </a:lnTo>
                    <a:lnTo>
                      <a:pt x="489" y="2307"/>
                    </a:lnTo>
                    <a:lnTo>
                      <a:pt x="427" y="2570"/>
                    </a:lnTo>
                    <a:lnTo>
                      <a:pt x="314" y="3122"/>
                    </a:lnTo>
                    <a:lnTo>
                      <a:pt x="226" y="3698"/>
                    </a:lnTo>
                    <a:lnTo>
                      <a:pt x="151" y="4300"/>
                    </a:lnTo>
                    <a:lnTo>
                      <a:pt x="101" y="4914"/>
                    </a:lnTo>
                    <a:lnTo>
                      <a:pt x="51" y="5528"/>
                    </a:lnTo>
                    <a:lnTo>
                      <a:pt x="25" y="6142"/>
                    </a:lnTo>
                    <a:lnTo>
                      <a:pt x="13" y="6744"/>
                    </a:lnTo>
                    <a:lnTo>
                      <a:pt x="0" y="7872"/>
                    </a:lnTo>
                    <a:lnTo>
                      <a:pt x="0" y="8874"/>
                    </a:lnTo>
                    <a:lnTo>
                      <a:pt x="13" y="9664"/>
                    </a:lnTo>
                    <a:lnTo>
                      <a:pt x="25" y="10178"/>
                    </a:lnTo>
                    <a:lnTo>
                      <a:pt x="25" y="10403"/>
                    </a:lnTo>
                    <a:lnTo>
                      <a:pt x="63" y="10679"/>
                    </a:lnTo>
                    <a:lnTo>
                      <a:pt x="113" y="10992"/>
                    </a:lnTo>
                    <a:lnTo>
                      <a:pt x="201" y="11356"/>
                    </a:lnTo>
                    <a:lnTo>
                      <a:pt x="314" y="11757"/>
                    </a:lnTo>
                    <a:lnTo>
                      <a:pt x="477" y="12171"/>
                    </a:lnTo>
                    <a:lnTo>
                      <a:pt x="564" y="12384"/>
                    </a:lnTo>
                    <a:lnTo>
                      <a:pt x="665" y="12597"/>
                    </a:lnTo>
                    <a:lnTo>
                      <a:pt x="765" y="12810"/>
                    </a:lnTo>
                    <a:lnTo>
                      <a:pt x="890" y="13023"/>
                    </a:lnTo>
                    <a:lnTo>
                      <a:pt x="1016" y="13236"/>
                    </a:lnTo>
                    <a:lnTo>
                      <a:pt x="1153" y="13437"/>
                    </a:lnTo>
                    <a:lnTo>
                      <a:pt x="1304" y="13637"/>
                    </a:lnTo>
                    <a:lnTo>
                      <a:pt x="1467" y="13838"/>
                    </a:lnTo>
                    <a:lnTo>
                      <a:pt x="1642" y="14026"/>
                    </a:lnTo>
                    <a:lnTo>
                      <a:pt x="1830" y="14214"/>
                    </a:lnTo>
                    <a:lnTo>
                      <a:pt x="2031" y="14377"/>
                    </a:lnTo>
                    <a:lnTo>
                      <a:pt x="2244" y="14539"/>
                    </a:lnTo>
                    <a:lnTo>
                      <a:pt x="2457" y="14690"/>
                    </a:lnTo>
                    <a:lnTo>
                      <a:pt x="2695" y="14828"/>
                    </a:lnTo>
                    <a:lnTo>
                      <a:pt x="2958" y="14953"/>
                    </a:lnTo>
                    <a:lnTo>
                      <a:pt x="3221" y="15053"/>
                    </a:lnTo>
                    <a:lnTo>
                      <a:pt x="3497" y="15141"/>
                    </a:lnTo>
                    <a:lnTo>
                      <a:pt x="3798" y="15216"/>
                    </a:lnTo>
                    <a:lnTo>
                      <a:pt x="4111" y="15266"/>
                    </a:lnTo>
                    <a:lnTo>
                      <a:pt x="4437" y="15304"/>
                    </a:lnTo>
                    <a:lnTo>
                      <a:pt x="4763" y="15317"/>
                    </a:lnTo>
                    <a:lnTo>
                      <a:pt x="5076" y="15304"/>
                    </a:lnTo>
                    <a:lnTo>
                      <a:pt x="5377" y="15279"/>
                    </a:lnTo>
                    <a:lnTo>
                      <a:pt x="5665" y="15229"/>
                    </a:lnTo>
                    <a:lnTo>
                      <a:pt x="5941" y="15166"/>
                    </a:lnTo>
                    <a:lnTo>
                      <a:pt x="6204" y="15091"/>
                    </a:lnTo>
                    <a:lnTo>
                      <a:pt x="6455" y="15003"/>
                    </a:lnTo>
                    <a:lnTo>
                      <a:pt x="6706" y="14890"/>
                    </a:lnTo>
                    <a:lnTo>
                      <a:pt x="6931" y="14778"/>
                    </a:lnTo>
                    <a:lnTo>
                      <a:pt x="7157" y="14640"/>
                    </a:lnTo>
                    <a:lnTo>
                      <a:pt x="7358" y="14502"/>
                    </a:lnTo>
                    <a:lnTo>
                      <a:pt x="7558" y="14351"/>
                    </a:lnTo>
                    <a:lnTo>
                      <a:pt x="7746" y="14189"/>
                    </a:lnTo>
                    <a:lnTo>
                      <a:pt x="7922" y="14026"/>
                    </a:lnTo>
                    <a:lnTo>
                      <a:pt x="8084" y="13863"/>
                    </a:lnTo>
                    <a:lnTo>
                      <a:pt x="8235" y="13687"/>
                    </a:lnTo>
                    <a:lnTo>
                      <a:pt x="8385" y="13512"/>
                    </a:lnTo>
                    <a:lnTo>
                      <a:pt x="8523" y="13324"/>
                    </a:lnTo>
                    <a:lnTo>
                      <a:pt x="8648" y="13148"/>
                    </a:lnTo>
                    <a:lnTo>
                      <a:pt x="8761" y="12960"/>
                    </a:lnTo>
                    <a:lnTo>
                      <a:pt x="8962" y="12597"/>
                    </a:lnTo>
                    <a:lnTo>
                      <a:pt x="9125" y="12258"/>
                    </a:lnTo>
                    <a:lnTo>
                      <a:pt x="9263" y="11932"/>
                    </a:lnTo>
                    <a:lnTo>
                      <a:pt x="9363" y="11632"/>
                    </a:lnTo>
                    <a:lnTo>
                      <a:pt x="9426" y="11368"/>
                    </a:lnTo>
                    <a:lnTo>
                      <a:pt x="9463" y="11168"/>
                    </a:lnTo>
                    <a:lnTo>
                      <a:pt x="9538" y="10629"/>
                    </a:lnTo>
                    <a:lnTo>
                      <a:pt x="9651" y="9814"/>
                    </a:lnTo>
                    <a:lnTo>
                      <a:pt x="9789" y="8762"/>
                    </a:lnTo>
                    <a:lnTo>
                      <a:pt x="9927" y="7571"/>
                    </a:lnTo>
                    <a:lnTo>
                      <a:pt x="9990" y="6944"/>
                    </a:lnTo>
                    <a:lnTo>
                      <a:pt x="10052" y="6292"/>
                    </a:lnTo>
                    <a:lnTo>
                      <a:pt x="10090" y="5653"/>
                    </a:lnTo>
                    <a:lnTo>
                      <a:pt x="10115" y="5014"/>
                    </a:lnTo>
                    <a:lnTo>
                      <a:pt x="10127" y="4387"/>
                    </a:lnTo>
                    <a:lnTo>
                      <a:pt x="10115" y="3773"/>
                    </a:lnTo>
                    <a:lnTo>
                      <a:pt x="10077" y="3209"/>
                    </a:lnTo>
                    <a:lnTo>
                      <a:pt x="10052" y="2934"/>
                    </a:lnTo>
                    <a:lnTo>
                      <a:pt x="10015" y="2670"/>
                    </a:lnTo>
                    <a:lnTo>
                      <a:pt x="9964" y="2420"/>
                    </a:lnTo>
                    <a:lnTo>
                      <a:pt x="9889" y="2194"/>
                    </a:lnTo>
                    <a:lnTo>
                      <a:pt x="9802" y="1981"/>
                    </a:lnTo>
                    <a:lnTo>
                      <a:pt x="9701" y="1780"/>
                    </a:lnTo>
                    <a:lnTo>
                      <a:pt x="9576" y="1592"/>
                    </a:lnTo>
                    <a:lnTo>
                      <a:pt x="9438" y="1417"/>
                    </a:lnTo>
                    <a:lnTo>
                      <a:pt x="9288" y="1267"/>
                    </a:lnTo>
                    <a:lnTo>
                      <a:pt x="9125" y="1116"/>
                    </a:lnTo>
                    <a:lnTo>
                      <a:pt x="8949" y="991"/>
                    </a:lnTo>
                    <a:lnTo>
                      <a:pt x="8774" y="866"/>
                    </a:lnTo>
                    <a:lnTo>
                      <a:pt x="8586" y="753"/>
                    </a:lnTo>
                    <a:lnTo>
                      <a:pt x="8385" y="652"/>
                    </a:lnTo>
                    <a:lnTo>
                      <a:pt x="8185" y="565"/>
                    </a:lnTo>
                    <a:lnTo>
                      <a:pt x="7984" y="490"/>
                    </a:lnTo>
                    <a:lnTo>
                      <a:pt x="7771" y="414"/>
                    </a:lnTo>
                    <a:lnTo>
                      <a:pt x="7571" y="352"/>
                    </a:lnTo>
                    <a:lnTo>
                      <a:pt x="7170" y="251"/>
                    </a:lnTo>
                    <a:lnTo>
                      <a:pt x="6781" y="176"/>
                    </a:lnTo>
                    <a:lnTo>
                      <a:pt x="6417" y="126"/>
                    </a:lnTo>
                    <a:lnTo>
                      <a:pt x="6092" y="88"/>
                    </a:lnTo>
                    <a:lnTo>
                      <a:pt x="5816" y="76"/>
                    </a:lnTo>
                    <a:lnTo>
                      <a:pt x="5615" y="76"/>
                    </a:lnTo>
                    <a:lnTo>
                      <a:pt x="5440" y="63"/>
                    </a:lnTo>
                    <a:lnTo>
                      <a:pt x="5252" y="51"/>
                    </a:lnTo>
                    <a:lnTo>
                      <a:pt x="5051" y="26"/>
                    </a:lnTo>
                    <a:lnTo>
                      <a:pt x="4776" y="13"/>
                    </a:lnTo>
                    <a:lnTo>
                      <a:pt x="4462"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a:extLst>
                  <a:ext uri="{FF2B5EF4-FFF2-40B4-BE49-F238E27FC236}">
                    <a16:creationId xmlns:a16="http://schemas.microsoft.com/office/drawing/2014/main" id="{D8BE7E98-7697-5545-0462-8BE2CDF4C32C}"/>
                  </a:ext>
                </a:extLst>
              </p:cNvPr>
              <p:cNvSpPr/>
              <p:nvPr/>
            </p:nvSpPr>
            <p:spPr>
              <a:xfrm>
                <a:off x="5969172" y="2282403"/>
                <a:ext cx="17780" cy="32705"/>
              </a:xfrm>
              <a:custGeom>
                <a:avLst/>
                <a:gdLst/>
                <a:ahLst/>
                <a:cxnLst/>
                <a:rect l="l" t="t" r="r" b="b"/>
                <a:pathLst>
                  <a:path w="791" h="1455" extrusionOk="0">
                    <a:moveTo>
                      <a:pt x="364" y="0"/>
                    </a:moveTo>
                    <a:lnTo>
                      <a:pt x="289" y="38"/>
                    </a:lnTo>
                    <a:lnTo>
                      <a:pt x="214" y="101"/>
                    </a:lnTo>
                    <a:lnTo>
                      <a:pt x="151" y="188"/>
                    </a:lnTo>
                    <a:lnTo>
                      <a:pt x="88" y="289"/>
                    </a:lnTo>
                    <a:lnTo>
                      <a:pt x="51" y="414"/>
                    </a:lnTo>
                    <a:lnTo>
                      <a:pt x="13" y="552"/>
                    </a:lnTo>
                    <a:lnTo>
                      <a:pt x="1" y="690"/>
                    </a:lnTo>
                    <a:lnTo>
                      <a:pt x="1" y="840"/>
                    </a:lnTo>
                    <a:lnTo>
                      <a:pt x="13" y="978"/>
                    </a:lnTo>
                    <a:lnTo>
                      <a:pt x="38" y="1103"/>
                    </a:lnTo>
                    <a:lnTo>
                      <a:pt x="76" y="1216"/>
                    </a:lnTo>
                    <a:lnTo>
                      <a:pt x="138" y="1316"/>
                    </a:lnTo>
                    <a:lnTo>
                      <a:pt x="201" y="1379"/>
                    </a:lnTo>
                    <a:lnTo>
                      <a:pt x="264" y="1429"/>
                    </a:lnTo>
                    <a:lnTo>
                      <a:pt x="352" y="1454"/>
                    </a:lnTo>
                    <a:lnTo>
                      <a:pt x="427" y="1442"/>
                    </a:lnTo>
                    <a:lnTo>
                      <a:pt x="502" y="1404"/>
                    </a:lnTo>
                    <a:lnTo>
                      <a:pt x="577" y="1342"/>
                    </a:lnTo>
                    <a:lnTo>
                      <a:pt x="640" y="1254"/>
                    </a:lnTo>
                    <a:lnTo>
                      <a:pt x="702" y="1154"/>
                    </a:lnTo>
                    <a:lnTo>
                      <a:pt x="740" y="1028"/>
                    </a:lnTo>
                    <a:lnTo>
                      <a:pt x="778" y="890"/>
                    </a:lnTo>
                    <a:lnTo>
                      <a:pt x="790" y="752"/>
                    </a:lnTo>
                    <a:lnTo>
                      <a:pt x="790" y="602"/>
                    </a:lnTo>
                    <a:lnTo>
                      <a:pt x="778" y="464"/>
                    </a:lnTo>
                    <a:lnTo>
                      <a:pt x="753" y="339"/>
                    </a:lnTo>
                    <a:lnTo>
                      <a:pt x="715" y="226"/>
                    </a:lnTo>
                    <a:lnTo>
                      <a:pt x="665" y="138"/>
                    </a:lnTo>
                    <a:lnTo>
                      <a:pt x="602" y="63"/>
                    </a:lnTo>
                    <a:lnTo>
                      <a:pt x="527" y="13"/>
                    </a:lnTo>
                    <a:lnTo>
                      <a:pt x="45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6">
                <a:extLst>
                  <a:ext uri="{FF2B5EF4-FFF2-40B4-BE49-F238E27FC236}">
                    <a16:creationId xmlns:a16="http://schemas.microsoft.com/office/drawing/2014/main" id="{E88F6807-5451-CA49-00BF-3305DF04FA33}"/>
                  </a:ext>
                </a:extLst>
              </p:cNvPr>
              <p:cNvSpPr/>
              <p:nvPr/>
            </p:nvSpPr>
            <p:spPr>
              <a:xfrm>
                <a:off x="5958180" y="2243247"/>
                <a:ext cx="62285" cy="22567"/>
              </a:xfrm>
              <a:custGeom>
                <a:avLst/>
                <a:gdLst/>
                <a:ahLst/>
                <a:cxnLst/>
                <a:rect l="l" t="t" r="r" b="b"/>
                <a:pathLst>
                  <a:path w="2771" h="1004" extrusionOk="0">
                    <a:moveTo>
                      <a:pt x="1029" y="0"/>
                    </a:moveTo>
                    <a:lnTo>
                      <a:pt x="765" y="13"/>
                    </a:lnTo>
                    <a:lnTo>
                      <a:pt x="552" y="25"/>
                    </a:lnTo>
                    <a:lnTo>
                      <a:pt x="477" y="38"/>
                    </a:lnTo>
                    <a:lnTo>
                      <a:pt x="414" y="63"/>
                    </a:lnTo>
                    <a:lnTo>
                      <a:pt x="327" y="113"/>
                    </a:lnTo>
                    <a:lnTo>
                      <a:pt x="239" y="176"/>
                    </a:lnTo>
                    <a:lnTo>
                      <a:pt x="176" y="251"/>
                    </a:lnTo>
                    <a:lnTo>
                      <a:pt x="114" y="339"/>
                    </a:lnTo>
                    <a:lnTo>
                      <a:pt x="26" y="477"/>
                    </a:lnTo>
                    <a:lnTo>
                      <a:pt x="1" y="527"/>
                    </a:lnTo>
                    <a:lnTo>
                      <a:pt x="1" y="552"/>
                    </a:lnTo>
                    <a:lnTo>
                      <a:pt x="26" y="564"/>
                    </a:lnTo>
                    <a:lnTo>
                      <a:pt x="114" y="602"/>
                    </a:lnTo>
                    <a:lnTo>
                      <a:pt x="239" y="640"/>
                    </a:lnTo>
                    <a:lnTo>
                      <a:pt x="414" y="690"/>
                    </a:lnTo>
                    <a:lnTo>
                      <a:pt x="841" y="777"/>
                    </a:lnTo>
                    <a:lnTo>
                      <a:pt x="1342" y="865"/>
                    </a:lnTo>
                    <a:lnTo>
                      <a:pt x="1843" y="940"/>
                    </a:lnTo>
                    <a:lnTo>
                      <a:pt x="2294" y="990"/>
                    </a:lnTo>
                    <a:lnTo>
                      <a:pt x="2470" y="1003"/>
                    </a:lnTo>
                    <a:lnTo>
                      <a:pt x="2620" y="1003"/>
                    </a:lnTo>
                    <a:lnTo>
                      <a:pt x="2708" y="990"/>
                    </a:lnTo>
                    <a:lnTo>
                      <a:pt x="2746" y="978"/>
                    </a:lnTo>
                    <a:lnTo>
                      <a:pt x="2758" y="965"/>
                    </a:lnTo>
                    <a:lnTo>
                      <a:pt x="2771" y="903"/>
                    </a:lnTo>
                    <a:lnTo>
                      <a:pt x="2771" y="840"/>
                    </a:lnTo>
                    <a:lnTo>
                      <a:pt x="2758" y="777"/>
                    </a:lnTo>
                    <a:lnTo>
                      <a:pt x="2746" y="702"/>
                    </a:lnTo>
                    <a:lnTo>
                      <a:pt x="2670" y="564"/>
                    </a:lnTo>
                    <a:lnTo>
                      <a:pt x="2570" y="426"/>
                    </a:lnTo>
                    <a:lnTo>
                      <a:pt x="2457" y="301"/>
                    </a:lnTo>
                    <a:lnTo>
                      <a:pt x="2345" y="188"/>
                    </a:lnTo>
                    <a:lnTo>
                      <a:pt x="2232" y="101"/>
                    </a:lnTo>
                    <a:lnTo>
                      <a:pt x="2157" y="63"/>
                    </a:lnTo>
                    <a:lnTo>
                      <a:pt x="2031" y="38"/>
                    </a:lnTo>
                    <a:lnTo>
                      <a:pt x="1843" y="25"/>
                    </a:lnTo>
                    <a:lnTo>
                      <a:pt x="130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6">
                <a:extLst>
                  <a:ext uri="{FF2B5EF4-FFF2-40B4-BE49-F238E27FC236}">
                    <a16:creationId xmlns:a16="http://schemas.microsoft.com/office/drawing/2014/main" id="{ABD1161A-6D1A-CEE3-15A9-32686D864C2F}"/>
                  </a:ext>
                </a:extLst>
              </p:cNvPr>
              <p:cNvSpPr/>
              <p:nvPr/>
            </p:nvSpPr>
            <p:spPr>
              <a:xfrm>
                <a:off x="5886342" y="2276761"/>
                <a:ext cx="18049" cy="32705"/>
              </a:xfrm>
              <a:custGeom>
                <a:avLst/>
                <a:gdLst/>
                <a:ahLst/>
                <a:cxnLst/>
                <a:rect l="l" t="t" r="r" b="b"/>
                <a:pathLst>
                  <a:path w="803" h="1455" extrusionOk="0">
                    <a:moveTo>
                      <a:pt x="452" y="1"/>
                    </a:moveTo>
                    <a:lnTo>
                      <a:pt x="364" y="13"/>
                    </a:lnTo>
                    <a:lnTo>
                      <a:pt x="289" y="51"/>
                    </a:lnTo>
                    <a:lnTo>
                      <a:pt x="214" y="114"/>
                    </a:lnTo>
                    <a:lnTo>
                      <a:pt x="151" y="201"/>
                    </a:lnTo>
                    <a:lnTo>
                      <a:pt x="101" y="302"/>
                    </a:lnTo>
                    <a:lnTo>
                      <a:pt x="51" y="427"/>
                    </a:lnTo>
                    <a:lnTo>
                      <a:pt x="26" y="565"/>
                    </a:lnTo>
                    <a:lnTo>
                      <a:pt x="1" y="703"/>
                    </a:lnTo>
                    <a:lnTo>
                      <a:pt x="1" y="853"/>
                    </a:lnTo>
                    <a:lnTo>
                      <a:pt x="13" y="991"/>
                    </a:lnTo>
                    <a:lnTo>
                      <a:pt x="51" y="1116"/>
                    </a:lnTo>
                    <a:lnTo>
                      <a:pt x="89" y="1229"/>
                    </a:lnTo>
                    <a:lnTo>
                      <a:pt x="139" y="1317"/>
                    </a:lnTo>
                    <a:lnTo>
                      <a:pt x="201" y="1392"/>
                    </a:lnTo>
                    <a:lnTo>
                      <a:pt x="277" y="1442"/>
                    </a:lnTo>
                    <a:lnTo>
                      <a:pt x="352" y="1455"/>
                    </a:lnTo>
                    <a:lnTo>
                      <a:pt x="439" y="1455"/>
                    </a:lnTo>
                    <a:lnTo>
                      <a:pt x="515" y="1417"/>
                    </a:lnTo>
                    <a:lnTo>
                      <a:pt x="590" y="1354"/>
                    </a:lnTo>
                    <a:lnTo>
                      <a:pt x="653" y="1267"/>
                    </a:lnTo>
                    <a:lnTo>
                      <a:pt x="703" y="1154"/>
                    </a:lnTo>
                    <a:lnTo>
                      <a:pt x="753" y="1041"/>
                    </a:lnTo>
                    <a:lnTo>
                      <a:pt x="778" y="903"/>
                    </a:lnTo>
                    <a:lnTo>
                      <a:pt x="803" y="753"/>
                    </a:lnTo>
                    <a:lnTo>
                      <a:pt x="803" y="615"/>
                    </a:lnTo>
                    <a:lnTo>
                      <a:pt x="790" y="477"/>
                    </a:lnTo>
                    <a:lnTo>
                      <a:pt x="753" y="339"/>
                    </a:lnTo>
                    <a:lnTo>
                      <a:pt x="715" y="239"/>
                    </a:lnTo>
                    <a:lnTo>
                      <a:pt x="665" y="139"/>
                    </a:lnTo>
                    <a:lnTo>
                      <a:pt x="602" y="76"/>
                    </a:lnTo>
                    <a:lnTo>
                      <a:pt x="527" y="26"/>
                    </a:lnTo>
                    <a:lnTo>
                      <a:pt x="45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a:extLst>
                  <a:ext uri="{FF2B5EF4-FFF2-40B4-BE49-F238E27FC236}">
                    <a16:creationId xmlns:a16="http://schemas.microsoft.com/office/drawing/2014/main" id="{285772BC-E16A-B973-DCEE-9D38E2CD4198}"/>
                  </a:ext>
                </a:extLst>
              </p:cNvPr>
              <p:cNvSpPr/>
              <p:nvPr/>
            </p:nvSpPr>
            <p:spPr>
              <a:xfrm>
                <a:off x="5857885" y="2235920"/>
                <a:ext cx="62847" cy="20589"/>
              </a:xfrm>
              <a:custGeom>
                <a:avLst/>
                <a:gdLst/>
                <a:ahLst/>
                <a:cxnLst/>
                <a:rect l="l" t="t" r="r" b="b"/>
                <a:pathLst>
                  <a:path w="2796" h="916" extrusionOk="0">
                    <a:moveTo>
                      <a:pt x="728" y="0"/>
                    </a:moveTo>
                    <a:lnTo>
                      <a:pt x="640" y="38"/>
                    </a:lnTo>
                    <a:lnTo>
                      <a:pt x="527" y="101"/>
                    </a:lnTo>
                    <a:lnTo>
                      <a:pt x="389" y="188"/>
                    </a:lnTo>
                    <a:lnTo>
                      <a:pt x="264" y="301"/>
                    </a:lnTo>
                    <a:lnTo>
                      <a:pt x="151" y="427"/>
                    </a:lnTo>
                    <a:lnTo>
                      <a:pt x="64" y="564"/>
                    </a:lnTo>
                    <a:lnTo>
                      <a:pt x="26" y="627"/>
                    </a:lnTo>
                    <a:lnTo>
                      <a:pt x="13" y="690"/>
                    </a:lnTo>
                    <a:lnTo>
                      <a:pt x="1" y="752"/>
                    </a:lnTo>
                    <a:lnTo>
                      <a:pt x="13" y="815"/>
                    </a:lnTo>
                    <a:lnTo>
                      <a:pt x="26" y="828"/>
                    </a:lnTo>
                    <a:lnTo>
                      <a:pt x="51" y="840"/>
                    </a:lnTo>
                    <a:lnTo>
                      <a:pt x="151" y="865"/>
                    </a:lnTo>
                    <a:lnTo>
                      <a:pt x="289" y="890"/>
                    </a:lnTo>
                    <a:lnTo>
                      <a:pt x="465" y="903"/>
                    </a:lnTo>
                    <a:lnTo>
                      <a:pt x="916" y="915"/>
                    </a:lnTo>
                    <a:lnTo>
                      <a:pt x="1417" y="903"/>
                    </a:lnTo>
                    <a:lnTo>
                      <a:pt x="1931" y="890"/>
                    </a:lnTo>
                    <a:lnTo>
                      <a:pt x="2370" y="853"/>
                    </a:lnTo>
                    <a:lnTo>
                      <a:pt x="2545" y="828"/>
                    </a:lnTo>
                    <a:lnTo>
                      <a:pt x="2683" y="803"/>
                    </a:lnTo>
                    <a:lnTo>
                      <a:pt x="2771" y="778"/>
                    </a:lnTo>
                    <a:lnTo>
                      <a:pt x="2796" y="765"/>
                    </a:lnTo>
                    <a:lnTo>
                      <a:pt x="2796" y="752"/>
                    </a:lnTo>
                    <a:lnTo>
                      <a:pt x="2783" y="690"/>
                    </a:lnTo>
                    <a:lnTo>
                      <a:pt x="2708" y="539"/>
                    </a:lnTo>
                    <a:lnTo>
                      <a:pt x="2671" y="452"/>
                    </a:lnTo>
                    <a:lnTo>
                      <a:pt x="2608" y="364"/>
                    </a:lnTo>
                    <a:lnTo>
                      <a:pt x="2533" y="289"/>
                    </a:lnTo>
                    <a:lnTo>
                      <a:pt x="2445" y="226"/>
                    </a:lnTo>
                    <a:lnTo>
                      <a:pt x="2395" y="201"/>
                    </a:lnTo>
                    <a:lnTo>
                      <a:pt x="2320" y="176"/>
                    </a:lnTo>
                    <a:lnTo>
                      <a:pt x="2107" y="126"/>
                    </a:lnTo>
                    <a:lnTo>
                      <a:pt x="1856" y="88"/>
                    </a:lnTo>
                    <a:lnTo>
                      <a:pt x="1568" y="51"/>
                    </a:lnTo>
                    <a:lnTo>
                      <a:pt x="104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6">
                <a:extLst>
                  <a:ext uri="{FF2B5EF4-FFF2-40B4-BE49-F238E27FC236}">
                    <a16:creationId xmlns:a16="http://schemas.microsoft.com/office/drawing/2014/main" id="{6637FE93-163D-6B51-E46E-2FFFDBC23DC4}"/>
                  </a:ext>
                </a:extLst>
              </p:cNvPr>
              <p:cNvSpPr/>
              <p:nvPr/>
            </p:nvSpPr>
            <p:spPr>
              <a:xfrm>
                <a:off x="5833947" y="2105775"/>
                <a:ext cx="222572" cy="98609"/>
              </a:xfrm>
              <a:custGeom>
                <a:avLst/>
                <a:gdLst/>
                <a:ahLst/>
                <a:cxnLst/>
                <a:rect l="l" t="t" r="r" b="b"/>
                <a:pathLst>
                  <a:path w="9902" h="4387" extrusionOk="0">
                    <a:moveTo>
                      <a:pt x="3873" y="0"/>
                    </a:moveTo>
                    <a:lnTo>
                      <a:pt x="3535" y="13"/>
                    </a:lnTo>
                    <a:lnTo>
                      <a:pt x="3209" y="38"/>
                    </a:lnTo>
                    <a:lnTo>
                      <a:pt x="2883" y="75"/>
                    </a:lnTo>
                    <a:lnTo>
                      <a:pt x="2582" y="125"/>
                    </a:lnTo>
                    <a:lnTo>
                      <a:pt x="2282" y="188"/>
                    </a:lnTo>
                    <a:lnTo>
                      <a:pt x="2006" y="263"/>
                    </a:lnTo>
                    <a:lnTo>
                      <a:pt x="1743" y="364"/>
                    </a:lnTo>
                    <a:lnTo>
                      <a:pt x="1505" y="464"/>
                    </a:lnTo>
                    <a:lnTo>
                      <a:pt x="1279" y="577"/>
                    </a:lnTo>
                    <a:lnTo>
                      <a:pt x="1078" y="714"/>
                    </a:lnTo>
                    <a:lnTo>
                      <a:pt x="890" y="852"/>
                    </a:lnTo>
                    <a:lnTo>
                      <a:pt x="740" y="1015"/>
                    </a:lnTo>
                    <a:lnTo>
                      <a:pt x="665" y="1103"/>
                    </a:lnTo>
                    <a:lnTo>
                      <a:pt x="615" y="1191"/>
                    </a:lnTo>
                    <a:lnTo>
                      <a:pt x="502" y="1366"/>
                    </a:lnTo>
                    <a:lnTo>
                      <a:pt x="402" y="1542"/>
                    </a:lnTo>
                    <a:lnTo>
                      <a:pt x="314" y="1717"/>
                    </a:lnTo>
                    <a:lnTo>
                      <a:pt x="251" y="1880"/>
                    </a:lnTo>
                    <a:lnTo>
                      <a:pt x="189" y="2043"/>
                    </a:lnTo>
                    <a:lnTo>
                      <a:pt x="138" y="2193"/>
                    </a:lnTo>
                    <a:lnTo>
                      <a:pt x="88" y="2344"/>
                    </a:lnTo>
                    <a:lnTo>
                      <a:pt x="63" y="2482"/>
                    </a:lnTo>
                    <a:lnTo>
                      <a:pt x="13" y="2757"/>
                    </a:lnTo>
                    <a:lnTo>
                      <a:pt x="1" y="3008"/>
                    </a:lnTo>
                    <a:lnTo>
                      <a:pt x="13" y="3234"/>
                    </a:lnTo>
                    <a:lnTo>
                      <a:pt x="51" y="3434"/>
                    </a:lnTo>
                    <a:lnTo>
                      <a:pt x="88" y="3622"/>
                    </a:lnTo>
                    <a:lnTo>
                      <a:pt x="151" y="3773"/>
                    </a:lnTo>
                    <a:lnTo>
                      <a:pt x="214" y="3910"/>
                    </a:lnTo>
                    <a:lnTo>
                      <a:pt x="264" y="4023"/>
                    </a:lnTo>
                    <a:lnTo>
                      <a:pt x="364" y="4174"/>
                    </a:lnTo>
                    <a:lnTo>
                      <a:pt x="414" y="4224"/>
                    </a:lnTo>
                    <a:lnTo>
                      <a:pt x="602" y="3986"/>
                    </a:lnTo>
                    <a:lnTo>
                      <a:pt x="790" y="3773"/>
                    </a:lnTo>
                    <a:lnTo>
                      <a:pt x="991" y="3597"/>
                    </a:lnTo>
                    <a:lnTo>
                      <a:pt x="1191" y="3434"/>
                    </a:lnTo>
                    <a:lnTo>
                      <a:pt x="1392" y="3309"/>
                    </a:lnTo>
                    <a:lnTo>
                      <a:pt x="1605" y="3209"/>
                    </a:lnTo>
                    <a:lnTo>
                      <a:pt x="1805" y="3121"/>
                    </a:lnTo>
                    <a:lnTo>
                      <a:pt x="2031" y="3058"/>
                    </a:lnTo>
                    <a:lnTo>
                      <a:pt x="2244" y="3021"/>
                    </a:lnTo>
                    <a:lnTo>
                      <a:pt x="2457" y="2996"/>
                    </a:lnTo>
                    <a:lnTo>
                      <a:pt x="2896" y="2996"/>
                    </a:lnTo>
                    <a:lnTo>
                      <a:pt x="3121" y="3021"/>
                    </a:lnTo>
                    <a:lnTo>
                      <a:pt x="3347" y="3058"/>
                    </a:lnTo>
                    <a:lnTo>
                      <a:pt x="3573" y="3108"/>
                    </a:lnTo>
                    <a:lnTo>
                      <a:pt x="3798" y="3171"/>
                    </a:lnTo>
                    <a:lnTo>
                      <a:pt x="4024" y="3246"/>
                    </a:lnTo>
                    <a:lnTo>
                      <a:pt x="4249" y="3321"/>
                    </a:lnTo>
                    <a:lnTo>
                      <a:pt x="4688" y="3484"/>
                    </a:lnTo>
                    <a:lnTo>
                      <a:pt x="5565" y="3848"/>
                    </a:lnTo>
                    <a:lnTo>
                      <a:pt x="5992" y="4023"/>
                    </a:lnTo>
                    <a:lnTo>
                      <a:pt x="6405" y="4174"/>
                    </a:lnTo>
                    <a:lnTo>
                      <a:pt x="6606" y="4236"/>
                    </a:lnTo>
                    <a:lnTo>
                      <a:pt x="6794" y="4299"/>
                    </a:lnTo>
                    <a:lnTo>
                      <a:pt x="6994" y="4337"/>
                    </a:lnTo>
                    <a:lnTo>
                      <a:pt x="7182" y="4374"/>
                    </a:lnTo>
                    <a:lnTo>
                      <a:pt x="7358" y="4387"/>
                    </a:lnTo>
                    <a:lnTo>
                      <a:pt x="7533" y="4387"/>
                    </a:lnTo>
                    <a:lnTo>
                      <a:pt x="7696" y="4374"/>
                    </a:lnTo>
                    <a:lnTo>
                      <a:pt x="7859" y="4337"/>
                    </a:lnTo>
                    <a:lnTo>
                      <a:pt x="8009" y="4299"/>
                    </a:lnTo>
                    <a:lnTo>
                      <a:pt x="8160" y="4236"/>
                    </a:lnTo>
                    <a:lnTo>
                      <a:pt x="8298" y="4161"/>
                    </a:lnTo>
                    <a:lnTo>
                      <a:pt x="8436" y="4086"/>
                    </a:lnTo>
                    <a:lnTo>
                      <a:pt x="8561" y="3998"/>
                    </a:lnTo>
                    <a:lnTo>
                      <a:pt x="8686" y="3898"/>
                    </a:lnTo>
                    <a:lnTo>
                      <a:pt x="8799" y="3785"/>
                    </a:lnTo>
                    <a:lnTo>
                      <a:pt x="8912" y="3685"/>
                    </a:lnTo>
                    <a:lnTo>
                      <a:pt x="9112" y="3434"/>
                    </a:lnTo>
                    <a:lnTo>
                      <a:pt x="9275" y="3184"/>
                    </a:lnTo>
                    <a:lnTo>
                      <a:pt x="9438" y="2933"/>
                    </a:lnTo>
                    <a:lnTo>
                      <a:pt x="9564" y="2682"/>
                    </a:lnTo>
                    <a:lnTo>
                      <a:pt x="9676" y="2457"/>
                    </a:lnTo>
                    <a:lnTo>
                      <a:pt x="9752" y="2244"/>
                    </a:lnTo>
                    <a:lnTo>
                      <a:pt x="9864" y="1930"/>
                    </a:lnTo>
                    <a:lnTo>
                      <a:pt x="9902" y="1805"/>
                    </a:lnTo>
                    <a:lnTo>
                      <a:pt x="9701" y="1629"/>
                    </a:lnTo>
                    <a:lnTo>
                      <a:pt x="9463" y="1454"/>
                    </a:lnTo>
                    <a:lnTo>
                      <a:pt x="9225" y="1291"/>
                    </a:lnTo>
                    <a:lnTo>
                      <a:pt x="8949" y="1141"/>
                    </a:lnTo>
                    <a:lnTo>
                      <a:pt x="8674" y="990"/>
                    </a:lnTo>
                    <a:lnTo>
                      <a:pt x="8373" y="852"/>
                    </a:lnTo>
                    <a:lnTo>
                      <a:pt x="8060" y="727"/>
                    </a:lnTo>
                    <a:lnTo>
                      <a:pt x="7746" y="614"/>
                    </a:lnTo>
                    <a:lnTo>
                      <a:pt x="7408" y="501"/>
                    </a:lnTo>
                    <a:lnTo>
                      <a:pt x="7069" y="401"/>
                    </a:lnTo>
                    <a:lnTo>
                      <a:pt x="6718" y="313"/>
                    </a:lnTo>
                    <a:lnTo>
                      <a:pt x="6368" y="238"/>
                    </a:lnTo>
                    <a:lnTo>
                      <a:pt x="6004" y="176"/>
                    </a:lnTo>
                    <a:lnTo>
                      <a:pt x="5653" y="113"/>
                    </a:lnTo>
                    <a:lnTo>
                      <a:pt x="5290" y="75"/>
                    </a:lnTo>
                    <a:lnTo>
                      <a:pt x="4926" y="38"/>
                    </a:lnTo>
                    <a:lnTo>
                      <a:pt x="4575" y="13"/>
                    </a:lnTo>
                    <a:lnTo>
                      <a:pt x="42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6">
                <a:extLst>
                  <a:ext uri="{FF2B5EF4-FFF2-40B4-BE49-F238E27FC236}">
                    <a16:creationId xmlns:a16="http://schemas.microsoft.com/office/drawing/2014/main" id="{512AD7CC-6E7D-F718-E44B-25537C5EF6EE}"/>
                  </a:ext>
                </a:extLst>
              </p:cNvPr>
              <p:cNvSpPr/>
              <p:nvPr/>
            </p:nvSpPr>
            <p:spPr>
              <a:xfrm>
                <a:off x="6029456" y="2139019"/>
                <a:ext cx="57228" cy="138888"/>
              </a:xfrm>
              <a:custGeom>
                <a:avLst/>
                <a:gdLst/>
                <a:ahLst/>
                <a:cxnLst/>
                <a:rect l="l" t="t" r="r" b="b"/>
                <a:pathLst>
                  <a:path w="2546" h="6179" extrusionOk="0">
                    <a:moveTo>
                      <a:pt x="803" y="0"/>
                    </a:moveTo>
                    <a:lnTo>
                      <a:pt x="640" y="564"/>
                    </a:lnTo>
                    <a:lnTo>
                      <a:pt x="490" y="1166"/>
                    </a:lnTo>
                    <a:lnTo>
                      <a:pt x="314" y="1880"/>
                    </a:lnTo>
                    <a:lnTo>
                      <a:pt x="239" y="2256"/>
                    </a:lnTo>
                    <a:lnTo>
                      <a:pt x="164" y="2632"/>
                    </a:lnTo>
                    <a:lnTo>
                      <a:pt x="101" y="3008"/>
                    </a:lnTo>
                    <a:lnTo>
                      <a:pt x="38" y="3371"/>
                    </a:lnTo>
                    <a:lnTo>
                      <a:pt x="13" y="3710"/>
                    </a:lnTo>
                    <a:lnTo>
                      <a:pt x="1" y="4011"/>
                    </a:lnTo>
                    <a:lnTo>
                      <a:pt x="1" y="4274"/>
                    </a:lnTo>
                    <a:lnTo>
                      <a:pt x="26" y="4387"/>
                    </a:lnTo>
                    <a:lnTo>
                      <a:pt x="38" y="4487"/>
                    </a:lnTo>
                    <a:lnTo>
                      <a:pt x="101" y="4675"/>
                    </a:lnTo>
                    <a:lnTo>
                      <a:pt x="189" y="4850"/>
                    </a:lnTo>
                    <a:lnTo>
                      <a:pt x="277" y="5013"/>
                    </a:lnTo>
                    <a:lnTo>
                      <a:pt x="377" y="5164"/>
                    </a:lnTo>
                    <a:lnTo>
                      <a:pt x="490" y="5314"/>
                    </a:lnTo>
                    <a:lnTo>
                      <a:pt x="602" y="5452"/>
                    </a:lnTo>
                    <a:lnTo>
                      <a:pt x="728" y="5577"/>
                    </a:lnTo>
                    <a:lnTo>
                      <a:pt x="841" y="5703"/>
                    </a:lnTo>
                    <a:lnTo>
                      <a:pt x="1066" y="5903"/>
                    </a:lnTo>
                    <a:lnTo>
                      <a:pt x="1254" y="6054"/>
                    </a:lnTo>
                    <a:lnTo>
                      <a:pt x="1430" y="6179"/>
                    </a:lnTo>
                    <a:lnTo>
                      <a:pt x="1593" y="6016"/>
                    </a:lnTo>
                    <a:lnTo>
                      <a:pt x="1755" y="5841"/>
                    </a:lnTo>
                    <a:lnTo>
                      <a:pt x="1931" y="5602"/>
                    </a:lnTo>
                    <a:lnTo>
                      <a:pt x="2131" y="5327"/>
                    </a:lnTo>
                    <a:lnTo>
                      <a:pt x="2219" y="5176"/>
                    </a:lnTo>
                    <a:lnTo>
                      <a:pt x="2307" y="5013"/>
                    </a:lnTo>
                    <a:lnTo>
                      <a:pt x="2382" y="4838"/>
                    </a:lnTo>
                    <a:lnTo>
                      <a:pt x="2445" y="4675"/>
                    </a:lnTo>
                    <a:lnTo>
                      <a:pt x="2495" y="4499"/>
                    </a:lnTo>
                    <a:lnTo>
                      <a:pt x="2520" y="4311"/>
                    </a:lnTo>
                    <a:lnTo>
                      <a:pt x="2533" y="4111"/>
                    </a:lnTo>
                    <a:lnTo>
                      <a:pt x="2545" y="3873"/>
                    </a:lnTo>
                    <a:lnTo>
                      <a:pt x="2545" y="3585"/>
                    </a:lnTo>
                    <a:lnTo>
                      <a:pt x="2520" y="3284"/>
                    </a:lnTo>
                    <a:lnTo>
                      <a:pt x="2495" y="2958"/>
                    </a:lnTo>
                    <a:lnTo>
                      <a:pt x="2445" y="2619"/>
                    </a:lnTo>
                    <a:lnTo>
                      <a:pt x="2382" y="2269"/>
                    </a:lnTo>
                    <a:lnTo>
                      <a:pt x="2307" y="1930"/>
                    </a:lnTo>
                    <a:lnTo>
                      <a:pt x="2194" y="1592"/>
                    </a:lnTo>
                    <a:lnTo>
                      <a:pt x="2081" y="1266"/>
                    </a:lnTo>
                    <a:lnTo>
                      <a:pt x="2006" y="1103"/>
                    </a:lnTo>
                    <a:lnTo>
                      <a:pt x="1931" y="953"/>
                    </a:lnTo>
                    <a:lnTo>
                      <a:pt x="1843" y="815"/>
                    </a:lnTo>
                    <a:lnTo>
                      <a:pt x="1755" y="677"/>
                    </a:lnTo>
                    <a:lnTo>
                      <a:pt x="1668" y="551"/>
                    </a:lnTo>
                    <a:lnTo>
                      <a:pt x="1567" y="439"/>
                    </a:lnTo>
                    <a:lnTo>
                      <a:pt x="1455" y="338"/>
                    </a:lnTo>
                    <a:lnTo>
                      <a:pt x="1342" y="238"/>
                    </a:lnTo>
                    <a:lnTo>
                      <a:pt x="1217" y="163"/>
                    </a:lnTo>
                    <a:lnTo>
                      <a:pt x="1091" y="88"/>
                    </a:lnTo>
                    <a:lnTo>
                      <a:pt x="953" y="38"/>
                    </a:lnTo>
                    <a:lnTo>
                      <a:pt x="8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6">
                <a:extLst>
                  <a:ext uri="{FF2B5EF4-FFF2-40B4-BE49-F238E27FC236}">
                    <a16:creationId xmlns:a16="http://schemas.microsoft.com/office/drawing/2014/main" id="{AB0C8E67-F8D0-6C6C-DC12-A3D58B8CF7C7}"/>
                  </a:ext>
                </a:extLst>
              </p:cNvPr>
              <p:cNvSpPr/>
              <p:nvPr/>
            </p:nvSpPr>
            <p:spPr>
              <a:xfrm>
                <a:off x="5897334" y="2967540"/>
                <a:ext cx="521208" cy="229068"/>
              </a:xfrm>
              <a:custGeom>
                <a:avLst/>
                <a:gdLst/>
                <a:ahLst/>
                <a:cxnLst/>
                <a:rect l="l" t="t" r="r" b="b"/>
                <a:pathLst>
                  <a:path w="23188" h="10191" extrusionOk="0">
                    <a:moveTo>
                      <a:pt x="17472" y="1"/>
                    </a:moveTo>
                    <a:lnTo>
                      <a:pt x="17836" y="3961"/>
                    </a:lnTo>
                    <a:lnTo>
                      <a:pt x="1" y="6267"/>
                    </a:lnTo>
                    <a:lnTo>
                      <a:pt x="76" y="9714"/>
                    </a:lnTo>
                    <a:lnTo>
                      <a:pt x="978" y="9764"/>
                    </a:lnTo>
                    <a:lnTo>
                      <a:pt x="3347" y="9877"/>
                    </a:lnTo>
                    <a:lnTo>
                      <a:pt x="6719" y="10015"/>
                    </a:lnTo>
                    <a:lnTo>
                      <a:pt x="8624" y="10077"/>
                    </a:lnTo>
                    <a:lnTo>
                      <a:pt x="10604" y="10128"/>
                    </a:lnTo>
                    <a:lnTo>
                      <a:pt x="12609" y="10165"/>
                    </a:lnTo>
                    <a:lnTo>
                      <a:pt x="14552" y="10190"/>
                    </a:lnTo>
                    <a:lnTo>
                      <a:pt x="16394" y="10190"/>
                    </a:lnTo>
                    <a:lnTo>
                      <a:pt x="17259" y="10178"/>
                    </a:lnTo>
                    <a:lnTo>
                      <a:pt x="18061" y="10153"/>
                    </a:lnTo>
                    <a:lnTo>
                      <a:pt x="18826" y="10128"/>
                    </a:lnTo>
                    <a:lnTo>
                      <a:pt x="19515" y="10090"/>
                    </a:lnTo>
                    <a:lnTo>
                      <a:pt x="20142" y="10040"/>
                    </a:lnTo>
                    <a:lnTo>
                      <a:pt x="20681" y="9977"/>
                    </a:lnTo>
                    <a:lnTo>
                      <a:pt x="21132" y="9914"/>
                    </a:lnTo>
                    <a:lnTo>
                      <a:pt x="21333" y="9877"/>
                    </a:lnTo>
                    <a:lnTo>
                      <a:pt x="21495" y="9827"/>
                    </a:lnTo>
                    <a:lnTo>
                      <a:pt x="21646" y="9789"/>
                    </a:lnTo>
                    <a:lnTo>
                      <a:pt x="21759" y="9739"/>
                    </a:lnTo>
                    <a:lnTo>
                      <a:pt x="21846" y="9689"/>
                    </a:lnTo>
                    <a:lnTo>
                      <a:pt x="21909" y="9626"/>
                    </a:lnTo>
                    <a:lnTo>
                      <a:pt x="22022" y="9488"/>
                    </a:lnTo>
                    <a:lnTo>
                      <a:pt x="22122" y="9300"/>
                    </a:lnTo>
                    <a:lnTo>
                      <a:pt x="22210" y="9075"/>
                    </a:lnTo>
                    <a:lnTo>
                      <a:pt x="22298" y="8824"/>
                    </a:lnTo>
                    <a:lnTo>
                      <a:pt x="22385" y="8536"/>
                    </a:lnTo>
                    <a:lnTo>
                      <a:pt x="22461" y="8235"/>
                    </a:lnTo>
                    <a:lnTo>
                      <a:pt x="22536" y="7897"/>
                    </a:lnTo>
                    <a:lnTo>
                      <a:pt x="22598" y="7546"/>
                    </a:lnTo>
                    <a:lnTo>
                      <a:pt x="22724" y="6794"/>
                    </a:lnTo>
                    <a:lnTo>
                      <a:pt x="22824" y="5979"/>
                    </a:lnTo>
                    <a:lnTo>
                      <a:pt x="22912" y="5139"/>
                    </a:lnTo>
                    <a:lnTo>
                      <a:pt x="22987" y="4300"/>
                    </a:lnTo>
                    <a:lnTo>
                      <a:pt x="23050" y="3472"/>
                    </a:lnTo>
                    <a:lnTo>
                      <a:pt x="23087" y="2683"/>
                    </a:lnTo>
                    <a:lnTo>
                      <a:pt x="23150" y="1317"/>
                    </a:lnTo>
                    <a:lnTo>
                      <a:pt x="23175" y="352"/>
                    </a:lnTo>
                    <a:lnTo>
                      <a:pt x="23187" y="1"/>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6">
                <a:extLst>
                  <a:ext uri="{FF2B5EF4-FFF2-40B4-BE49-F238E27FC236}">
                    <a16:creationId xmlns:a16="http://schemas.microsoft.com/office/drawing/2014/main" id="{7B9700B0-CE19-D505-B267-E25328F64B95}"/>
                  </a:ext>
                </a:extLst>
              </p:cNvPr>
              <p:cNvSpPr/>
              <p:nvPr/>
            </p:nvSpPr>
            <p:spPr>
              <a:xfrm>
                <a:off x="5566869" y="2943601"/>
                <a:ext cx="65387" cy="72984"/>
              </a:xfrm>
              <a:custGeom>
                <a:avLst/>
                <a:gdLst/>
                <a:ahLst/>
                <a:cxnLst/>
                <a:rect l="l" t="t" r="r" b="b"/>
                <a:pathLst>
                  <a:path w="2909" h="3247" extrusionOk="0">
                    <a:moveTo>
                      <a:pt x="277" y="0"/>
                    </a:moveTo>
                    <a:lnTo>
                      <a:pt x="1" y="238"/>
                    </a:lnTo>
                    <a:lnTo>
                      <a:pt x="2620" y="3246"/>
                    </a:lnTo>
                    <a:lnTo>
                      <a:pt x="2909" y="2996"/>
                    </a:lnTo>
                    <a:lnTo>
                      <a:pt x="2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a:extLst>
                  <a:ext uri="{FF2B5EF4-FFF2-40B4-BE49-F238E27FC236}">
                    <a16:creationId xmlns:a16="http://schemas.microsoft.com/office/drawing/2014/main" id="{260C441C-38AD-45CF-2E72-9E46D74514B5}"/>
                  </a:ext>
                </a:extLst>
              </p:cNvPr>
              <p:cNvSpPr/>
              <p:nvPr/>
            </p:nvSpPr>
            <p:spPr>
              <a:xfrm>
                <a:off x="5713378" y="3078264"/>
                <a:ext cx="185664" cy="117490"/>
              </a:xfrm>
              <a:custGeom>
                <a:avLst/>
                <a:gdLst/>
                <a:ahLst/>
                <a:cxnLst/>
                <a:rect l="l" t="t" r="r" b="b"/>
                <a:pathLst>
                  <a:path w="8260" h="5227" extrusionOk="0">
                    <a:moveTo>
                      <a:pt x="2908" y="0"/>
                    </a:moveTo>
                    <a:lnTo>
                      <a:pt x="2256" y="25"/>
                    </a:lnTo>
                    <a:lnTo>
                      <a:pt x="1667" y="50"/>
                    </a:lnTo>
                    <a:lnTo>
                      <a:pt x="890" y="88"/>
                    </a:lnTo>
                    <a:lnTo>
                      <a:pt x="802" y="100"/>
                    </a:lnTo>
                    <a:lnTo>
                      <a:pt x="727" y="126"/>
                    </a:lnTo>
                    <a:lnTo>
                      <a:pt x="677" y="163"/>
                    </a:lnTo>
                    <a:lnTo>
                      <a:pt x="639" y="213"/>
                    </a:lnTo>
                    <a:lnTo>
                      <a:pt x="627" y="263"/>
                    </a:lnTo>
                    <a:lnTo>
                      <a:pt x="627" y="339"/>
                    </a:lnTo>
                    <a:lnTo>
                      <a:pt x="639" y="401"/>
                    </a:lnTo>
                    <a:lnTo>
                      <a:pt x="690" y="489"/>
                    </a:lnTo>
                    <a:lnTo>
                      <a:pt x="752" y="564"/>
                    </a:lnTo>
                    <a:lnTo>
                      <a:pt x="840" y="652"/>
                    </a:lnTo>
                    <a:lnTo>
                      <a:pt x="953" y="727"/>
                    </a:lnTo>
                    <a:lnTo>
                      <a:pt x="1091" y="815"/>
                    </a:lnTo>
                    <a:lnTo>
                      <a:pt x="1254" y="903"/>
                    </a:lnTo>
                    <a:lnTo>
                      <a:pt x="1442" y="978"/>
                    </a:lnTo>
                    <a:lnTo>
                      <a:pt x="1667" y="1053"/>
                    </a:lnTo>
                    <a:lnTo>
                      <a:pt x="1905" y="1116"/>
                    </a:lnTo>
                    <a:lnTo>
                      <a:pt x="1592" y="1191"/>
                    </a:lnTo>
                    <a:lnTo>
                      <a:pt x="1279" y="1266"/>
                    </a:lnTo>
                    <a:lnTo>
                      <a:pt x="915" y="1366"/>
                    </a:lnTo>
                    <a:lnTo>
                      <a:pt x="564" y="1479"/>
                    </a:lnTo>
                    <a:lnTo>
                      <a:pt x="401" y="1554"/>
                    </a:lnTo>
                    <a:lnTo>
                      <a:pt x="251" y="1617"/>
                    </a:lnTo>
                    <a:lnTo>
                      <a:pt x="138" y="1692"/>
                    </a:lnTo>
                    <a:lnTo>
                      <a:pt x="50" y="1767"/>
                    </a:lnTo>
                    <a:lnTo>
                      <a:pt x="25" y="1805"/>
                    </a:lnTo>
                    <a:lnTo>
                      <a:pt x="0" y="1843"/>
                    </a:lnTo>
                    <a:lnTo>
                      <a:pt x="0" y="1880"/>
                    </a:lnTo>
                    <a:lnTo>
                      <a:pt x="0" y="1918"/>
                    </a:lnTo>
                    <a:lnTo>
                      <a:pt x="25" y="1993"/>
                    </a:lnTo>
                    <a:lnTo>
                      <a:pt x="63" y="2068"/>
                    </a:lnTo>
                    <a:lnTo>
                      <a:pt x="113" y="2131"/>
                    </a:lnTo>
                    <a:lnTo>
                      <a:pt x="176" y="2206"/>
                    </a:lnTo>
                    <a:lnTo>
                      <a:pt x="314" y="2319"/>
                    </a:lnTo>
                    <a:lnTo>
                      <a:pt x="464" y="2419"/>
                    </a:lnTo>
                    <a:lnTo>
                      <a:pt x="602" y="2507"/>
                    </a:lnTo>
                    <a:lnTo>
                      <a:pt x="727" y="2570"/>
                    </a:lnTo>
                    <a:lnTo>
                      <a:pt x="853" y="2620"/>
                    </a:lnTo>
                    <a:lnTo>
                      <a:pt x="840" y="2770"/>
                    </a:lnTo>
                    <a:lnTo>
                      <a:pt x="853" y="2933"/>
                    </a:lnTo>
                    <a:lnTo>
                      <a:pt x="865" y="3021"/>
                    </a:lnTo>
                    <a:lnTo>
                      <a:pt x="890" y="3121"/>
                    </a:lnTo>
                    <a:lnTo>
                      <a:pt x="915" y="3209"/>
                    </a:lnTo>
                    <a:lnTo>
                      <a:pt x="953" y="3309"/>
                    </a:lnTo>
                    <a:lnTo>
                      <a:pt x="1003" y="3384"/>
                    </a:lnTo>
                    <a:lnTo>
                      <a:pt x="1078" y="3472"/>
                    </a:lnTo>
                    <a:lnTo>
                      <a:pt x="1153" y="3535"/>
                    </a:lnTo>
                    <a:lnTo>
                      <a:pt x="1254" y="3585"/>
                    </a:lnTo>
                    <a:lnTo>
                      <a:pt x="1379" y="3622"/>
                    </a:lnTo>
                    <a:lnTo>
                      <a:pt x="1517" y="3647"/>
                    </a:lnTo>
                    <a:lnTo>
                      <a:pt x="1504" y="3735"/>
                    </a:lnTo>
                    <a:lnTo>
                      <a:pt x="1492" y="3936"/>
                    </a:lnTo>
                    <a:lnTo>
                      <a:pt x="1504" y="4048"/>
                    </a:lnTo>
                    <a:lnTo>
                      <a:pt x="1529" y="4174"/>
                    </a:lnTo>
                    <a:lnTo>
                      <a:pt x="1554" y="4274"/>
                    </a:lnTo>
                    <a:lnTo>
                      <a:pt x="1579" y="4324"/>
                    </a:lnTo>
                    <a:lnTo>
                      <a:pt x="1617" y="4362"/>
                    </a:lnTo>
                    <a:lnTo>
                      <a:pt x="1680" y="4412"/>
                    </a:lnTo>
                    <a:lnTo>
                      <a:pt x="1805" y="4487"/>
                    </a:lnTo>
                    <a:lnTo>
                      <a:pt x="1981" y="4562"/>
                    </a:lnTo>
                    <a:lnTo>
                      <a:pt x="2219" y="4663"/>
                    </a:lnTo>
                    <a:lnTo>
                      <a:pt x="2507" y="4775"/>
                    </a:lnTo>
                    <a:lnTo>
                      <a:pt x="2833" y="4876"/>
                    </a:lnTo>
                    <a:lnTo>
                      <a:pt x="3221" y="4976"/>
                    </a:lnTo>
                    <a:lnTo>
                      <a:pt x="3635" y="5076"/>
                    </a:lnTo>
                    <a:lnTo>
                      <a:pt x="4099" y="5151"/>
                    </a:lnTo>
                    <a:lnTo>
                      <a:pt x="4600" y="5202"/>
                    </a:lnTo>
                    <a:lnTo>
                      <a:pt x="4863" y="5214"/>
                    </a:lnTo>
                    <a:lnTo>
                      <a:pt x="5139" y="5227"/>
                    </a:lnTo>
                    <a:lnTo>
                      <a:pt x="5716" y="5227"/>
                    </a:lnTo>
                    <a:lnTo>
                      <a:pt x="6004" y="5214"/>
                    </a:lnTo>
                    <a:lnTo>
                      <a:pt x="6305" y="5189"/>
                    </a:lnTo>
                    <a:lnTo>
                      <a:pt x="6618" y="5151"/>
                    </a:lnTo>
                    <a:lnTo>
                      <a:pt x="6931" y="5101"/>
                    </a:lnTo>
                    <a:lnTo>
                      <a:pt x="7257" y="5051"/>
                    </a:lnTo>
                    <a:lnTo>
                      <a:pt x="7583" y="4976"/>
                    </a:lnTo>
                    <a:lnTo>
                      <a:pt x="7921" y="4888"/>
                    </a:lnTo>
                    <a:lnTo>
                      <a:pt x="8260" y="4788"/>
                    </a:lnTo>
                    <a:lnTo>
                      <a:pt x="8185" y="1341"/>
                    </a:lnTo>
                    <a:lnTo>
                      <a:pt x="7834" y="1191"/>
                    </a:lnTo>
                    <a:lnTo>
                      <a:pt x="6969" y="827"/>
                    </a:lnTo>
                    <a:lnTo>
                      <a:pt x="6455" y="614"/>
                    </a:lnTo>
                    <a:lnTo>
                      <a:pt x="5941" y="414"/>
                    </a:lnTo>
                    <a:lnTo>
                      <a:pt x="5465" y="238"/>
                    </a:lnTo>
                    <a:lnTo>
                      <a:pt x="5076" y="113"/>
                    </a:lnTo>
                    <a:lnTo>
                      <a:pt x="4913" y="75"/>
                    </a:lnTo>
                    <a:lnTo>
                      <a:pt x="4713" y="50"/>
                    </a:lnTo>
                    <a:lnTo>
                      <a:pt x="4462" y="25"/>
                    </a:lnTo>
                    <a:lnTo>
                      <a:pt x="4186" y="13"/>
                    </a:lnTo>
                    <a:lnTo>
                      <a:pt x="3572"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6">
                <a:extLst>
                  <a:ext uri="{FF2B5EF4-FFF2-40B4-BE49-F238E27FC236}">
                    <a16:creationId xmlns:a16="http://schemas.microsoft.com/office/drawing/2014/main" id="{02F1CD7A-C2A1-824E-B06D-A050FFBA67FE}"/>
                  </a:ext>
                </a:extLst>
              </p:cNvPr>
              <p:cNvSpPr/>
              <p:nvPr/>
            </p:nvSpPr>
            <p:spPr>
              <a:xfrm>
                <a:off x="5710276" y="2675692"/>
                <a:ext cx="12970" cy="270741"/>
              </a:xfrm>
              <a:custGeom>
                <a:avLst/>
                <a:gdLst/>
                <a:ahLst/>
                <a:cxnLst/>
                <a:rect l="l" t="t" r="r" b="b"/>
                <a:pathLst>
                  <a:path w="577" h="12045" extrusionOk="0">
                    <a:moveTo>
                      <a:pt x="289" y="0"/>
                    </a:moveTo>
                    <a:lnTo>
                      <a:pt x="0" y="12032"/>
                    </a:lnTo>
                    <a:lnTo>
                      <a:pt x="289" y="12045"/>
                    </a:lnTo>
                    <a:lnTo>
                      <a:pt x="5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6">
                <a:extLst>
                  <a:ext uri="{FF2B5EF4-FFF2-40B4-BE49-F238E27FC236}">
                    <a16:creationId xmlns:a16="http://schemas.microsoft.com/office/drawing/2014/main" id="{1DDA27BB-24C3-E2DA-EE05-FDCF05926D94}"/>
                  </a:ext>
                </a:extLst>
              </p:cNvPr>
              <p:cNvSpPr/>
              <p:nvPr/>
            </p:nvSpPr>
            <p:spPr>
              <a:xfrm>
                <a:off x="6251467" y="2683559"/>
                <a:ext cx="41988" cy="284295"/>
              </a:xfrm>
              <a:custGeom>
                <a:avLst/>
                <a:gdLst/>
                <a:ahLst/>
                <a:cxnLst/>
                <a:rect l="l" t="t" r="r" b="b"/>
                <a:pathLst>
                  <a:path w="1868" h="12648" extrusionOk="0">
                    <a:moveTo>
                      <a:pt x="276" y="1"/>
                    </a:moveTo>
                    <a:lnTo>
                      <a:pt x="0" y="39"/>
                    </a:lnTo>
                    <a:lnTo>
                      <a:pt x="1579" y="12647"/>
                    </a:lnTo>
                    <a:lnTo>
                      <a:pt x="1868" y="12610"/>
                    </a:lnTo>
                    <a:lnTo>
                      <a:pt x="27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6">
                <a:extLst>
                  <a:ext uri="{FF2B5EF4-FFF2-40B4-BE49-F238E27FC236}">
                    <a16:creationId xmlns:a16="http://schemas.microsoft.com/office/drawing/2014/main" id="{F513373D-E1F0-89B0-62FC-7F5FC0DA06EB}"/>
                  </a:ext>
                </a:extLst>
              </p:cNvPr>
              <p:cNvSpPr/>
              <p:nvPr/>
            </p:nvSpPr>
            <p:spPr>
              <a:xfrm>
                <a:off x="5702386" y="3404210"/>
                <a:ext cx="633618" cy="64803"/>
              </a:xfrm>
              <a:custGeom>
                <a:avLst/>
                <a:gdLst/>
                <a:ahLst/>
                <a:cxnLst/>
                <a:rect l="l" t="t" r="r" b="b"/>
                <a:pathLst>
                  <a:path w="28189" h="2883" extrusionOk="0">
                    <a:moveTo>
                      <a:pt x="27875" y="0"/>
                    </a:moveTo>
                    <a:lnTo>
                      <a:pt x="63" y="238"/>
                    </a:lnTo>
                    <a:lnTo>
                      <a:pt x="0" y="2883"/>
                    </a:lnTo>
                    <a:lnTo>
                      <a:pt x="28188" y="2883"/>
                    </a:lnTo>
                    <a:lnTo>
                      <a:pt x="278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6">
                <a:extLst>
                  <a:ext uri="{FF2B5EF4-FFF2-40B4-BE49-F238E27FC236}">
                    <a16:creationId xmlns:a16="http://schemas.microsoft.com/office/drawing/2014/main" id="{AA18A218-2306-3289-86BB-C0350AB5EDF9}"/>
                  </a:ext>
                </a:extLst>
              </p:cNvPr>
              <p:cNvSpPr/>
              <p:nvPr/>
            </p:nvSpPr>
            <p:spPr>
              <a:xfrm>
                <a:off x="6297658" y="3051786"/>
                <a:ext cx="57205" cy="28187"/>
              </a:xfrm>
              <a:custGeom>
                <a:avLst/>
                <a:gdLst/>
                <a:ahLst/>
                <a:cxnLst/>
                <a:rect l="l" t="t" r="r" b="b"/>
                <a:pathLst>
                  <a:path w="2545" h="1254" extrusionOk="0">
                    <a:moveTo>
                      <a:pt x="314" y="0"/>
                    </a:moveTo>
                    <a:lnTo>
                      <a:pt x="88" y="13"/>
                    </a:lnTo>
                    <a:lnTo>
                      <a:pt x="1" y="25"/>
                    </a:lnTo>
                    <a:lnTo>
                      <a:pt x="51" y="401"/>
                    </a:lnTo>
                    <a:lnTo>
                      <a:pt x="126" y="389"/>
                    </a:lnTo>
                    <a:lnTo>
                      <a:pt x="326" y="376"/>
                    </a:lnTo>
                    <a:lnTo>
                      <a:pt x="615" y="389"/>
                    </a:lnTo>
                    <a:lnTo>
                      <a:pt x="778" y="401"/>
                    </a:lnTo>
                    <a:lnTo>
                      <a:pt x="953" y="426"/>
                    </a:lnTo>
                    <a:lnTo>
                      <a:pt x="1141" y="464"/>
                    </a:lnTo>
                    <a:lnTo>
                      <a:pt x="1317" y="514"/>
                    </a:lnTo>
                    <a:lnTo>
                      <a:pt x="1505" y="577"/>
                    </a:lnTo>
                    <a:lnTo>
                      <a:pt x="1668" y="664"/>
                    </a:lnTo>
                    <a:lnTo>
                      <a:pt x="1831" y="777"/>
                    </a:lnTo>
                    <a:lnTo>
                      <a:pt x="1906" y="840"/>
                    </a:lnTo>
                    <a:lnTo>
                      <a:pt x="1981" y="902"/>
                    </a:lnTo>
                    <a:lnTo>
                      <a:pt x="2044" y="978"/>
                    </a:lnTo>
                    <a:lnTo>
                      <a:pt x="2094" y="1065"/>
                    </a:lnTo>
                    <a:lnTo>
                      <a:pt x="2144" y="1153"/>
                    </a:lnTo>
                    <a:lnTo>
                      <a:pt x="2194" y="1253"/>
                    </a:lnTo>
                    <a:lnTo>
                      <a:pt x="2545" y="1103"/>
                    </a:lnTo>
                    <a:lnTo>
                      <a:pt x="2495" y="1003"/>
                    </a:lnTo>
                    <a:lnTo>
                      <a:pt x="2445" y="902"/>
                    </a:lnTo>
                    <a:lnTo>
                      <a:pt x="2382" y="815"/>
                    </a:lnTo>
                    <a:lnTo>
                      <a:pt x="2319" y="727"/>
                    </a:lnTo>
                    <a:lnTo>
                      <a:pt x="2244" y="639"/>
                    </a:lnTo>
                    <a:lnTo>
                      <a:pt x="2156" y="564"/>
                    </a:lnTo>
                    <a:lnTo>
                      <a:pt x="2069" y="489"/>
                    </a:lnTo>
                    <a:lnTo>
                      <a:pt x="1981" y="414"/>
                    </a:lnTo>
                    <a:lnTo>
                      <a:pt x="1780" y="288"/>
                    </a:lnTo>
                    <a:lnTo>
                      <a:pt x="1555" y="188"/>
                    </a:lnTo>
                    <a:lnTo>
                      <a:pt x="1304" y="113"/>
                    </a:lnTo>
                    <a:lnTo>
                      <a:pt x="1041" y="50"/>
                    </a:lnTo>
                    <a:lnTo>
                      <a:pt x="840" y="25"/>
                    </a:lnTo>
                    <a:lnTo>
                      <a:pt x="640" y="13"/>
                    </a:lnTo>
                    <a:lnTo>
                      <a:pt x="47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a:extLst>
                  <a:ext uri="{FF2B5EF4-FFF2-40B4-BE49-F238E27FC236}">
                    <a16:creationId xmlns:a16="http://schemas.microsoft.com/office/drawing/2014/main" id="{45E3D77E-558C-3F34-01AF-5F36D564DEAA}"/>
                  </a:ext>
                </a:extLst>
              </p:cNvPr>
              <p:cNvSpPr/>
              <p:nvPr/>
            </p:nvSpPr>
            <p:spPr>
              <a:xfrm>
                <a:off x="6044112" y="2276492"/>
                <a:ext cx="59475" cy="60869"/>
              </a:xfrm>
              <a:custGeom>
                <a:avLst/>
                <a:gdLst/>
                <a:ahLst/>
                <a:cxnLst/>
                <a:rect l="l" t="t" r="r" b="b"/>
                <a:pathLst>
                  <a:path w="2646" h="2708" extrusionOk="0">
                    <a:moveTo>
                      <a:pt x="1329" y="0"/>
                    </a:moveTo>
                    <a:lnTo>
                      <a:pt x="1103" y="13"/>
                    </a:lnTo>
                    <a:lnTo>
                      <a:pt x="890" y="38"/>
                    </a:lnTo>
                    <a:lnTo>
                      <a:pt x="527" y="101"/>
                    </a:lnTo>
                    <a:lnTo>
                      <a:pt x="264" y="163"/>
                    </a:lnTo>
                    <a:lnTo>
                      <a:pt x="163" y="188"/>
                    </a:lnTo>
                    <a:lnTo>
                      <a:pt x="1" y="2632"/>
                    </a:lnTo>
                    <a:lnTo>
                      <a:pt x="163" y="2670"/>
                    </a:lnTo>
                    <a:lnTo>
                      <a:pt x="326" y="2695"/>
                    </a:lnTo>
                    <a:lnTo>
                      <a:pt x="489" y="2707"/>
                    </a:lnTo>
                    <a:lnTo>
                      <a:pt x="790" y="2707"/>
                    </a:lnTo>
                    <a:lnTo>
                      <a:pt x="928" y="2695"/>
                    </a:lnTo>
                    <a:lnTo>
                      <a:pt x="1066" y="2682"/>
                    </a:lnTo>
                    <a:lnTo>
                      <a:pt x="1204" y="2657"/>
                    </a:lnTo>
                    <a:lnTo>
                      <a:pt x="1329" y="2632"/>
                    </a:lnTo>
                    <a:lnTo>
                      <a:pt x="1442" y="2595"/>
                    </a:lnTo>
                    <a:lnTo>
                      <a:pt x="1567" y="2557"/>
                    </a:lnTo>
                    <a:lnTo>
                      <a:pt x="1680" y="2507"/>
                    </a:lnTo>
                    <a:lnTo>
                      <a:pt x="1881" y="2394"/>
                    </a:lnTo>
                    <a:lnTo>
                      <a:pt x="2056" y="2269"/>
                    </a:lnTo>
                    <a:lnTo>
                      <a:pt x="2219" y="2106"/>
                    </a:lnTo>
                    <a:lnTo>
                      <a:pt x="2344" y="1943"/>
                    </a:lnTo>
                    <a:lnTo>
                      <a:pt x="2457" y="1767"/>
                    </a:lnTo>
                    <a:lnTo>
                      <a:pt x="2545" y="1567"/>
                    </a:lnTo>
                    <a:lnTo>
                      <a:pt x="2607" y="1366"/>
                    </a:lnTo>
                    <a:lnTo>
                      <a:pt x="2633" y="1153"/>
                    </a:lnTo>
                    <a:lnTo>
                      <a:pt x="2645" y="940"/>
                    </a:lnTo>
                    <a:lnTo>
                      <a:pt x="2620" y="715"/>
                    </a:lnTo>
                    <a:lnTo>
                      <a:pt x="2607" y="614"/>
                    </a:lnTo>
                    <a:lnTo>
                      <a:pt x="2570" y="514"/>
                    </a:lnTo>
                    <a:lnTo>
                      <a:pt x="2520" y="426"/>
                    </a:lnTo>
                    <a:lnTo>
                      <a:pt x="2470" y="351"/>
                    </a:lnTo>
                    <a:lnTo>
                      <a:pt x="2407" y="289"/>
                    </a:lnTo>
                    <a:lnTo>
                      <a:pt x="2332" y="226"/>
                    </a:lnTo>
                    <a:lnTo>
                      <a:pt x="2257" y="176"/>
                    </a:lnTo>
                    <a:lnTo>
                      <a:pt x="2169" y="138"/>
                    </a:lnTo>
                    <a:lnTo>
                      <a:pt x="2069" y="101"/>
                    </a:lnTo>
                    <a:lnTo>
                      <a:pt x="1968" y="63"/>
                    </a:lnTo>
                    <a:lnTo>
                      <a:pt x="1768" y="25"/>
                    </a:lnTo>
                    <a:lnTo>
                      <a:pt x="1542" y="13"/>
                    </a:lnTo>
                    <a:lnTo>
                      <a:pt x="1329" y="0"/>
                    </a:lnTo>
                    <a:close/>
                  </a:path>
                </a:pathLst>
              </a:custGeom>
              <a:solidFill>
                <a:srgbClr val="F290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a:extLst>
                  <a:ext uri="{FF2B5EF4-FFF2-40B4-BE49-F238E27FC236}">
                    <a16:creationId xmlns:a16="http://schemas.microsoft.com/office/drawing/2014/main" id="{AB416120-FD8C-9F59-4D11-51FA434B6E12}"/>
                  </a:ext>
                </a:extLst>
              </p:cNvPr>
              <p:cNvSpPr/>
              <p:nvPr/>
            </p:nvSpPr>
            <p:spPr>
              <a:xfrm>
                <a:off x="6280755" y="2743866"/>
                <a:ext cx="39470" cy="152982"/>
              </a:xfrm>
              <a:custGeom>
                <a:avLst/>
                <a:gdLst/>
                <a:ahLst/>
                <a:cxnLst/>
                <a:rect l="l" t="t" r="r" b="b"/>
                <a:pathLst>
                  <a:path w="1756" h="6806" extrusionOk="0">
                    <a:moveTo>
                      <a:pt x="1467" y="0"/>
                    </a:moveTo>
                    <a:lnTo>
                      <a:pt x="1454" y="163"/>
                    </a:lnTo>
                    <a:lnTo>
                      <a:pt x="1417" y="614"/>
                    </a:lnTo>
                    <a:lnTo>
                      <a:pt x="1329" y="1304"/>
                    </a:lnTo>
                    <a:lnTo>
                      <a:pt x="1191" y="2181"/>
                    </a:lnTo>
                    <a:lnTo>
                      <a:pt x="1104" y="2682"/>
                    </a:lnTo>
                    <a:lnTo>
                      <a:pt x="1003" y="3209"/>
                    </a:lnTo>
                    <a:lnTo>
                      <a:pt x="890" y="3760"/>
                    </a:lnTo>
                    <a:lnTo>
                      <a:pt x="753" y="4337"/>
                    </a:lnTo>
                    <a:lnTo>
                      <a:pt x="590" y="4913"/>
                    </a:lnTo>
                    <a:lnTo>
                      <a:pt x="414" y="5515"/>
                    </a:lnTo>
                    <a:lnTo>
                      <a:pt x="214" y="6104"/>
                    </a:lnTo>
                    <a:lnTo>
                      <a:pt x="1" y="6705"/>
                    </a:lnTo>
                    <a:lnTo>
                      <a:pt x="264" y="6806"/>
                    </a:lnTo>
                    <a:lnTo>
                      <a:pt x="489" y="6204"/>
                    </a:lnTo>
                    <a:lnTo>
                      <a:pt x="677" y="5603"/>
                    </a:lnTo>
                    <a:lnTo>
                      <a:pt x="865" y="5001"/>
                    </a:lnTo>
                    <a:lnTo>
                      <a:pt x="1016" y="4412"/>
                    </a:lnTo>
                    <a:lnTo>
                      <a:pt x="1154" y="3823"/>
                    </a:lnTo>
                    <a:lnTo>
                      <a:pt x="1279" y="3271"/>
                    </a:lnTo>
                    <a:lnTo>
                      <a:pt x="1392" y="2732"/>
                    </a:lnTo>
                    <a:lnTo>
                      <a:pt x="1480" y="2231"/>
                    </a:lnTo>
                    <a:lnTo>
                      <a:pt x="1555" y="1767"/>
                    </a:lnTo>
                    <a:lnTo>
                      <a:pt x="1605" y="1341"/>
                    </a:lnTo>
                    <a:lnTo>
                      <a:pt x="1693" y="639"/>
                    </a:lnTo>
                    <a:lnTo>
                      <a:pt x="1743" y="188"/>
                    </a:lnTo>
                    <a:lnTo>
                      <a:pt x="1755" y="13"/>
                    </a:lnTo>
                    <a:lnTo>
                      <a:pt x="14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6">
                <a:extLst>
                  <a:ext uri="{FF2B5EF4-FFF2-40B4-BE49-F238E27FC236}">
                    <a16:creationId xmlns:a16="http://schemas.microsoft.com/office/drawing/2014/main" id="{61FDC360-BA9C-710D-8727-F372E7D65670}"/>
                  </a:ext>
                </a:extLst>
              </p:cNvPr>
              <p:cNvSpPr/>
              <p:nvPr/>
            </p:nvSpPr>
            <p:spPr>
              <a:xfrm>
                <a:off x="5649991" y="2772300"/>
                <a:ext cx="69321" cy="97800"/>
              </a:xfrm>
              <a:custGeom>
                <a:avLst/>
                <a:gdLst/>
                <a:ahLst/>
                <a:cxnLst/>
                <a:rect l="l" t="t" r="r" b="b"/>
                <a:pathLst>
                  <a:path w="3084" h="4351" extrusionOk="0">
                    <a:moveTo>
                      <a:pt x="251" y="1"/>
                    </a:moveTo>
                    <a:lnTo>
                      <a:pt x="0" y="151"/>
                    </a:lnTo>
                    <a:lnTo>
                      <a:pt x="301" y="628"/>
                    </a:lnTo>
                    <a:lnTo>
                      <a:pt x="1003" y="1731"/>
                    </a:lnTo>
                    <a:lnTo>
                      <a:pt x="1454" y="2407"/>
                    </a:lnTo>
                    <a:lnTo>
                      <a:pt x="1930" y="3109"/>
                    </a:lnTo>
                    <a:lnTo>
                      <a:pt x="2407" y="3774"/>
                    </a:lnTo>
                    <a:lnTo>
                      <a:pt x="2632" y="4074"/>
                    </a:lnTo>
                    <a:lnTo>
                      <a:pt x="2858" y="4350"/>
                    </a:lnTo>
                    <a:lnTo>
                      <a:pt x="3083" y="4175"/>
                    </a:lnTo>
                    <a:lnTo>
                      <a:pt x="2858" y="3899"/>
                    </a:lnTo>
                    <a:lnTo>
                      <a:pt x="2632" y="3598"/>
                    </a:lnTo>
                    <a:lnTo>
                      <a:pt x="2156" y="2934"/>
                    </a:lnTo>
                    <a:lnTo>
                      <a:pt x="1680" y="2244"/>
                    </a:lnTo>
                    <a:lnTo>
                      <a:pt x="1241" y="1580"/>
                    </a:lnTo>
                    <a:lnTo>
                      <a:pt x="539" y="477"/>
                    </a:lnTo>
                    <a:lnTo>
                      <a:pt x="25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6">
                <a:extLst>
                  <a:ext uri="{FF2B5EF4-FFF2-40B4-BE49-F238E27FC236}">
                    <a16:creationId xmlns:a16="http://schemas.microsoft.com/office/drawing/2014/main" id="{C928A603-7293-BEE9-563D-E3A4BE5FFF68}"/>
                  </a:ext>
                </a:extLst>
              </p:cNvPr>
              <p:cNvSpPr/>
              <p:nvPr/>
            </p:nvSpPr>
            <p:spPr>
              <a:xfrm>
                <a:off x="5597596" y="2853736"/>
                <a:ext cx="57205" cy="44528"/>
              </a:xfrm>
              <a:custGeom>
                <a:avLst/>
                <a:gdLst/>
                <a:ahLst/>
                <a:cxnLst/>
                <a:rect l="l" t="t" r="r" b="b"/>
                <a:pathLst>
                  <a:path w="2545" h="1981" extrusionOk="0">
                    <a:moveTo>
                      <a:pt x="163" y="0"/>
                    </a:moveTo>
                    <a:lnTo>
                      <a:pt x="0" y="226"/>
                    </a:lnTo>
                    <a:lnTo>
                      <a:pt x="827" y="827"/>
                    </a:lnTo>
                    <a:lnTo>
                      <a:pt x="1592" y="1391"/>
                    </a:lnTo>
                    <a:lnTo>
                      <a:pt x="2369" y="1980"/>
                    </a:lnTo>
                    <a:lnTo>
                      <a:pt x="2544" y="1755"/>
                    </a:lnTo>
                    <a:lnTo>
                      <a:pt x="1755" y="1166"/>
                    </a:lnTo>
                    <a:lnTo>
                      <a:pt x="990" y="602"/>
                    </a:lnTo>
                    <a:lnTo>
                      <a:pt x="16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a:extLst>
                  <a:ext uri="{FF2B5EF4-FFF2-40B4-BE49-F238E27FC236}">
                    <a16:creationId xmlns:a16="http://schemas.microsoft.com/office/drawing/2014/main" id="{6C141DA6-C2C2-D419-4959-DC0F38A65A2A}"/>
                  </a:ext>
                </a:extLst>
              </p:cNvPr>
              <p:cNvSpPr/>
              <p:nvPr/>
            </p:nvSpPr>
            <p:spPr>
              <a:xfrm>
                <a:off x="5530815" y="3468990"/>
                <a:ext cx="840681" cy="1060421"/>
              </a:xfrm>
              <a:custGeom>
                <a:avLst/>
                <a:gdLst/>
                <a:ahLst/>
                <a:cxnLst/>
                <a:rect l="l" t="t" r="r" b="b"/>
                <a:pathLst>
                  <a:path w="37401" h="47177" extrusionOk="0">
                    <a:moveTo>
                      <a:pt x="35821" y="1"/>
                    </a:moveTo>
                    <a:lnTo>
                      <a:pt x="31359" y="490"/>
                    </a:lnTo>
                    <a:lnTo>
                      <a:pt x="26659" y="1004"/>
                    </a:lnTo>
                    <a:lnTo>
                      <a:pt x="21094" y="1618"/>
                    </a:lnTo>
                    <a:lnTo>
                      <a:pt x="15229" y="2270"/>
                    </a:lnTo>
                    <a:lnTo>
                      <a:pt x="9664" y="2909"/>
                    </a:lnTo>
                    <a:lnTo>
                      <a:pt x="7170" y="3210"/>
                    </a:lnTo>
                    <a:lnTo>
                      <a:pt x="4976" y="3473"/>
                    </a:lnTo>
                    <a:lnTo>
                      <a:pt x="3146" y="3711"/>
                    </a:lnTo>
                    <a:lnTo>
                      <a:pt x="1743" y="3911"/>
                    </a:lnTo>
                    <a:lnTo>
                      <a:pt x="1605" y="3936"/>
                    </a:lnTo>
                    <a:lnTo>
                      <a:pt x="1467" y="3974"/>
                    </a:lnTo>
                    <a:lnTo>
                      <a:pt x="1342" y="4037"/>
                    </a:lnTo>
                    <a:lnTo>
                      <a:pt x="1216" y="4112"/>
                    </a:lnTo>
                    <a:lnTo>
                      <a:pt x="1104" y="4200"/>
                    </a:lnTo>
                    <a:lnTo>
                      <a:pt x="991" y="4300"/>
                    </a:lnTo>
                    <a:lnTo>
                      <a:pt x="890" y="4413"/>
                    </a:lnTo>
                    <a:lnTo>
                      <a:pt x="790" y="4538"/>
                    </a:lnTo>
                    <a:lnTo>
                      <a:pt x="702" y="4688"/>
                    </a:lnTo>
                    <a:lnTo>
                      <a:pt x="615" y="4839"/>
                    </a:lnTo>
                    <a:lnTo>
                      <a:pt x="540" y="5002"/>
                    </a:lnTo>
                    <a:lnTo>
                      <a:pt x="464" y="5190"/>
                    </a:lnTo>
                    <a:lnTo>
                      <a:pt x="402" y="5378"/>
                    </a:lnTo>
                    <a:lnTo>
                      <a:pt x="339" y="5578"/>
                    </a:lnTo>
                    <a:lnTo>
                      <a:pt x="276" y="5804"/>
                    </a:lnTo>
                    <a:lnTo>
                      <a:pt x="226" y="6030"/>
                    </a:lnTo>
                    <a:lnTo>
                      <a:pt x="151" y="6518"/>
                    </a:lnTo>
                    <a:lnTo>
                      <a:pt x="76" y="7045"/>
                    </a:lnTo>
                    <a:lnTo>
                      <a:pt x="38" y="7621"/>
                    </a:lnTo>
                    <a:lnTo>
                      <a:pt x="13" y="8235"/>
                    </a:lnTo>
                    <a:lnTo>
                      <a:pt x="1" y="8887"/>
                    </a:lnTo>
                    <a:lnTo>
                      <a:pt x="13" y="9576"/>
                    </a:lnTo>
                    <a:lnTo>
                      <a:pt x="38" y="10303"/>
                    </a:lnTo>
                    <a:lnTo>
                      <a:pt x="88" y="11055"/>
                    </a:lnTo>
                    <a:lnTo>
                      <a:pt x="151" y="11832"/>
                    </a:lnTo>
                    <a:lnTo>
                      <a:pt x="214" y="12647"/>
                    </a:lnTo>
                    <a:lnTo>
                      <a:pt x="314" y="13487"/>
                    </a:lnTo>
                    <a:lnTo>
                      <a:pt x="414" y="14352"/>
                    </a:lnTo>
                    <a:lnTo>
                      <a:pt x="527" y="15229"/>
                    </a:lnTo>
                    <a:lnTo>
                      <a:pt x="652" y="16131"/>
                    </a:lnTo>
                    <a:lnTo>
                      <a:pt x="790" y="17059"/>
                    </a:lnTo>
                    <a:lnTo>
                      <a:pt x="941" y="17999"/>
                    </a:lnTo>
                    <a:lnTo>
                      <a:pt x="1279" y="19916"/>
                    </a:lnTo>
                    <a:lnTo>
                      <a:pt x="1642" y="21884"/>
                    </a:lnTo>
                    <a:lnTo>
                      <a:pt x="2031" y="23877"/>
                    </a:lnTo>
                    <a:lnTo>
                      <a:pt x="2457" y="25882"/>
                    </a:lnTo>
                    <a:lnTo>
                      <a:pt x="2883" y="27888"/>
                    </a:lnTo>
                    <a:lnTo>
                      <a:pt x="3334" y="29868"/>
                    </a:lnTo>
                    <a:lnTo>
                      <a:pt x="3786" y="31823"/>
                    </a:lnTo>
                    <a:lnTo>
                      <a:pt x="4249" y="33728"/>
                    </a:lnTo>
                    <a:lnTo>
                      <a:pt x="4701" y="35571"/>
                    </a:lnTo>
                    <a:lnTo>
                      <a:pt x="5139" y="37325"/>
                    </a:lnTo>
                    <a:lnTo>
                      <a:pt x="5565" y="38992"/>
                    </a:lnTo>
                    <a:lnTo>
                      <a:pt x="5979" y="40546"/>
                    </a:lnTo>
                    <a:lnTo>
                      <a:pt x="6693" y="43266"/>
                    </a:lnTo>
                    <a:lnTo>
                      <a:pt x="7270" y="45359"/>
                    </a:lnTo>
                    <a:lnTo>
                      <a:pt x="7784" y="47177"/>
                    </a:lnTo>
                    <a:lnTo>
                      <a:pt x="14903" y="45948"/>
                    </a:lnTo>
                    <a:lnTo>
                      <a:pt x="11594" y="16019"/>
                    </a:lnTo>
                    <a:lnTo>
                      <a:pt x="14765" y="15931"/>
                    </a:lnTo>
                    <a:lnTo>
                      <a:pt x="21909" y="15768"/>
                    </a:lnTo>
                    <a:lnTo>
                      <a:pt x="25895" y="15693"/>
                    </a:lnTo>
                    <a:lnTo>
                      <a:pt x="29567" y="15630"/>
                    </a:lnTo>
                    <a:lnTo>
                      <a:pt x="32500" y="15592"/>
                    </a:lnTo>
                    <a:lnTo>
                      <a:pt x="33540" y="15592"/>
                    </a:lnTo>
                    <a:lnTo>
                      <a:pt x="34242" y="15605"/>
                    </a:lnTo>
                    <a:lnTo>
                      <a:pt x="34518" y="15605"/>
                    </a:lnTo>
                    <a:lnTo>
                      <a:pt x="34768" y="15580"/>
                    </a:lnTo>
                    <a:lnTo>
                      <a:pt x="35019" y="15530"/>
                    </a:lnTo>
                    <a:lnTo>
                      <a:pt x="35245" y="15467"/>
                    </a:lnTo>
                    <a:lnTo>
                      <a:pt x="35470" y="15379"/>
                    </a:lnTo>
                    <a:lnTo>
                      <a:pt x="35671" y="15267"/>
                    </a:lnTo>
                    <a:lnTo>
                      <a:pt x="35859" y="15141"/>
                    </a:lnTo>
                    <a:lnTo>
                      <a:pt x="36047" y="15003"/>
                    </a:lnTo>
                    <a:lnTo>
                      <a:pt x="36210" y="14840"/>
                    </a:lnTo>
                    <a:lnTo>
                      <a:pt x="36360" y="14652"/>
                    </a:lnTo>
                    <a:lnTo>
                      <a:pt x="36498" y="14464"/>
                    </a:lnTo>
                    <a:lnTo>
                      <a:pt x="36623" y="14251"/>
                    </a:lnTo>
                    <a:lnTo>
                      <a:pt x="36749" y="14026"/>
                    </a:lnTo>
                    <a:lnTo>
                      <a:pt x="36849" y="13775"/>
                    </a:lnTo>
                    <a:lnTo>
                      <a:pt x="36949" y="13524"/>
                    </a:lnTo>
                    <a:lnTo>
                      <a:pt x="37037" y="13261"/>
                    </a:lnTo>
                    <a:lnTo>
                      <a:pt x="37112" y="12986"/>
                    </a:lnTo>
                    <a:lnTo>
                      <a:pt x="37175" y="12697"/>
                    </a:lnTo>
                    <a:lnTo>
                      <a:pt x="37237" y="12396"/>
                    </a:lnTo>
                    <a:lnTo>
                      <a:pt x="37288" y="12083"/>
                    </a:lnTo>
                    <a:lnTo>
                      <a:pt x="37325" y="11770"/>
                    </a:lnTo>
                    <a:lnTo>
                      <a:pt x="37350" y="11444"/>
                    </a:lnTo>
                    <a:lnTo>
                      <a:pt x="37375" y="11106"/>
                    </a:lnTo>
                    <a:lnTo>
                      <a:pt x="37400" y="10767"/>
                    </a:lnTo>
                    <a:lnTo>
                      <a:pt x="37400" y="10065"/>
                    </a:lnTo>
                    <a:lnTo>
                      <a:pt x="37388" y="9351"/>
                    </a:lnTo>
                    <a:lnTo>
                      <a:pt x="37350" y="8624"/>
                    </a:lnTo>
                    <a:lnTo>
                      <a:pt x="37300" y="7884"/>
                    </a:lnTo>
                    <a:lnTo>
                      <a:pt x="37225" y="7145"/>
                    </a:lnTo>
                    <a:lnTo>
                      <a:pt x="37125" y="6418"/>
                    </a:lnTo>
                    <a:lnTo>
                      <a:pt x="37024" y="5704"/>
                    </a:lnTo>
                    <a:lnTo>
                      <a:pt x="36912" y="5002"/>
                    </a:lnTo>
                    <a:lnTo>
                      <a:pt x="36786" y="4312"/>
                    </a:lnTo>
                    <a:lnTo>
                      <a:pt x="36673" y="3661"/>
                    </a:lnTo>
                    <a:lnTo>
                      <a:pt x="36423" y="2470"/>
                    </a:lnTo>
                    <a:lnTo>
                      <a:pt x="36185" y="1467"/>
                    </a:lnTo>
                    <a:lnTo>
                      <a:pt x="35997" y="678"/>
                    </a:lnTo>
                    <a:lnTo>
                      <a:pt x="35821"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a:extLst>
                  <a:ext uri="{FF2B5EF4-FFF2-40B4-BE49-F238E27FC236}">
                    <a16:creationId xmlns:a16="http://schemas.microsoft.com/office/drawing/2014/main" id="{3729D52C-ECEF-BCA2-DDE8-1BF177138722}"/>
                  </a:ext>
                </a:extLst>
              </p:cNvPr>
              <p:cNvSpPr/>
              <p:nvPr/>
            </p:nvSpPr>
            <p:spPr>
              <a:xfrm>
                <a:off x="6229776" y="3467305"/>
                <a:ext cx="92427" cy="173571"/>
              </a:xfrm>
              <a:custGeom>
                <a:avLst/>
                <a:gdLst/>
                <a:ahLst/>
                <a:cxnLst/>
                <a:rect l="l" t="t" r="r" b="b"/>
                <a:pathLst>
                  <a:path w="4112" h="7722" extrusionOk="0">
                    <a:moveTo>
                      <a:pt x="414" y="1"/>
                    </a:moveTo>
                    <a:lnTo>
                      <a:pt x="313" y="715"/>
                    </a:lnTo>
                    <a:lnTo>
                      <a:pt x="226" y="1405"/>
                    </a:lnTo>
                    <a:lnTo>
                      <a:pt x="125" y="2207"/>
                    </a:lnTo>
                    <a:lnTo>
                      <a:pt x="50" y="3059"/>
                    </a:lnTo>
                    <a:lnTo>
                      <a:pt x="25" y="3473"/>
                    </a:lnTo>
                    <a:lnTo>
                      <a:pt x="13" y="3874"/>
                    </a:lnTo>
                    <a:lnTo>
                      <a:pt x="0" y="4250"/>
                    </a:lnTo>
                    <a:lnTo>
                      <a:pt x="13" y="4588"/>
                    </a:lnTo>
                    <a:lnTo>
                      <a:pt x="50" y="4876"/>
                    </a:lnTo>
                    <a:lnTo>
                      <a:pt x="63" y="5002"/>
                    </a:lnTo>
                    <a:lnTo>
                      <a:pt x="88" y="5114"/>
                    </a:lnTo>
                    <a:lnTo>
                      <a:pt x="125" y="5240"/>
                    </a:lnTo>
                    <a:lnTo>
                      <a:pt x="176" y="5365"/>
                    </a:lnTo>
                    <a:lnTo>
                      <a:pt x="288" y="5603"/>
                    </a:lnTo>
                    <a:lnTo>
                      <a:pt x="426" y="5841"/>
                    </a:lnTo>
                    <a:lnTo>
                      <a:pt x="589" y="6067"/>
                    </a:lnTo>
                    <a:lnTo>
                      <a:pt x="777" y="6293"/>
                    </a:lnTo>
                    <a:lnTo>
                      <a:pt x="965" y="6493"/>
                    </a:lnTo>
                    <a:lnTo>
                      <a:pt x="1178" y="6706"/>
                    </a:lnTo>
                    <a:lnTo>
                      <a:pt x="1379" y="6894"/>
                    </a:lnTo>
                    <a:lnTo>
                      <a:pt x="1592" y="7057"/>
                    </a:lnTo>
                    <a:lnTo>
                      <a:pt x="1792" y="7220"/>
                    </a:lnTo>
                    <a:lnTo>
                      <a:pt x="1993" y="7358"/>
                    </a:lnTo>
                    <a:lnTo>
                      <a:pt x="2181" y="7483"/>
                    </a:lnTo>
                    <a:lnTo>
                      <a:pt x="2344" y="7571"/>
                    </a:lnTo>
                    <a:lnTo>
                      <a:pt x="2482" y="7646"/>
                    </a:lnTo>
                    <a:lnTo>
                      <a:pt x="2607" y="7696"/>
                    </a:lnTo>
                    <a:lnTo>
                      <a:pt x="2695" y="7721"/>
                    </a:lnTo>
                    <a:lnTo>
                      <a:pt x="2707" y="7721"/>
                    </a:lnTo>
                    <a:lnTo>
                      <a:pt x="2782" y="7709"/>
                    </a:lnTo>
                    <a:lnTo>
                      <a:pt x="2820" y="7684"/>
                    </a:lnTo>
                    <a:lnTo>
                      <a:pt x="2845" y="7659"/>
                    </a:lnTo>
                    <a:lnTo>
                      <a:pt x="2858" y="7634"/>
                    </a:lnTo>
                    <a:lnTo>
                      <a:pt x="2883" y="7583"/>
                    </a:lnTo>
                    <a:lnTo>
                      <a:pt x="2883" y="7533"/>
                    </a:lnTo>
                    <a:lnTo>
                      <a:pt x="2870" y="7496"/>
                    </a:lnTo>
                    <a:lnTo>
                      <a:pt x="2845" y="7458"/>
                    </a:lnTo>
                    <a:lnTo>
                      <a:pt x="2958" y="7107"/>
                    </a:lnTo>
                    <a:lnTo>
                      <a:pt x="3146" y="6531"/>
                    </a:lnTo>
                    <a:lnTo>
                      <a:pt x="3359" y="5754"/>
                    </a:lnTo>
                    <a:lnTo>
                      <a:pt x="3484" y="5315"/>
                    </a:lnTo>
                    <a:lnTo>
                      <a:pt x="3597" y="4839"/>
                    </a:lnTo>
                    <a:lnTo>
                      <a:pt x="3760" y="4099"/>
                    </a:lnTo>
                    <a:lnTo>
                      <a:pt x="3898" y="3397"/>
                    </a:lnTo>
                    <a:lnTo>
                      <a:pt x="3998" y="2733"/>
                    </a:lnTo>
                    <a:lnTo>
                      <a:pt x="4061" y="2106"/>
                    </a:lnTo>
                    <a:lnTo>
                      <a:pt x="4098" y="1517"/>
                    </a:lnTo>
                    <a:lnTo>
                      <a:pt x="4111" y="1242"/>
                    </a:lnTo>
                    <a:lnTo>
                      <a:pt x="4111" y="978"/>
                    </a:lnTo>
                    <a:lnTo>
                      <a:pt x="4098" y="715"/>
                    </a:lnTo>
                    <a:lnTo>
                      <a:pt x="4073" y="465"/>
                    </a:lnTo>
                    <a:lnTo>
                      <a:pt x="4048" y="226"/>
                    </a:lnTo>
                    <a:lnTo>
                      <a:pt x="4023" y="1"/>
                    </a:lnTo>
                    <a:lnTo>
                      <a:pt x="3748" y="51"/>
                    </a:lnTo>
                    <a:lnTo>
                      <a:pt x="3773" y="289"/>
                    </a:lnTo>
                    <a:lnTo>
                      <a:pt x="3798" y="552"/>
                    </a:lnTo>
                    <a:lnTo>
                      <a:pt x="3823" y="815"/>
                    </a:lnTo>
                    <a:lnTo>
                      <a:pt x="3823" y="1079"/>
                    </a:lnTo>
                    <a:lnTo>
                      <a:pt x="3823" y="1354"/>
                    </a:lnTo>
                    <a:lnTo>
                      <a:pt x="3810" y="1643"/>
                    </a:lnTo>
                    <a:lnTo>
                      <a:pt x="3760" y="2207"/>
                    </a:lnTo>
                    <a:lnTo>
                      <a:pt x="3697" y="2783"/>
                    </a:lnTo>
                    <a:lnTo>
                      <a:pt x="3610" y="3360"/>
                    </a:lnTo>
                    <a:lnTo>
                      <a:pt x="3509" y="3936"/>
                    </a:lnTo>
                    <a:lnTo>
                      <a:pt x="3384" y="4488"/>
                    </a:lnTo>
                    <a:lnTo>
                      <a:pt x="3259" y="5014"/>
                    </a:lnTo>
                    <a:lnTo>
                      <a:pt x="3133" y="5503"/>
                    </a:lnTo>
                    <a:lnTo>
                      <a:pt x="2895" y="6368"/>
                    </a:lnTo>
                    <a:lnTo>
                      <a:pt x="2695" y="7019"/>
                    </a:lnTo>
                    <a:lnTo>
                      <a:pt x="2569" y="7383"/>
                    </a:lnTo>
                    <a:lnTo>
                      <a:pt x="2356" y="7245"/>
                    </a:lnTo>
                    <a:lnTo>
                      <a:pt x="2068" y="7057"/>
                    </a:lnTo>
                    <a:lnTo>
                      <a:pt x="1742" y="6806"/>
                    </a:lnTo>
                    <a:lnTo>
                      <a:pt x="1567" y="6669"/>
                    </a:lnTo>
                    <a:lnTo>
                      <a:pt x="1391" y="6518"/>
                    </a:lnTo>
                    <a:lnTo>
                      <a:pt x="1228" y="6355"/>
                    </a:lnTo>
                    <a:lnTo>
                      <a:pt x="1065" y="6180"/>
                    </a:lnTo>
                    <a:lnTo>
                      <a:pt x="902" y="6004"/>
                    </a:lnTo>
                    <a:lnTo>
                      <a:pt x="765" y="5829"/>
                    </a:lnTo>
                    <a:lnTo>
                      <a:pt x="639" y="5641"/>
                    </a:lnTo>
                    <a:lnTo>
                      <a:pt x="526" y="5440"/>
                    </a:lnTo>
                    <a:lnTo>
                      <a:pt x="426" y="5240"/>
                    </a:lnTo>
                    <a:lnTo>
                      <a:pt x="364" y="5039"/>
                    </a:lnTo>
                    <a:lnTo>
                      <a:pt x="338" y="4939"/>
                    </a:lnTo>
                    <a:lnTo>
                      <a:pt x="313" y="4814"/>
                    </a:lnTo>
                    <a:lnTo>
                      <a:pt x="301" y="4538"/>
                    </a:lnTo>
                    <a:lnTo>
                      <a:pt x="288" y="4199"/>
                    </a:lnTo>
                    <a:lnTo>
                      <a:pt x="288" y="3823"/>
                    </a:lnTo>
                    <a:lnTo>
                      <a:pt x="313" y="3435"/>
                    </a:lnTo>
                    <a:lnTo>
                      <a:pt x="338" y="3009"/>
                    </a:lnTo>
                    <a:lnTo>
                      <a:pt x="414" y="2169"/>
                    </a:lnTo>
                    <a:lnTo>
                      <a:pt x="514" y="1367"/>
                    </a:lnTo>
                    <a:lnTo>
                      <a:pt x="602" y="690"/>
                    </a:lnTo>
                    <a:lnTo>
                      <a:pt x="689" y="51"/>
                    </a:lnTo>
                    <a:lnTo>
                      <a:pt x="41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6">
                <a:extLst>
                  <a:ext uri="{FF2B5EF4-FFF2-40B4-BE49-F238E27FC236}">
                    <a16:creationId xmlns:a16="http://schemas.microsoft.com/office/drawing/2014/main" id="{39591DE1-05A6-0B8A-255F-394CD8B33C48}"/>
                  </a:ext>
                </a:extLst>
              </p:cNvPr>
              <p:cNvSpPr/>
              <p:nvPr/>
            </p:nvSpPr>
            <p:spPr>
              <a:xfrm>
                <a:off x="5511103" y="3492951"/>
                <a:ext cx="476118" cy="333004"/>
              </a:xfrm>
              <a:custGeom>
                <a:avLst/>
                <a:gdLst/>
                <a:ahLst/>
                <a:cxnLst/>
                <a:rect l="l" t="t" r="r" b="b"/>
                <a:pathLst>
                  <a:path w="21182" h="14815" extrusionOk="0">
                    <a:moveTo>
                      <a:pt x="21044" y="0"/>
                    </a:moveTo>
                    <a:lnTo>
                      <a:pt x="20593" y="238"/>
                    </a:lnTo>
                    <a:lnTo>
                      <a:pt x="20091" y="464"/>
                    </a:lnTo>
                    <a:lnTo>
                      <a:pt x="19552" y="677"/>
                    </a:lnTo>
                    <a:lnTo>
                      <a:pt x="18963" y="890"/>
                    </a:lnTo>
                    <a:lnTo>
                      <a:pt x="18337" y="1103"/>
                    </a:lnTo>
                    <a:lnTo>
                      <a:pt x="17672" y="1316"/>
                    </a:lnTo>
                    <a:lnTo>
                      <a:pt x="16971" y="1517"/>
                    </a:lnTo>
                    <a:lnTo>
                      <a:pt x="16244" y="1717"/>
                    </a:lnTo>
                    <a:lnTo>
                      <a:pt x="15492" y="1905"/>
                    </a:lnTo>
                    <a:lnTo>
                      <a:pt x="14727" y="2106"/>
                    </a:lnTo>
                    <a:lnTo>
                      <a:pt x="13123" y="2482"/>
                    </a:lnTo>
                    <a:lnTo>
                      <a:pt x="11481" y="2858"/>
                    </a:lnTo>
                    <a:lnTo>
                      <a:pt x="9826" y="3221"/>
                    </a:lnTo>
                    <a:lnTo>
                      <a:pt x="8072" y="3610"/>
                    </a:lnTo>
                    <a:lnTo>
                      <a:pt x="6417" y="3986"/>
                    </a:lnTo>
                    <a:lnTo>
                      <a:pt x="5628" y="4161"/>
                    </a:lnTo>
                    <a:lnTo>
                      <a:pt x="4876" y="4349"/>
                    </a:lnTo>
                    <a:lnTo>
                      <a:pt x="4174" y="4537"/>
                    </a:lnTo>
                    <a:lnTo>
                      <a:pt x="3510" y="4725"/>
                    </a:lnTo>
                    <a:lnTo>
                      <a:pt x="2895" y="4913"/>
                    </a:lnTo>
                    <a:lnTo>
                      <a:pt x="2331" y="5101"/>
                    </a:lnTo>
                    <a:lnTo>
                      <a:pt x="1830" y="5289"/>
                    </a:lnTo>
                    <a:lnTo>
                      <a:pt x="1379" y="5477"/>
                    </a:lnTo>
                    <a:lnTo>
                      <a:pt x="1178" y="5565"/>
                    </a:lnTo>
                    <a:lnTo>
                      <a:pt x="1003" y="5665"/>
                    </a:lnTo>
                    <a:lnTo>
                      <a:pt x="840" y="5766"/>
                    </a:lnTo>
                    <a:lnTo>
                      <a:pt x="690" y="5866"/>
                    </a:lnTo>
                    <a:lnTo>
                      <a:pt x="564" y="5966"/>
                    </a:lnTo>
                    <a:lnTo>
                      <a:pt x="464" y="6066"/>
                    </a:lnTo>
                    <a:lnTo>
                      <a:pt x="376" y="6167"/>
                    </a:lnTo>
                    <a:lnTo>
                      <a:pt x="301" y="6267"/>
                    </a:lnTo>
                    <a:lnTo>
                      <a:pt x="213" y="6455"/>
                    </a:lnTo>
                    <a:lnTo>
                      <a:pt x="138" y="6668"/>
                    </a:lnTo>
                    <a:lnTo>
                      <a:pt x="88" y="6906"/>
                    </a:lnTo>
                    <a:lnTo>
                      <a:pt x="38" y="7157"/>
                    </a:lnTo>
                    <a:lnTo>
                      <a:pt x="13" y="7433"/>
                    </a:lnTo>
                    <a:lnTo>
                      <a:pt x="0" y="7721"/>
                    </a:lnTo>
                    <a:lnTo>
                      <a:pt x="0" y="8034"/>
                    </a:lnTo>
                    <a:lnTo>
                      <a:pt x="13" y="8348"/>
                    </a:lnTo>
                    <a:lnTo>
                      <a:pt x="38" y="8673"/>
                    </a:lnTo>
                    <a:lnTo>
                      <a:pt x="63" y="9024"/>
                    </a:lnTo>
                    <a:lnTo>
                      <a:pt x="151" y="9714"/>
                    </a:lnTo>
                    <a:lnTo>
                      <a:pt x="263" y="10428"/>
                    </a:lnTo>
                    <a:lnTo>
                      <a:pt x="401" y="11142"/>
                    </a:lnTo>
                    <a:lnTo>
                      <a:pt x="552" y="11832"/>
                    </a:lnTo>
                    <a:lnTo>
                      <a:pt x="702" y="12484"/>
                    </a:lnTo>
                    <a:lnTo>
                      <a:pt x="865" y="13085"/>
                    </a:lnTo>
                    <a:lnTo>
                      <a:pt x="1003" y="13624"/>
                    </a:lnTo>
                    <a:lnTo>
                      <a:pt x="1241" y="14451"/>
                    </a:lnTo>
                    <a:lnTo>
                      <a:pt x="1354" y="14815"/>
                    </a:lnTo>
                    <a:lnTo>
                      <a:pt x="1630" y="14727"/>
                    </a:lnTo>
                    <a:lnTo>
                      <a:pt x="1529" y="14426"/>
                    </a:lnTo>
                    <a:lnTo>
                      <a:pt x="1304" y="13649"/>
                    </a:lnTo>
                    <a:lnTo>
                      <a:pt x="1166" y="13123"/>
                    </a:lnTo>
                    <a:lnTo>
                      <a:pt x="1015" y="12534"/>
                    </a:lnTo>
                    <a:lnTo>
                      <a:pt x="853" y="11882"/>
                    </a:lnTo>
                    <a:lnTo>
                      <a:pt x="702" y="11205"/>
                    </a:lnTo>
                    <a:lnTo>
                      <a:pt x="564" y="10503"/>
                    </a:lnTo>
                    <a:lnTo>
                      <a:pt x="451" y="9789"/>
                    </a:lnTo>
                    <a:lnTo>
                      <a:pt x="351" y="9100"/>
                    </a:lnTo>
                    <a:lnTo>
                      <a:pt x="326" y="8761"/>
                    </a:lnTo>
                    <a:lnTo>
                      <a:pt x="301" y="8435"/>
                    </a:lnTo>
                    <a:lnTo>
                      <a:pt x="276" y="8122"/>
                    </a:lnTo>
                    <a:lnTo>
                      <a:pt x="276" y="7821"/>
                    </a:lnTo>
                    <a:lnTo>
                      <a:pt x="289" y="7533"/>
                    </a:lnTo>
                    <a:lnTo>
                      <a:pt x="314" y="7270"/>
                    </a:lnTo>
                    <a:lnTo>
                      <a:pt x="351" y="7019"/>
                    </a:lnTo>
                    <a:lnTo>
                      <a:pt x="401" y="6793"/>
                    </a:lnTo>
                    <a:lnTo>
                      <a:pt x="464" y="6580"/>
                    </a:lnTo>
                    <a:lnTo>
                      <a:pt x="552" y="6405"/>
                    </a:lnTo>
                    <a:lnTo>
                      <a:pt x="614" y="6317"/>
                    </a:lnTo>
                    <a:lnTo>
                      <a:pt x="702" y="6217"/>
                    </a:lnTo>
                    <a:lnTo>
                      <a:pt x="802" y="6129"/>
                    </a:lnTo>
                    <a:lnTo>
                      <a:pt x="940" y="6041"/>
                    </a:lnTo>
                    <a:lnTo>
                      <a:pt x="1078" y="5941"/>
                    </a:lnTo>
                    <a:lnTo>
                      <a:pt x="1254" y="5853"/>
                    </a:lnTo>
                    <a:lnTo>
                      <a:pt x="1429" y="5766"/>
                    </a:lnTo>
                    <a:lnTo>
                      <a:pt x="1642" y="5665"/>
                    </a:lnTo>
                    <a:lnTo>
                      <a:pt x="2093" y="5490"/>
                    </a:lnTo>
                    <a:lnTo>
                      <a:pt x="2607" y="5302"/>
                    </a:lnTo>
                    <a:lnTo>
                      <a:pt x="3184" y="5114"/>
                    </a:lnTo>
                    <a:lnTo>
                      <a:pt x="3810" y="4938"/>
                    </a:lnTo>
                    <a:lnTo>
                      <a:pt x="4475" y="4750"/>
                    </a:lnTo>
                    <a:lnTo>
                      <a:pt x="5189" y="4575"/>
                    </a:lnTo>
                    <a:lnTo>
                      <a:pt x="6681" y="4212"/>
                    </a:lnTo>
                    <a:lnTo>
                      <a:pt x="8272" y="3848"/>
                    </a:lnTo>
                    <a:lnTo>
                      <a:pt x="9889" y="3497"/>
                    </a:lnTo>
                    <a:lnTo>
                      <a:pt x="11556" y="3121"/>
                    </a:lnTo>
                    <a:lnTo>
                      <a:pt x="13198" y="2758"/>
                    </a:lnTo>
                    <a:lnTo>
                      <a:pt x="14802" y="2369"/>
                    </a:lnTo>
                    <a:lnTo>
                      <a:pt x="15579" y="2181"/>
                    </a:lnTo>
                    <a:lnTo>
                      <a:pt x="16344" y="1981"/>
                    </a:lnTo>
                    <a:lnTo>
                      <a:pt x="17071" y="1780"/>
                    </a:lnTo>
                    <a:lnTo>
                      <a:pt x="17773" y="1580"/>
                    </a:lnTo>
                    <a:lnTo>
                      <a:pt x="18449" y="1366"/>
                    </a:lnTo>
                    <a:lnTo>
                      <a:pt x="19076" y="1153"/>
                    </a:lnTo>
                    <a:lnTo>
                      <a:pt x="19665" y="940"/>
                    </a:lnTo>
                    <a:lnTo>
                      <a:pt x="20217" y="715"/>
                    </a:lnTo>
                    <a:lnTo>
                      <a:pt x="20731" y="489"/>
                    </a:lnTo>
                    <a:lnTo>
                      <a:pt x="21182" y="251"/>
                    </a:lnTo>
                    <a:lnTo>
                      <a:pt x="2104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a:extLst>
                  <a:ext uri="{FF2B5EF4-FFF2-40B4-BE49-F238E27FC236}">
                    <a16:creationId xmlns:a16="http://schemas.microsoft.com/office/drawing/2014/main" id="{DC7E08BA-EF29-43DE-EBAC-0004CF1BFB8C}"/>
                  </a:ext>
                </a:extLst>
              </p:cNvPr>
              <p:cNvSpPr/>
              <p:nvPr/>
            </p:nvSpPr>
            <p:spPr>
              <a:xfrm>
                <a:off x="5788318" y="3769043"/>
                <a:ext cx="6496" cy="60015"/>
              </a:xfrm>
              <a:custGeom>
                <a:avLst/>
                <a:gdLst/>
                <a:ahLst/>
                <a:cxnLst/>
                <a:rect l="l" t="t" r="r" b="b"/>
                <a:pathLst>
                  <a:path w="289" h="2670" extrusionOk="0">
                    <a:moveTo>
                      <a:pt x="0" y="0"/>
                    </a:moveTo>
                    <a:lnTo>
                      <a:pt x="0" y="2670"/>
                    </a:lnTo>
                    <a:lnTo>
                      <a:pt x="288" y="2670"/>
                    </a:lnTo>
                    <a:lnTo>
                      <a:pt x="28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6">
                <a:extLst>
                  <a:ext uri="{FF2B5EF4-FFF2-40B4-BE49-F238E27FC236}">
                    <a16:creationId xmlns:a16="http://schemas.microsoft.com/office/drawing/2014/main" id="{B3FD7059-7B30-5CE2-DBAB-64EFD02DA5BD}"/>
                  </a:ext>
                </a:extLst>
              </p:cNvPr>
              <p:cNvSpPr/>
              <p:nvPr/>
            </p:nvSpPr>
            <p:spPr>
              <a:xfrm>
                <a:off x="5208241" y="3767334"/>
                <a:ext cx="36661" cy="54126"/>
              </a:xfrm>
              <a:custGeom>
                <a:avLst/>
                <a:gdLst/>
                <a:ahLst/>
                <a:cxnLst/>
                <a:rect l="l" t="t" r="r" b="b"/>
                <a:pathLst>
                  <a:path w="1631" h="2408" extrusionOk="0">
                    <a:moveTo>
                      <a:pt x="1392" y="1"/>
                    </a:moveTo>
                    <a:lnTo>
                      <a:pt x="1" y="2257"/>
                    </a:lnTo>
                    <a:lnTo>
                      <a:pt x="239" y="2407"/>
                    </a:lnTo>
                    <a:lnTo>
                      <a:pt x="1630" y="151"/>
                    </a:lnTo>
                    <a:lnTo>
                      <a:pt x="139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6">
                <a:extLst>
                  <a:ext uri="{FF2B5EF4-FFF2-40B4-BE49-F238E27FC236}">
                    <a16:creationId xmlns:a16="http://schemas.microsoft.com/office/drawing/2014/main" id="{AD6DE1E9-8DFF-F769-B918-A158F0BB306B}"/>
                  </a:ext>
                </a:extLst>
              </p:cNvPr>
              <p:cNvSpPr/>
              <p:nvPr/>
            </p:nvSpPr>
            <p:spPr>
              <a:xfrm>
                <a:off x="5686899" y="4419519"/>
                <a:ext cx="178898" cy="109892"/>
              </a:xfrm>
              <a:custGeom>
                <a:avLst/>
                <a:gdLst/>
                <a:ahLst/>
                <a:cxnLst/>
                <a:rect l="l" t="t" r="r" b="b"/>
                <a:pathLst>
                  <a:path w="7959" h="4889" extrusionOk="0">
                    <a:moveTo>
                      <a:pt x="7558" y="1"/>
                    </a:moveTo>
                    <a:lnTo>
                      <a:pt x="0" y="1881"/>
                    </a:lnTo>
                    <a:lnTo>
                      <a:pt x="840" y="4889"/>
                    </a:lnTo>
                    <a:lnTo>
                      <a:pt x="7959" y="3660"/>
                    </a:lnTo>
                    <a:lnTo>
                      <a:pt x="75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6">
                <a:extLst>
                  <a:ext uri="{FF2B5EF4-FFF2-40B4-BE49-F238E27FC236}">
                    <a16:creationId xmlns:a16="http://schemas.microsoft.com/office/drawing/2014/main" id="{5CCEA177-AB01-6561-8ECD-FC865B2185F5}"/>
                  </a:ext>
                </a:extLst>
              </p:cNvPr>
              <p:cNvSpPr/>
              <p:nvPr/>
            </p:nvSpPr>
            <p:spPr>
              <a:xfrm>
                <a:off x="4539445" y="4355009"/>
                <a:ext cx="211311" cy="183709"/>
              </a:xfrm>
              <a:custGeom>
                <a:avLst/>
                <a:gdLst/>
                <a:ahLst/>
                <a:cxnLst/>
                <a:rect l="l" t="t" r="r" b="b"/>
                <a:pathLst>
                  <a:path w="9401" h="8173" extrusionOk="0">
                    <a:moveTo>
                      <a:pt x="2444" y="0"/>
                    </a:moveTo>
                    <a:lnTo>
                      <a:pt x="0" y="4099"/>
                    </a:lnTo>
                    <a:lnTo>
                      <a:pt x="6405" y="8172"/>
                    </a:lnTo>
                    <a:lnTo>
                      <a:pt x="9400" y="4099"/>
                    </a:lnTo>
                    <a:lnTo>
                      <a:pt x="24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6">
                <a:extLst>
                  <a:ext uri="{FF2B5EF4-FFF2-40B4-BE49-F238E27FC236}">
                    <a16:creationId xmlns:a16="http://schemas.microsoft.com/office/drawing/2014/main" id="{C7562C1C-F5CD-428B-8B89-E982208B1E8A}"/>
                  </a:ext>
                </a:extLst>
              </p:cNvPr>
              <p:cNvSpPr/>
              <p:nvPr/>
            </p:nvSpPr>
            <p:spPr>
              <a:xfrm>
                <a:off x="5674784" y="3313221"/>
                <a:ext cx="310751" cy="1412261"/>
              </a:xfrm>
              <a:custGeom>
                <a:avLst/>
                <a:gdLst/>
                <a:ahLst/>
                <a:cxnLst/>
                <a:rect l="l" t="t" r="r" b="b"/>
                <a:pathLst>
                  <a:path w="13825" h="62830" extrusionOk="0">
                    <a:moveTo>
                      <a:pt x="0" y="0"/>
                    </a:moveTo>
                    <a:lnTo>
                      <a:pt x="9150" y="62830"/>
                    </a:lnTo>
                    <a:lnTo>
                      <a:pt x="13825" y="62830"/>
                    </a:lnTo>
                    <a:lnTo>
                      <a:pt x="467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6">
                <a:extLst>
                  <a:ext uri="{FF2B5EF4-FFF2-40B4-BE49-F238E27FC236}">
                    <a16:creationId xmlns:a16="http://schemas.microsoft.com/office/drawing/2014/main" id="{7F16E3D3-DE20-C9D1-A0F4-91C1772E9C93}"/>
                  </a:ext>
                </a:extLst>
              </p:cNvPr>
              <p:cNvSpPr/>
              <p:nvPr/>
            </p:nvSpPr>
            <p:spPr>
              <a:xfrm>
                <a:off x="3485812" y="3196024"/>
                <a:ext cx="2163347" cy="117220"/>
              </a:xfrm>
              <a:custGeom>
                <a:avLst/>
                <a:gdLst/>
                <a:ahLst/>
                <a:cxnLst/>
                <a:rect l="l" t="t" r="r" b="b"/>
                <a:pathLst>
                  <a:path w="96245" h="5215" extrusionOk="0">
                    <a:moveTo>
                      <a:pt x="0" y="0"/>
                    </a:moveTo>
                    <a:lnTo>
                      <a:pt x="0" y="5214"/>
                    </a:lnTo>
                    <a:lnTo>
                      <a:pt x="96245" y="5214"/>
                    </a:lnTo>
                    <a:lnTo>
                      <a:pt x="96245"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6">
                <a:extLst>
                  <a:ext uri="{FF2B5EF4-FFF2-40B4-BE49-F238E27FC236}">
                    <a16:creationId xmlns:a16="http://schemas.microsoft.com/office/drawing/2014/main" id="{887AB3A8-50D8-FC7D-4D10-B5AEAB2C5DFB}"/>
                  </a:ext>
                </a:extLst>
              </p:cNvPr>
              <p:cNvSpPr/>
              <p:nvPr/>
            </p:nvSpPr>
            <p:spPr>
              <a:xfrm>
                <a:off x="3899646" y="3196024"/>
                <a:ext cx="1999958" cy="117220"/>
              </a:xfrm>
              <a:custGeom>
                <a:avLst/>
                <a:gdLst/>
                <a:ahLst/>
                <a:cxnLst/>
                <a:rect l="l" t="t" r="r" b="b"/>
                <a:pathLst>
                  <a:path w="88976" h="5215" extrusionOk="0">
                    <a:moveTo>
                      <a:pt x="1" y="0"/>
                    </a:moveTo>
                    <a:lnTo>
                      <a:pt x="1" y="5214"/>
                    </a:lnTo>
                    <a:lnTo>
                      <a:pt x="88976" y="5214"/>
                    </a:lnTo>
                    <a:lnTo>
                      <a:pt x="88976"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a:extLst>
                  <a:ext uri="{FF2B5EF4-FFF2-40B4-BE49-F238E27FC236}">
                    <a16:creationId xmlns:a16="http://schemas.microsoft.com/office/drawing/2014/main" id="{DCFECDA9-79AC-ECF8-419A-5FABD31B509A}"/>
                  </a:ext>
                </a:extLst>
              </p:cNvPr>
              <p:cNvSpPr/>
              <p:nvPr/>
            </p:nvSpPr>
            <p:spPr>
              <a:xfrm>
                <a:off x="3813737" y="3313221"/>
                <a:ext cx="310751" cy="1412261"/>
              </a:xfrm>
              <a:custGeom>
                <a:avLst/>
                <a:gdLst/>
                <a:ahLst/>
                <a:cxnLst/>
                <a:rect l="l" t="t" r="r" b="b"/>
                <a:pathLst>
                  <a:path w="13825" h="62830" extrusionOk="0">
                    <a:moveTo>
                      <a:pt x="9150" y="0"/>
                    </a:moveTo>
                    <a:lnTo>
                      <a:pt x="0" y="62830"/>
                    </a:lnTo>
                    <a:lnTo>
                      <a:pt x="4675" y="62830"/>
                    </a:lnTo>
                    <a:lnTo>
                      <a:pt x="1382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6">
                <a:extLst>
                  <a:ext uri="{FF2B5EF4-FFF2-40B4-BE49-F238E27FC236}">
                    <a16:creationId xmlns:a16="http://schemas.microsoft.com/office/drawing/2014/main" id="{F6D1BAA1-8A33-8103-4FB4-C016F6A4590B}"/>
                  </a:ext>
                </a:extLst>
              </p:cNvPr>
              <p:cNvSpPr/>
              <p:nvPr/>
            </p:nvSpPr>
            <p:spPr>
              <a:xfrm>
                <a:off x="4035455" y="3313221"/>
                <a:ext cx="1744434" cy="121716"/>
              </a:xfrm>
              <a:custGeom>
                <a:avLst/>
                <a:gdLst/>
                <a:ahLst/>
                <a:cxnLst/>
                <a:rect l="l" t="t" r="r" b="b"/>
                <a:pathLst>
                  <a:path w="77608" h="5415" extrusionOk="0">
                    <a:moveTo>
                      <a:pt x="0" y="0"/>
                    </a:moveTo>
                    <a:lnTo>
                      <a:pt x="0" y="5414"/>
                    </a:lnTo>
                    <a:lnTo>
                      <a:pt x="77607" y="5414"/>
                    </a:lnTo>
                    <a:lnTo>
                      <a:pt x="77607"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6">
                <a:extLst>
                  <a:ext uri="{FF2B5EF4-FFF2-40B4-BE49-F238E27FC236}">
                    <a16:creationId xmlns:a16="http://schemas.microsoft.com/office/drawing/2014/main" id="{5E85E7E8-B996-827E-2B0E-9D5B4193816F}"/>
                  </a:ext>
                </a:extLst>
              </p:cNvPr>
              <p:cNvSpPr/>
              <p:nvPr/>
            </p:nvSpPr>
            <p:spPr>
              <a:xfrm>
                <a:off x="4667904" y="2697945"/>
                <a:ext cx="86516" cy="284543"/>
              </a:xfrm>
              <a:custGeom>
                <a:avLst/>
                <a:gdLst/>
                <a:ahLst/>
                <a:cxnLst/>
                <a:rect l="l" t="t" r="r" b="b"/>
                <a:pathLst>
                  <a:path w="3849" h="12659" extrusionOk="0">
                    <a:moveTo>
                      <a:pt x="1918" y="0"/>
                    </a:moveTo>
                    <a:lnTo>
                      <a:pt x="1718" y="213"/>
                    </a:lnTo>
                    <a:lnTo>
                      <a:pt x="1517" y="451"/>
                    </a:lnTo>
                    <a:lnTo>
                      <a:pt x="1329" y="727"/>
                    </a:lnTo>
                    <a:lnTo>
                      <a:pt x="1141" y="1015"/>
                    </a:lnTo>
                    <a:lnTo>
                      <a:pt x="978" y="1341"/>
                    </a:lnTo>
                    <a:lnTo>
                      <a:pt x="815" y="1705"/>
                    </a:lnTo>
                    <a:lnTo>
                      <a:pt x="665" y="2081"/>
                    </a:lnTo>
                    <a:lnTo>
                      <a:pt x="540" y="2482"/>
                    </a:lnTo>
                    <a:lnTo>
                      <a:pt x="414" y="2895"/>
                    </a:lnTo>
                    <a:lnTo>
                      <a:pt x="314" y="3347"/>
                    </a:lnTo>
                    <a:lnTo>
                      <a:pt x="214" y="3798"/>
                    </a:lnTo>
                    <a:lnTo>
                      <a:pt x="139" y="4287"/>
                    </a:lnTo>
                    <a:lnTo>
                      <a:pt x="76" y="4775"/>
                    </a:lnTo>
                    <a:lnTo>
                      <a:pt x="38" y="5277"/>
                    </a:lnTo>
                    <a:lnTo>
                      <a:pt x="13" y="5803"/>
                    </a:lnTo>
                    <a:lnTo>
                      <a:pt x="1" y="6330"/>
                    </a:lnTo>
                    <a:lnTo>
                      <a:pt x="13" y="6868"/>
                    </a:lnTo>
                    <a:lnTo>
                      <a:pt x="38" y="7382"/>
                    </a:lnTo>
                    <a:lnTo>
                      <a:pt x="76" y="7896"/>
                    </a:lnTo>
                    <a:lnTo>
                      <a:pt x="139" y="8385"/>
                    </a:lnTo>
                    <a:lnTo>
                      <a:pt x="214" y="8861"/>
                    </a:lnTo>
                    <a:lnTo>
                      <a:pt x="314" y="9325"/>
                    </a:lnTo>
                    <a:lnTo>
                      <a:pt x="414" y="9764"/>
                    </a:lnTo>
                    <a:lnTo>
                      <a:pt x="540" y="10190"/>
                    </a:lnTo>
                    <a:lnTo>
                      <a:pt x="665" y="10591"/>
                    </a:lnTo>
                    <a:lnTo>
                      <a:pt x="815" y="10967"/>
                    </a:lnTo>
                    <a:lnTo>
                      <a:pt x="978" y="11318"/>
                    </a:lnTo>
                    <a:lnTo>
                      <a:pt x="1141" y="11644"/>
                    </a:lnTo>
                    <a:lnTo>
                      <a:pt x="1329" y="11944"/>
                    </a:lnTo>
                    <a:lnTo>
                      <a:pt x="1517" y="12220"/>
                    </a:lnTo>
                    <a:lnTo>
                      <a:pt x="1718" y="12458"/>
                    </a:lnTo>
                    <a:lnTo>
                      <a:pt x="1918" y="12659"/>
                    </a:lnTo>
                    <a:lnTo>
                      <a:pt x="2131" y="12458"/>
                    </a:lnTo>
                    <a:lnTo>
                      <a:pt x="2332" y="12220"/>
                    </a:lnTo>
                    <a:lnTo>
                      <a:pt x="2520" y="11944"/>
                    </a:lnTo>
                    <a:lnTo>
                      <a:pt x="2695" y="11644"/>
                    </a:lnTo>
                    <a:lnTo>
                      <a:pt x="2871" y="11318"/>
                    </a:lnTo>
                    <a:lnTo>
                      <a:pt x="3021" y="10967"/>
                    </a:lnTo>
                    <a:lnTo>
                      <a:pt x="3172" y="10591"/>
                    </a:lnTo>
                    <a:lnTo>
                      <a:pt x="3309" y="10190"/>
                    </a:lnTo>
                    <a:lnTo>
                      <a:pt x="3422" y="9764"/>
                    </a:lnTo>
                    <a:lnTo>
                      <a:pt x="3535" y="9325"/>
                    </a:lnTo>
                    <a:lnTo>
                      <a:pt x="3623" y="8861"/>
                    </a:lnTo>
                    <a:lnTo>
                      <a:pt x="3711" y="8385"/>
                    </a:lnTo>
                    <a:lnTo>
                      <a:pt x="3761" y="7896"/>
                    </a:lnTo>
                    <a:lnTo>
                      <a:pt x="3811" y="7382"/>
                    </a:lnTo>
                    <a:lnTo>
                      <a:pt x="3836" y="6868"/>
                    </a:lnTo>
                    <a:lnTo>
                      <a:pt x="3848" y="6330"/>
                    </a:lnTo>
                    <a:lnTo>
                      <a:pt x="3836" y="5803"/>
                    </a:lnTo>
                    <a:lnTo>
                      <a:pt x="3811" y="5277"/>
                    </a:lnTo>
                    <a:lnTo>
                      <a:pt x="3761" y="4775"/>
                    </a:lnTo>
                    <a:lnTo>
                      <a:pt x="3711" y="4287"/>
                    </a:lnTo>
                    <a:lnTo>
                      <a:pt x="3623" y="3798"/>
                    </a:lnTo>
                    <a:lnTo>
                      <a:pt x="3535" y="3347"/>
                    </a:lnTo>
                    <a:lnTo>
                      <a:pt x="3422" y="2895"/>
                    </a:lnTo>
                    <a:lnTo>
                      <a:pt x="3309" y="2482"/>
                    </a:lnTo>
                    <a:lnTo>
                      <a:pt x="3172" y="2081"/>
                    </a:lnTo>
                    <a:lnTo>
                      <a:pt x="3021" y="1705"/>
                    </a:lnTo>
                    <a:lnTo>
                      <a:pt x="2871" y="1341"/>
                    </a:lnTo>
                    <a:lnTo>
                      <a:pt x="2695" y="1015"/>
                    </a:lnTo>
                    <a:lnTo>
                      <a:pt x="2520" y="727"/>
                    </a:lnTo>
                    <a:lnTo>
                      <a:pt x="2332" y="451"/>
                    </a:lnTo>
                    <a:lnTo>
                      <a:pt x="2131" y="213"/>
                    </a:lnTo>
                    <a:lnTo>
                      <a:pt x="1918" y="0"/>
                    </a:lnTo>
                    <a:close/>
                  </a:path>
                </a:pathLst>
              </a:custGeom>
              <a:solidFill>
                <a:srgbClr val="1F5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6">
                <a:extLst>
                  <a:ext uri="{FF2B5EF4-FFF2-40B4-BE49-F238E27FC236}">
                    <a16:creationId xmlns:a16="http://schemas.microsoft.com/office/drawing/2014/main" id="{7C84D3FE-79E9-5E18-7F7D-BE012890F996}"/>
                  </a:ext>
                </a:extLst>
              </p:cNvPr>
              <p:cNvSpPr/>
              <p:nvPr/>
            </p:nvSpPr>
            <p:spPr>
              <a:xfrm>
                <a:off x="4509865" y="2781336"/>
                <a:ext cx="201174" cy="201151"/>
              </a:xfrm>
              <a:custGeom>
                <a:avLst/>
                <a:gdLst/>
                <a:ahLst/>
                <a:cxnLst/>
                <a:rect l="l" t="t" r="r" b="b"/>
                <a:pathLst>
                  <a:path w="8950" h="8949" extrusionOk="0">
                    <a:moveTo>
                      <a:pt x="0" y="0"/>
                    </a:moveTo>
                    <a:lnTo>
                      <a:pt x="0" y="301"/>
                    </a:lnTo>
                    <a:lnTo>
                      <a:pt x="25" y="602"/>
                    </a:lnTo>
                    <a:lnTo>
                      <a:pt x="88" y="928"/>
                    </a:lnTo>
                    <a:lnTo>
                      <a:pt x="176" y="1266"/>
                    </a:lnTo>
                    <a:lnTo>
                      <a:pt x="276" y="1617"/>
                    </a:lnTo>
                    <a:lnTo>
                      <a:pt x="414" y="1980"/>
                    </a:lnTo>
                    <a:lnTo>
                      <a:pt x="577" y="2356"/>
                    </a:lnTo>
                    <a:lnTo>
                      <a:pt x="765" y="2732"/>
                    </a:lnTo>
                    <a:lnTo>
                      <a:pt x="978" y="3108"/>
                    </a:lnTo>
                    <a:lnTo>
                      <a:pt x="1216" y="3497"/>
                    </a:lnTo>
                    <a:lnTo>
                      <a:pt x="1479" y="3898"/>
                    </a:lnTo>
                    <a:lnTo>
                      <a:pt x="1768" y="4286"/>
                    </a:lnTo>
                    <a:lnTo>
                      <a:pt x="2068" y="4675"/>
                    </a:lnTo>
                    <a:lnTo>
                      <a:pt x="2394" y="5064"/>
                    </a:lnTo>
                    <a:lnTo>
                      <a:pt x="2745" y="5452"/>
                    </a:lnTo>
                    <a:lnTo>
                      <a:pt x="3121" y="5841"/>
                    </a:lnTo>
                    <a:lnTo>
                      <a:pt x="3497" y="6204"/>
                    </a:lnTo>
                    <a:lnTo>
                      <a:pt x="3886" y="6555"/>
                    </a:lnTo>
                    <a:lnTo>
                      <a:pt x="4274" y="6881"/>
                    </a:lnTo>
                    <a:lnTo>
                      <a:pt x="4675" y="7194"/>
                    </a:lnTo>
                    <a:lnTo>
                      <a:pt x="5064" y="7470"/>
                    </a:lnTo>
                    <a:lnTo>
                      <a:pt x="5452" y="7733"/>
                    </a:lnTo>
                    <a:lnTo>
                      <a:pt x="5841" y="7971"/>
                    </a:lnTo>
                    <a:lnTo>
                      <a:pt x="6230" y="8184"/>
                    </a:lnTo>
                    <a:lnTo>
                      <a:pt x="6606" y="8372"/>
                    </a:lnTo>
                    <a:lnTo>
                      <a:pt x="6969" y="8535"/>
                    </a:lnTo>
                    <a:lnTo>
                      <a:pt x="7332" y="8673"/>
                    </a:lnTo>
                    <a:lnTo>
                      <a:pt x="7683" y="8786"/>
                    </a:lnTo>
                    <a:lnTo>
                      <a:pt x="8022" y="8874"/>
                    </a:lnTo>
                    <a:lnTo>
                      <a:pt x="8348" y="8924"/>
                    </a:lnTo>
                    <a:lnTo>
                      <a:pt x="8661" y="8949"/>
                    </a:lnTo>
                    <a:lnTo>
                      <a:pt x="8949" y="8949"/>
                    </a:lnTo>
                    <a:lnTo>
                      <a:pt x="8949" y="8661"/>
                    </a:lnTo>
                    <a:lnTo>
                      <a:pt x="8924" y="8347"/>
                    </a:lnTo>
                    <a:lnTo>
                      <a:pt x="8874" y="8021"/>
                    </a:lnTo>
                    <a:lnTo>
                      <a:pt x="8786" y="7683"/>
                    </a:lnTo>
                    <a:lnTo>
                      <a:pt x="8674" y="7332"/>
                    </a:lnTo>
                    <a:lnTo>
                      <a:pt x="8536" y="6969"/>
                    </a:lnTo>
                    <a:lnTo>
                      <a:pt x="8373" y="6605"/>
                    </a:lnTo>
                    <a:lnTo>
                      <a:pt x="8185" y="6229"/>
                    </a:lnTo>
                    <a:lnTo>
                      <a:pt x="7972" y="5841"/>
                    </a:lnTo>
                    <a:lnTo>
                      <a:pt x="7734" y="5452"/>
                    </a:lnTo>
                    <a:lnTo>
                      <a:pt x="7470" y="5064"/>
                    </a:lnTo>
                    <a:lnTo>
                      <a:pt x="7195" y="4675"/>
                    </a:lnTo>
                    <a:lnTo>
                      <a:pt x="6881" y="4274"/>
                    </a:lnTo>
                    <a:lnTo>
                      <a:pt x="6555" y="3885"/>
                    </a:lnTo>
                    <a:lnTo>
                      <a:pt x="6204" y="3497"/>
                    </a:lnTo>
                    <a:lnTo>
                      <a:pt x="5841" y="3121"/>
                    </a:lnTo>
                    <a:lnTo>
                      <a:pt x="5452" y="2745"/>
                    </a:lnTo>
                    <a:lnTo>
                      <a:pt x="5064" y="2394"/>
                    </a:lnTo>
                    <a:lnTo>
                      <a:pt x="4675" y="2068"/>
                    </a:lnTo>
                    <a:lnTo>
                      <a:pt x="4287" y="1767"/>
                    </a:lnTo>
                    <a:lnTo>
                      <a:pt x="3898" y="1479"/>
                    </a:lnTo>
                    <a:lnTo>
                      <a:pt x="3497" y="1216"/>
                    </a:lnTo>
                    <a:lnTo>
                      <a:pt x="3109" y="990"/>
                    </a:lnTo>
                    <a:lnTo>
                      <a:pt x="2733" y="777"/>
                    </a:lnTo>
                    <a:lnTo>
                      <a:pt x="2357" y="577"/>
                    </a:lnTo>
                    <a:lnTo>
                      <a:pt x="1981" y="414"/>
                    </a:lnTo>
                    <a:lnTo>
                      <a:pt x="1617" y="288"/>
                    </a:lnTo>
                    <a:lnTo>
                      <a:pt x="1266" y="176"/>
                    </a:lnTo>
                    <a:lnTo>
                      <a:pt x="928" y="88"/>
                    </a:lnTo>
                    <a:lnTo>
                      <a:pt x="602" y="25"/>
                    </a:lnTo>
                    <a:lnTo>
                      <a:pt x="301" y="0"/>
                    </a:lnTo>
                    <a:close/>
                  </a:path>
                </a:pathLst>
              </a:custGeom>
              <a:solidFill>
                <a:srgbClr val="9EB6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6">
                <a:extLst>
                  <a:ext uri="{FF2B5EF4-FFF2-40B4-BE49-F238E27FC236}">
                    <a16:creationId xmlns:a16="http://schemas.microsoft.com/office/drawing/2014/main" id="{6C73F5B6-F07A-1C49-1A97-FBC0D3F97D9D}"/>
                  </a:ext>
                </a:extLst>
              </p:cNvPr>
              <p:cNvSpPr/>
              <p:nvPr/>
            </p:nvSpPr>
            <p:spPr>
              <a:xfrm>
                <a:off x="4667904" y="2697945"/>
                <a:ext cx="86516" cy="284543"/>
              </a:xfrm>
              <a:custGeom>
                <a:avLst/>
                <a:gdLst/>
                <a:ahLst/>
                <a:cxnLst/>
                <a:rect l="l" t="t" r="r" b="b"/>
                <a:pathLst>
                  <a:path w="3849" h="12659" extrusionOk="0">
                    <a:moveTo>
                      <a:pt x="1918" y="0"/>
                    </a:moveTo>
                    <a:lnTo>
                      <a:pt x="1718" y="213"/>
                    </a:lnTo>
                    <a:lnTo>
                      <a:pt x="1517" y="451"/>
                    </a:lnTo>
                    <a:lnTo>
                      <a:pt x="1329" y="727"/>
                    </a:lnTo>
                    <a:lnTo>
                      <a:pt x="1141" y="1015"/>
                    </a:lnTo>
                    <a:lnTo>
                      <a:pt x="978" y="1341"/>
                    </a:lnTo>
                    <a:lnTo>
                      <a:pt x="815" y="1705"/>
                    </a:lnTo>
                    <a:lnTo>
                      <a:pt x="665" y="2081"/>
                    </a:lnTo>
                    <a:lnTo>
                      <a:pt x="540" y="2482"/>
                    </a:lnTo>
                    <a:lnTo>
                      <a:pt x="414" y="2895"/>
                    </a:lnTo>
                    <a:lnTo>
                      <a:pt x="314" y="3347"/>
                    </a:lnTo>
                    <a:lnTo>
                      <a:pt x="214" y="3798"/>
                    </a:lnTo>
                    <a:lnTo>
                      <a:pt x="139" y="4287"/>
                    </a:lnTo>
                    <a:lnTo>
                      <a:pt x="76" y="4775"/>
                    </a:lnTo>
                    <a:lnTo>
                      <a:pt x="38" y="5277"/>
                    </a:lnTo>
                    <a:lnTo>
                      <a:pt x="13" y="5803"/>
                    </a:lnTo>
                    <a:lnTo>
                      <a:pt x="1" y="6330"/>
                    </a:lnTo>
                    <a:lnTo>
                      <a:pt x="13" y="6868"/>
                    </a:lnTo>
                    <a:lnTo>
                      <a:pt x="38" y="7382"/>
                    </a:lnTo>
                    <a:lnTo>
                      <a:pt x="76" y="7896"/>
                    </a:lnTo>
                    <a:lnTo>
                      <a:pt x="139" y="8385"/>
                    </a:lnTo>
                    <a:lnTo>
                      <a:pt x="214" y="8861"/>
                    </a:lnTo>
                    <a:lnTo>
                      <a:pt x="314" y="9325"/>
                    </a:lnTo>
                    <a:lnTo>
                      <a:pt x="414" y="9764"/>
                    </a:lnTo>
                    <a:lnTo>
                      <a:pt x="540" y="10190"/>
                    </a:lnTo>
                    <a:lnTo>
                      <a:pt x="665" y="10591"/>
                    </a:lnTo>
                    <a:lnTo>
                      <a:pt x="815" y="10967"/>
                    </a:lnTo>
                    <a:lnTo>
                      <a:pt x="978" y="11318"/>
                    </a:lnTo>
                    <a:lnTo>
                      <a:pt x="1141" y="11644"/>
                    </a:lnTo>
                    <a:lnTo>
                      <a:pt x="1329" y="11944"/>
                    </a:lnTo>
                    <a:lnTo>
                      <a:pt x="1517" y="12220"/>
                    </a:lnTo>
                    <a:lnTo>
                      <a:pt x="1718" y="12458"/>
                    </a:lnTo>
                    <a:lnTo>
                      <a:pt x="1918" y="12659"/>
                    </a:lnTo>
                    <a:lnTo>
                      <a:pt x="2131" y="12458"/>
                    </a:lnTo>
                    <a:lnTo>
                      <a:pt x="2332" y="12220"/>
                    </a:lnTo>
                    <a:lnTo>
                      <a:pt x="2520" y="11944"/>
                    </a:lnTo>
                    <a:lnTo>
                      <a:pt x="2695" y="11644"/>
                    </a:lnTo>
                    <a:lnTo>
                      <a:pt x="2871" y="11318"/>
                    </a:lnTo>
                    <a:lnTo>
                      <a:pt x="3021" y="10967"/>
                    </a:lnTo>
                    <a:lnTo>
                      <a:pt x="3172" y="10591"/>
                    </a:lnTo>
                    <a:lnTo>
                      <a:pt x="3309" y="10190"/>
                    </a:lnTo>
                    <a:lnTo>
                      <a:pt x="3422" y="9764"/>
                    </a:lnTo>
                    <a:lnTo>
                      <a:pt x="3535" y="9325"/>
                    </a:lnTo>
                    <a:lnTo>
                      <a:pt x="3623" y="8861"/>
                    </a:lnTo>
                    <a:lnTo>
                      <a:pt x="3711" y="8385"/>
                    </a:lnTo>
                    <a:lnTo>
                      <a:pt x="3761" y="7896"/>
                    </a:lnTo>
                    <a:lnTo>
                      <a:pt x="3811" y="7382"/>
                    </a:lnTo>
                    <a:lnTo>
                      <a:pt x="3836" y="6868"/>
                    </a:lnTo>
                    <a:lnTo>
                      <a:pt x="3848" y="6330"/>
                    </a:lnTo>
                    <a:lnTo>
                      <a:pt x="3836" y="5803"/>
                    </a:lnTo>
                    <a:lnTo>
                      <a:pt x="3811" y="5277"/>
                    </a:lnTo>
                    <a:lnTo>
                      <a:pt x="3761" y="4775"/>
                    </a:lnTo>
                    <a:lnTo>
                      <a:pt x="3711" y="4287"/>
                    </a:lnTo>
                    <a:lnTo>
                      <a:pt x="3623" y="3798"/>
                    </a:lnTo>
                    <a:lnTo>
                      <a:pt x="3535" y="3347"/>
                    </a:lnTo>
                    <a:lnTo>
                      <a:pt x="3422" y="2895"/>
                    </a:lnTo>
                    <a:lnTo>
                      <a:pt x="3309" y="2482"/>
                    </a:lnTo>
                    <a:lnTo>
                      <a:pt x="3172" y="2081"/>
                    </a:lnTo>
                    <a:lnTo>
                      <a:pt x="3021" y="1705"/>
                    </a:lnTo>
                    <a:lnTo>
                      <a:pt x="2871" y="1341"/>
                    </a:lnTo>
                    <a:lnTo>
                      <a:pt x="2695" y="1015"/>
                    </a:lnTo>
                    <a:lnTo>
                      <a:pt x="2520" y="727"/>
                    </a:lnTo>
                    <a:lnTo>
                      <a:pt x="2332" y="451"/>
                    </a:lnTo>
                    <a:lnTo>
                      <a:pt x="2131" y="213"/>
                    </a:lnTo>
                    <a:lnTo>
                      <a:pt x="191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a:extLst>
                  <a:ext uri="{FF2B5EF4-FFF2-40B4-BE49-F238E27FC236}">
                    <a16:creationId xmlns:a16="http://schemas.microsoft.com/office/drawing/2014/main" id="{FD56D439-0D33-BAD7-040D-82E4C168B856}"/>
                  </a:ext>
                </a:extLst>
              </p:cNvPr>
              <p:cNvSpPr/>
              <p:nvPr/>
            </p:nvSpPr>
            <p:spPr>
              <a:xfrm>
                <a:off x="4711016" y="2781336"/>
                <a:ext cx="201174" cy="201151"/>
              </a:xfrm>
              <a:custGeom>
                <a:avLst/>
                <a:gdLst/>
                <a:ahLst/>
                <a:cxnLst/>
                <a:rect l="l" t="t" r="r" b="b"/>
                <a:pathLst>
                  <a:path w="8950" h="8949" extrusionOk="0">
                    <a:moveTo>
                      <a:pt x="8661" y="0"/>
                    </a:moveTo>
                    <a:lnTo>
                      <a:pt x="8348" y="25"/>
                    </a:lnTo>
                    <a:lnTo>
                      <a:pt x="8022" y="88"/>
                    </a:lnTo>
                    <a:lnTo>
                      <a:pt x="7683" y="176"/>
                    </a:lnTo>
                    <a:lnTo>
                      <a:pt x="7332" y="288"/>
                    </a:lnTo>
                    <a:lnTo>
                      <a:pt x="6981" y="414"/>
                    </a:lnTo>
                    <a:lnTo>
                      <a:pt x="6605" y="577"/>
                    </a:lnTo>
                    <a:lnTo>
                      <a:pt x="6229" y="777"/>
                    </a:lnTo>
                    <a:lnTo>
                      <a:pt x="5841" y="990"/>
                    </a:lnTo>
                    <a:lnTo>
                      <a:pt x="5452" y="1216"/>
                    </a:lnTo>
                    <a:lnTo>
                      <a:pt x="5064" y="1479"/>
                    </a:lnTo>
                    <a:lnTo>
                      <a:pt x="4675" y="1767"/>
                    </a:lnTo>
                    <a:lnTo>
                      <a:pt x="4274" y="2068"/>
                    </a:lnTo>
                    <a:lnTo>
                      <a:pt x="3886" y="2394"/>
                    </a:lnTo>
                    <a:lnTo>
                      <a:pt x="3497" y="2745"/>
                    </a:lnTo>
                    <a:lnTo>
                      <a:pt x="3121" y="3121"/>
                    </a:lnTo>
                    <a:lnTo>
                      <a:pt x="2745" y="3497"/>
                    </a:lnTo>
                    <a:lnTo>
                      <a:pt x="2407" y="3885"/>
                    </a:lnTo>
                    <a:lnTo>
                      <a:pt x="2068" y="4274"/>
                    </a:lnTo>
                    <a:lnTo>
                      <a:pt x="1767" y="4675"/>
                    </a:lnTo>
                    <a:lnTo>
                      <a:pt x="1479" y="5064"/>
                    </a:lnTo>
                    <a:lnTo>
                      <a:pt x="1229" y="5452"/>
                    </a:lnTo>
                    <a:lnTo>
                      <a:pt x="990" y="5841"/>
                    </a:lnTo>
                    <a:lnTo>
                      <a:pt x="777" y="6229"/>
                    </a:lnTo>
                    <a:lnTo>
                      <a:pt x="589" y="6605"/>
                    </a:lnTo>
                    <a:lnTo>
                      <a:pt x="426" y="6969"/>
                    </a:lnTo>
                    <a:lnTo>
                      <a:pt x="289" y="7332"/>
                    </a:lnTo>
                    <a:lnTo>
                      <a:pt x="176" y="7683"/>
                    </a:lnTo>
                    <a:lnTo>
                      <a:pt x="88" y="8021"/>
                    </a:lnTo>
                    <a:lnTo>
                      <a:pt x="38" y="8347"/>
                    </a:lnTo>
                    <a:lnTo>
                      <a:pt x="0" y="8661"/>
                    </a:lnTo>
                    <a:lnTo>
                      <a:pt x="0" y="8949"/>
                    </a:lnTo>
                    <a:lnTo>
                      <a:pt x="301" y="8949"/>
                    </a:lnTo>
                    <a:lnTo>
                      <a:pt x="602" y="8924"/>
                    </a:lnTo>
                    <a:lnTo>
                      <a:pt x="928" y="8874"/>
                    </a:lnTo>
                    <a:lnTo>
                      <a:pt x="1266" y="8786"/>
                    </a:lnTo>
                    <a:lnTo>
                      <a:pt x="1617" y="8673"/>
                    </a:lnTo>
                    <a:lnTo>
                      <a:pt x="1981" y="8535"/>
                    </a:lnTo>
                    <a:lnTo>
                      <a:pt x="2357" y="8372"/>
                    </a:lnTo>
                    <a:lnTo>
                      <a:pt x="2733" y="8184"/>
                    </a:lnTo>
                    <a:lnTo>
                      <a:pt x="3121" y="7971"/>
                    </a:lnTo>
                    <a:lnTo>
                      <a:pt x="3510" y="7733"/>
                    </a:lnTo>
                    <a:lnTo>
                      <a:pt x="3898" y="7470"/>
                    </a:lnTo>
                    <a:lnTo>
                      <a:pt x="4287" y="7194"/>
                    </a:lnTo>
                    <a:lnTo>
                      <a:pt x="4675" y="6881"/>
                    </a:lnTo>
                    <a:lnTo>
                      <a:pt x="5076" y="6555"/>
                    </a:lnTo>
                    <a:lnTo>
                      <a:pt x="5452" y="6204"/>
                    </a:lnTo>
                    <a:lnTo>
                      <a:pt x="5841" y="5841"/>
                    </a:lnTo>
                    <a:lnTo>
                      <a:pt x="6204" y="5452"/>
                    </a:lnTo>
                    <a:lnTo>
                      <a:pt x="6555" y="5064"/>
                    </a:lnTo>
                    <a:lnTo>
                      <a:pt x="6881" y="4675"/>
                    </a:lnTo>
                    <a:lnTo>
                      <a:pt x="7194" y="4286"/>
                    </a:lnTo>
                    <a:lnTo>
                      <a:pt x="7470" y="3898"/>
                    </a:lnTo>
                    <a:lnTo>
                      <a:pt x="7733" y="3497"/>
                    </a:lnTo>
                    <a:lnTo>
                      <a:pt x="7972" y="3108"/>
                    </a:lnTo>
                    <a:lnTo>
                      <a:pt x="8185" y="2732"/>
                    </a:lnTo>
                    <a:lnTo>
                      <a:pt x="8373" y="2356"/>
                    </a:lnTo>
                    <a:lnTo>
                      <a:pt x="8536" y="1980"/>
                    </a:lnTo>
                    <a:lnTo>
                      <a:pt x="8673" y="1617"/>
                    </a:lnTo>
                    <a:lnTo>
                      <a:pt x="8786" y="1266"/>
                    </a:lnTo>
                    <a:lnTo>
                      <a:pt x="8874" y="928"/>
                    </a:lnTo>
                    <a:lnTo>
                      <a:pt x="8924" y="602"/>
                    </a:lnTo>
                    <a:lnTo>
                      <a:pt x="8949" y="301"/>
                    </a:lnTo>
                    <a:lnTo>
                      <a:pt x="8949" y="0"/>
                    </a:lnTo>
                    <a:close/>
                  </a:path>
                </a:pathLst>
              </a:custGeom>
              <a:solidFill>
                <a:srgbClr val="9EB6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a:extLst>
                  <a:ext uri="{FF2B5EF4-FFF2-40B4-BE49-F238E27FC236}">
                    <a16:creationId xmlns:a16="http://schemas.microsoft.com/office/drawing/2014/main" id="{2ED1D4E9-B216-1A44-7DE3-39F1BE19875B}"/>
                  </a:ext>
                </a:extLst>
              </p:cNvPr>
              <p:cNvSpPr/>
              <p:nvPr/>
            </p:nvSpPr>
            <p:spPr>
              <a:xfrm>
                <a:off x="4553246" y="2944995"/>
                <a:ext cx="315831" cy="75524"/>
              </a:xfrm>
              <a:custGeom>
                <a:avLst/>
                <a:gdLst/>
                <a:ahLst/>
                <a:cxnLst/>
                <a:rect l="l" t="t" r="r" b="b"/>
                <a:pathLst>
                  <a:path w="14051" h="3360" extrusionOk="0">
                    <a:moveTo>
                      <a:pt x="1" y="1"/>
                    </a:moveTo>
                    <a:lnTo>
                      <a:pt x="276" y="3360"/>
                    </a:lnTo>
                    <a:lnTo>
                      <a:pt x="13787" y="3360"/>
                    </a:lnTo>
                    <a:lnTo>
                      <a:pt x="140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6">
                <a:extLst>
                  <a:ext uri="{FF2B5EF4-FFF2-40B4-BE49-F238E27FC236}">
                    <a16:creationId xmlns:a16="http://schemas.microsoft.com/office/drawing/2014/main" id="{9B6392F7-214D-615F-A05D-AF784EDDDCE3}"/>
                  </a:ext>
                </a:extLst>
              </p:cNvPr>
              <p:cNvSpPr/>
              <p:nvPr/>
            </p:nvSpPr>
            <p:spPr>
              <a:xfrm>
                <a:off x="4584805" y="3020497"/>
                <a:ext cx="252715" cy="175549"/>
              </a:xfrm>
              <a:custGeom>
                <a:avLst/>
                <a:gdLst/>
                <a:ahLst/>
                <a:cxnLst/>
                <a:rect l="l" t="t" r="r" b="b"/>
                <a:pathLst>
                  <a:path w="11243" h="7810" extrusionOk="0">
                    <a:moveTo>
                      <a:pt x="0" y="1"/>
                    </a:moveTo>
                    <a:lnTo>
                      <a:pt x="614" y="7809"/>
                    </a:lnTo>
                    <a:lnTo>
                      <a:pt x="10616" y="7809"/>
                    </a:lnTo>
                    <a:lnTo>
                      <a:pt x="11243" y="1"/>
                    </a:lnTo>
                    <a:close/>
                  </a:path>
                </a:pathLst>
              </a:custGeom>
              <a:solidFill>
                <a:srgbClr val="C37C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a:extLst>
                  <a:ext uri="{FF2B5EF4-FFF2-40B4-BE49-F238E27FC236}">
                    <a16:creationId xmlns:a16="http://schemas.microsoft.com/office/drawing/2014/main" id="{D41B8E2B-5573-077E-94CF-2CF51B6B896B}"/>
                  </a:ext>
                </a:extLst>
              </p:cNvPr>
              <p:cNvSpPr/>
              <p:nvPr/>
            </p:nvSpPr>
            <p:spPr>
              <a:xfrm>
                <a:off x="4584805" y="3017125"/>
                <a:ext cx="252715" cy="6496"/>
              </a:xfrm>
              <a:custGeom>
                <a:avLst/>
                <a:gdLst/>
                <a:ahLst/>
                <a:cxnLst/>
                <a:rect l="l" t="t" r="r" b="b"/>
                <a:pathLst>
                  <a:path w="11243" h="289" extrusionOk="0">
                    <a:moveTo>
                      <a:pt x="0" y="0"/>
                    </a:moveTo>
                    <a:lnTo>
                      <a:pt x="0" y="289"/>
                    </a:lnTo>
                    <a:lnTo>
                      <a:pt x="11243" y="289"/>
                    </a:lnTo>
                    <a:lnTo>
                      <a:pt x="1124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6">
                <a:extLst>
                  <a:ext uri="{FF2B5EF4-FFF2-40B4-BE49-F238E27FC236}">
                    <a16:creationId xmlns:a16="http://schemas.microsoft.com/office/drawing/2014/main" id="{5B05CA13-A7BE-18AE-7715-0ED0E233B4ED}"/>
                  </a:ext>
                </a:extLst>
              </p:cNvPr>
              <p:cNvSpPr/>
              <p:nvPr/>
            </p:nvSpPr>
            <p:spPr>
              <a:xfrm>
                <a:off x="3996276" y="3141089"/>
                <a:ext cx="136955" cy="54957"/>
              </a:xfrm>
              <a:custGeom>
                <a:avLst/>
                <a:gdLst/>
                <a:ahLst/>
                <a:cxnLst/>
                <a:rect l="l" t="t" r="r" b="b"/>
                <a:pathLst>
                  <a:path w="6093" h="2445" extrusionOk="0">
                    <a:moveTo>
                      <a:pt x="515" y="0"/>
                    </a:moveTo>
                    <a:lnTo>
                      <a:pt x="1" y="2444"/>
                    </a:lnTo>
                    <a:lnTo>
                      <a:pt x="6092" y="2444"/>
                    </a:lnTo>
                    <a:lnTo>
                      <a:pt x="557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6">
                <a:extLst>
                  <a:ext uri="{FF2B5EF4-FFF2-40B4-BE49-F238E27FC236}">
                    <a16:creationId xmlns:a16="http://schemas.microsoft.com/office/drawing/2014/main" id="{B7EF89EE-A126-70B4-B32C-897DA8AA5677}"/>
                  </a:ext>
                </a:extLst>
              </p:cNvPr>
              <p:cNvSpPr/>
              <p:nvPr/>
            </p:nvSpPr>
            <p:spPr>
              <a:xfrm>
                <a:off x="3899646" y="3007820"/>
                <a:ext cx="330217" cy="165120"/>
              </a:xfrm>
              <a:custGeom>
                <a:avLst/>
                <a:gdLst/>
                <a:ahLst/>
                <a:cxnLst/>
                <a:rect l="l" t="t" r="r" b="b"/>
                <a:pathLst>
                  <a:path w="14691" h="7346" extrusionOk="0">
                    <a:moveTo>
                      <a:pt x="1" y="1"/>
                    </a:moveTo>
                    <a:lnTo>
                      <a:pt x="1" y="364"/>
                    </a:lnTo>
                    <a:lnTo>
                      <a:pt x="26" y="715"/>
                    </a:lnTo>
                    <a:lnTo>
                      <a:pt x="76" y="1066"/>
                    </a:lnTo>
                    <a:lnTo>
                      <a:pt x="139" y="1417"/>
                    </a:lnTo>
                    <a:lnTo>
                      <a:pt x="201" y="1730"/>
                    </a:lnTo>
                    <a:lnTo>
                      <a:pt x="289" y="2044"/>
                    </a:lnTo>
                    <a:lnTo>
                      <a:pt x="377" y="2345"/>
                    </a:lnTo>
                    <a:lnTo>
                      <a:pt x="490" y="2645"/>
                    </a:lnTo>
                    <a:lnTo>
                      <a:pt x="603" y="2934"/>
                    </a:lnTo>
                    <a:lnTo>
                      <a:pt x="740" y="3222"/>
                    </a:lnTo>
                    <a:lnTo>
                      <a:pt x="878" y="3498"/>
                    </a:lnTo>
                    <a:lnTo>
                      <a:pt x="1041" y="3773"/>
                    </a:lnTo>
                    <a:lnTo>
                      <a:pt x="1204" y="4037"/>
                    </a:lnTo>
                    <a:lnTo>
                      <a:pt x="1380" y="4287"/>
                    </a:lnTo>
                    <a:lnTo>
                      <a:pt x="1568" y="4538"/>
                    </a:lnTo>
                    <a:lnTo>
                      <a:pt x="1768" y="4776"/>
                    </a:lnTo>
                    <a:lnTo>
                      <a:pt x="1969" y="5014"/>
                    </a:lnTo>
                    <a:lnTo>
                      <a:pt x="2194" y="5227"/>
                    </a:lnTo>
                    <a:lnTo>
                      <a:pt x="2420" y="5440"/>
                    </a:lnTo>
                    <a:lnTo>
                      <a:pt x="2645" y="5641"/>
                    </a:lnTo>
                    <a:lnTo>
                      <a:pt x="2896" y="5841"/>
                    </a:lnTo>
                    <a:lnTo>
                      <a:pt x="3147" y="6029"/>
                    </a:lnTo>
                    <a:lnTo>
                      <a:pt x="3398" y="6192"/>
                    </a:lnTo>
                    <a:lnTo>
                      <a:pt x="3673" y="6355"/>
                    </a:lnTo>
                    <a:lnTo>
                      <a:pt x="3936" y="6506"/>
                    </a:lnTo>
                    <a:lnTo>
                      <a:pt x="4225" y="6644"/>
                    </a:lnTo>
                    <a:lnTo>
                      <a:pt x="4513" y="6781"/>
                    </a:lnTo>
                    <a:lnTo>
                      <a:pt x="4801" y="6894"/>
                    </a:lnTo>
                    <a:lnTo>
                      <a:pt x="5102" y="6994"/>
                    </a:lnTo>
                    <a:lnTo>
                      <a:pt x="5403" y="7082"/>
                    </a:lnTo>
                    <a:lnTo>
                      <a:pt x="5716" y="7157"/>
                    </a:lnTo>
                    <a:lnTo>
                      <a:pt x="6030" y="7220"/>
                    </a:lnTo>
                    <a:lnTo>
                      <a:pt x="6355" y="7270"/>
                    </a:lnTo>
                    <a:lnTo>
                      <a:pt x="6681" y="7308"/>
                    </a:lnTo>
                    <a:lnTo>
                      <a:pt x="7007" y="7333"/>
                    </a:lnTo>
                    <a:lnTo>
                      <a:pt x="7346" y="7345"/>
                    </a:lnTo>
                    <a:lnTo>
                      <a:pt x="7671" y="7333"/>
                    </a:lnTo>
                    <a:lnTo>
                      <a:pt x="8010" y="7308"/>
                    </a:lnTo>
                    <a:lnTo>
                      <a:pt x="8323" y="7270"/>
                    </a:lnTo>
                    <a:lnTo>
                      <a:pt x="8649" y="7220"/>
                    </a:lnTo>
                    <a:lnTo>
                      <a:pt x="8962" y="7157"/>
                    </a:lnTo>
                    <a:lnTo>
                      <a:pt x="9276" y="7082"/>
                    </a:lnTo>
                    <a:lnTo>
                      <a:pt x="9576" y="6994"/>
                    </a:lnTo>
                    <a:lnTo>
                      <a:pt x="9877" y="6894"/>
                    </a:lnTo>
                    <a:lnTo>
                      <a:pt x="10178" y="6781"/>
                    </a:lnTo>
                    <a:lnTo>
                      <a:pt x="10466" y="6644"/>
                    </a:lnTo>
                    <a:lnTo>
                      <a:pt x="10742" y="6506"/>
                    </a:lnTo>
                    <a:lnTo>
                      <a:pt x="11018" y="6355"/>
                    </a:lnTo>
                    <a:lnTo>
                      <a:pt x="11281" y="6192"/>
                    </a:lnTo>
                    <a:lnTo>
                      <a:pt x="11544" y="6029"/>
                    </a:lnTo>
                    <a:lnTo>
                      <a:pt x="11795" y="5841"/>
                    </a:lnTo>
                    <a:lnTo>
                      <a:pt x="12033" y="5641"/>
                    </a:lnTo>
                    <a:lnTo>
                      <a:pt x="12271" y="5440"/>
                    </a:lnTo>
                    <a:lnTo>
                      <a:pt x="12497" y="5227"/>
                    </a:lnTo>
                    <a:lnTo>
                      <a:pt x="12710" y="5014"/>
                    </a:lnTo>
                    <a:lnTo>
                      <a:pt x="12923" y="4776"/>
                    </a:lnTo>
                    <a:lnTo>
                      <a:pt x="13111" y="4538"/>
                    </a:lnTo>
                    <a:lnTo>
                      <a:pt x="13299" y="4287"/>
                    </a:lnTo>
                    <a:lnTo>
                      <a:pt x="13474" y="4037"/>
                    </a:lnTo>
                    <a:lnTo>
                      <a:pt x="13650" y="3773"/>
                    </a:lnTo>
                    <a:lnTo>
                      <a:pt x="13800" y="3498"/>
                    </a:lnTo>
                    <a:lnTo>
                      <a:pt x="13951" y="3222"/>
                    </a:lnTo>
                    <a:lnTo>
                      <a:pt x="14076" y="2934"/>
                    </a:lnTo>
                    <a:lnTo>
                      <a:pt x="14201" y="2645"/>
                    </a:lnTo>
                    <a:lnTo>
                      <a:pt x="14302" y="2345"/>
                    </a:lnTo>
                    <a:lnTo>
                      <a:pt x="14402" y="2044"/>
                    </a:lnTo>
                    <a:lnTo>
                      <a:pt x="14477" y="1730"/>
                    </a:lnTo>
                    <a:lnTo>
                      <a:pt x="14552" y="1417"/>
                    </a:lnTo>
                    <a:lnTo>
                      <a:pt x="14615" y="1066"/>
                    </a:lnTo>
                    <a:lnTo>
                      <a:pt x="14653" y="715"/>
                    </a:lnTo>
                    <a:lnTo>
                      <a:pt x="14678" y="364"/>
                    </a:lnTo>
                    <a:lnTo>
                      <a:pt x="146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a:extLst>
                  <a:ext uri="{FF2B5EF4-FFF2-40B4-BE49-F238E27FC236}">
                    <a16:creationId xmlns:a16="http://schemas.microsoft.com/office/drawing/2014/main" id="{12C1D42D-0EDE-5028-2D25-52EB7F135959}"/>
                  </a:ext>
                </a:extLst>
              </p:cNvPr>
              <p:cNvSpPr/>
              <p:nvPr/>
            </p:nvSpPr>
            <p:spPr>
              <a:xfrm>
                <a:off x="3899646" y="3007820"/>
                <a:ext cx="330217" cy="31873"/>
              </a:xfrm>
              <a:custGeom>
                <a:avLst/>
                <a:gdLst/>
                <a:ahLst/>
                <a:cxnLst/>
                <a:rect l="l" t="t" r="r" b="b"/>
                <a:pathLst>
                  <a:path w="14691" h="1418" extrusionOk="0">
                    <a:moveTo>
                      <a:pt x="1" y="1"/>
                    </a:moveTo>
                    <a:lnTo>
                      <a:pt x="1" y="364"/>
                    </a:lnTo>
                    <a:lnTo>
                      <a:pt x="26" y="715"/>
                    </a:lnTo>
                    <a:lnTo>
                      <a:pt x="76" y="1066"/>
                    </a:lnTo>
                    <a:lnTo>
                      <a:pt x="139" y="1417"/>
                    </a:lnTo>
                    <a:lnTo>
                      <a:pt x="14552" y="1417"/>
                    </a:lnTo>
                    <a:lnTo>
                      <a:pt x="14615" y="1066"/>
                    </a:lnTo>
                    <a:lnTo>
                      <a:pt x="14653" y="715"/>
                    </a:lnTo>
                    <a:lnTo>
                      <a:pt x="14678" y="364"/>
                    </a:lnTo>
                    <a:lnTo>
                      <a:pt x="1469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6">
                <a:extLst>
                  <a:ext uri="{FF2B5EF4-FFF2-40B4-BE49-F238E27FC236}">
                    <a16:creationId xmlns:a16="http://schemas.microsoft.com/office/drawing/2014/main" id="{949B9186-E9E3-E99B-7DC8-89EABABAE4F7}"/>
                  </a:ext>
                </a:extLst>
              </p:cNvPr>
              <p:cNvSpPr/>
              <p:nvPr/>
            </p:nvSpPr>
            <p:spPr>
              <a:xfrm>
                <a:off x="5159510" y="3141089"/>
                <a:ext cx="136933" cy="54957"/>
              </a:xfrm>
              <a:custGeom>
                <a:avLst/>
                <a:gdLst/>
                <a:ahLst/>
                <a:cxnLst/>
                <a:rect l="l" t="t" r="r" b="b"/>
                <a:pathLst>
                  <a:path w="6092" h="2445" extrusionOk="0">
                    <a:moveTo>
                      <a:pt x="514" y="0"/>
                    </a:moveTo>
                    <a:lnTo>
                      <a:pt x="1" y="2444"/>
                    </a:lnTo>
                    <a:lnTo>
                      <a:pt x="6092" y="2444"/>
                    </a:lnTo>
                    <a:lnTo>
                      <a:pt x="557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a:extLst>
                  <a:ext uri="{FF2B5EF4-FFF2-40B4-BE49-F238E27FC236}">
                    <a16:creationId xmlns:a16="http://schemas.microsoft.com/office/drawing/2014/main" id="{1DD0F1A8-C7A6-D26E-6B1D-E61E6079DD60}"/>
                  </a:ext>
                </a:extLst>
              </p:cNvPr>
              <p:cNvSpPr/>
              <p:nvPr/>
            </p:nvSpPr>
            <p:spPr>
              <a:xfrm>
                <a:off x="5062879" y="3007820"/>
                <a:ext cx="330194" cy="165120"/>
              </a:xfrm>
              <a:custGeom>
                <a:avLst/>
                <a:gdLst/>
                <a:ahLst/>
                <a:cxnLst/>
                <a:rect l="l" t="t" r="r" b="b"/>
                <a:pathLst>
                  <a:path w="14690" h="7346" extrusionOk="0">
                    <a:moveTo>
                      <a:pt x="1" y="1"/>
                    </a:moveTo>
                    <a:lnTo>
                      <a:pt x="13" y="364"/>
                    </a:lnTo>
                    <a:lnTo>
                      <a:pt x="38" y="715"/>
                    </a:lnTo>
                    <a:lnTo>
                      <a:pt x="76" y="1066"/>
                    </a:lnTo>
                    <a:lnTo>
                      <a:pt x="138" y="1417"/>
                    </a:lnTo>
                    <a:lnTo>
                      <a:pt x="214" y="1730"/>
                    </a:lnTo>
                    <a:lnTo>
                      <a:pt x="289" y="2044"/>
                    </a:lnTo>
                    <a:lnTo>
                      <a:pt x="389" y="2345"/>
                    </a:lnTo>
                    <a:lnTo>
                      <a:pt x="489" y="2645"/>
                    </a:lnTo>
                    <a:lnTo>
                      <a:pt x="615" y="2934"/>
                    </a:lnTo>
                    <a:lnTo>
                      <a:pt x="740" y="3222"/>
                    </a:lnTo>
                    <a:lnTo>
                      <a:pt x="890" y="3498"/>
                    </a:lnTo>
                    <a:lnTo>
                      <a:pt x="1041" y="3773"/>
                    </a:lnTo>
                    <a:lnTo>
                      <a:pt x="1204" y="4037"/>
                    </a:lnTo>
                    <a:lnTo>
                      <a:pt x="1379" y="4287"/>
                    </a:lnTo>
                    <a:lnTo>
                      <a:pt x="1567" y="4538"/>
                    </a:lnTo>
                    <a:lnTo>
                      <a:pt x="1768" y="4776"/>
                    </a:lnTo>
                    <a:lnTo>
                      <a:pt x="1981" y="5014"/>
                    </a:lnTo>
                    <a:lnTo>
                      <a:pt x="2194" y="5227"/>
                    </a:lnTo>
                    <a:lnTo>
                      <a:pt x="2419" y="5440"/>
                    </a:lnTo>
                    <a:lnTo>
                      <a:pt x="2658" y="5641"/>
                    </a:lnTo>
                    <a:lnTo>
                      <a:pt x="2896" y="5841"/>
                    </a:lnTo>
                    <a:lnTo>
                      <a:pt x="3146" y="6029"/>
                    </a:lnTo>
                    <a:lnTo>
                      <a:pt x="3410" y="6192"/>
                    </a:lnTo>
                    <a:lnTo>
                      <a:pt x="3673" y="6355"/>
                    </a:lnTo>
                    <a:lnTo>
                      <a:pt x="3949" y="6506"/>
                    </a:lnTo>
                    <a:lnTo>
                      <a:pt x="4224" y="6644"/>
                    </a:lnTo>
                    <a:lnTo>
                      <a:pt x="4513" y="6781"/>
                    </a:lnTo>
                    <a:lnTo>
                      <a:pt x="4813" y="6894"/>
                    </a:lnTo>
                    <a:lnTo>
                      <a:pt x="5102" y="6994"/>
                    </a:lnTo>
                    <a:lnTo>
                      <a:pt x="5415" y="7082"/>
                    </a:lnTo>
                    <a:lnTo>
                      <a:pt x="5728" y="7157"/>
                    </a:lnTo>
                    <a:lnTo>
                      <a:pt x="6042" y="7220"/>
                    </a:lnTo>
                    <a:lnTo>
                      <a:pt x="6355" y="7270"/>
                    </a:lnTo>
                    <a:lnTo>
                      <a:pt x="6681" y="7308"/>
                    </a:lnTo>
                    <a:lnTo>
                      <a:pt x="7019" y="7333"/>
                    </a:lnTo>
                    <a:lnTo>
                      <a:pt x="7345" y="7345"/>
                    </a:lnTo>
                    <a:lnTo>
                      <a:pt x="7684" y="7333"/>
                    </a:lnTo>
                    <a:lnTo>
                      <a:pt x="8009" y="7308"/>
                    </a:lnTo>
                    <a:lnTo>
                      <a:pt x="8335" y="7270"/>
                    </a:lnTo>
                    <a:lnTo>
                      <a:pt x="8649" y="7220"/>
                    </a:lnTo>
                    <a:lnTo>
                      <a:pt x="8974" y="7157"/>
                    </a:lnTo>
                    <a:lnTo>
                      <a:pt x="9275" y="7082"/>
                    </a:lnTo>
                    <a:lnTo>
                      <a:pt x="9589" y="6994"/>
                    </a:lnTo>
                    <a:lnTo>
                      <a:pt x="9889" y="6894"/>
                    </a:lnTo>
                    <a:lnTo>
                      <a:pt x="10178" y="6781"/>
                    </a:lnTo>
                    <a:lnTo>
                      <a:pt x="10466" y="6644"/>
                    </a:lnTo>
                    <a:lnTo>
                      <a:pt x="10742" y="6506"/>
                    </a:lnTo>
                    <a:lnTo>
                      <a:pt x="11017" y="6355"/>
                    </a:lnTo>
                    <a:lnTo>
                      <a:pt x="11293" y="6192"/>
                    </a:lnTo>
                    <a:lnTo>
                      <a:pt x="11544" y="6029"/>
                    </a:lnTo>
                    <a:lnTo>
                      <a:pt x="11795" y="5841"/>
                    </a:lnTo>
                    <a:lnTo>
                      <a:pt x="12045" y="5641"/>
                    </a:lnTo>
                    <a:lnTo>
                      <a:pt x="12271" y="5440"/>
                    </a:lnTo>
                    <a:lnTo>
                      <a:pt x="12496" y="5227"/>
                    </a:lnTo>
                    <a:lnTo>
                      <a:pt x="12722" y="5014"/>
                    </a:lnTo>
                    <a:lnTo>
                      <a:pt x="12923" y="4776"/>
                    </a:lnTo>
                    <a:lnTo>
                      <a:pt x="13123" y="4538"/>
                    </a:lnTo>
                    <a:lnTo>
                      <a:pt x="13311" y="4287"/>
                    </a:lnTo>
                    <a:lnTo>
                      <a:pt x="13487" y="4037"/>
                    </a:lnTo>
                    <a:lnTo>
                      <a:pt x="13649" y="3773"/>
                    </a:lnTo>
                    <a:lnTo>
                      <a:pt x="13800" y="3498"/>
                    </a:lnTo>
                    <a:lnTo>
                      <a:pt x="13950" y="3222"/>
                    </a:lnTo>
                    <a:lnTo>
                      <a:pt x="14076" y="2934"/>
                    </a:lnTo>
                    <a:lnTo>
                      <a:pt x="14201" y="2645"/>
                    </a:lnTo>
                    <a:lnTo>
                      <a:pt x="14314" y="2345"/>
                    </a:lnTo>
                    <a:lnTo>
                      <a:pt x="14401" y="2044"/>
                    </a:lnTo>
                    <a:lnTo>
                      <a:pt x="14489" y="1730"/>
                    </a:lnTo>
                    <a:lnTo>
                      <a:pt x="14552" y="1417"/>
                    </a:lnTo>
                    <a:lnTo>
                      <a:pt x="14615" y="1066"/>
                    </a:lnTo>
                    <a:lnTo>
                      <a:pt x="14652" y="715"/>
                    </a:lnTo>
                    <a:lnTo>
                      <a:pt x="14677" y="364"/>
                    </a:lnTo>
                    <a:lnTo>
                      <a:pt x="146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6">
                <a:extLst>
                  <a:ext uri="{FF2B5EF4-FFF2-40B4-BE49-F238E27FC236}">
                    <a16:creationId xmlns:a16="http://schemas.microsoft.com/office/drawing/2014/main" id="{5D4FE33B-AF37-8A49-8CB9-EEF31BF15D92}"/>
                  </a:ext>
                </a:extLst>
              </p:cNvPr>
              <p:cNvSpPr/>
              <p:nvPr/>
            </p:nvSpPr>
            <p:spPr>
              <a:xfrm>
                <a:off x="5062879" y="3007820"/>
                <a:ext cx="330194" cy="31873"/>
              </a:xfrm>
              <a:custGeom>
                <a:avLst/>
                <a:gdLst/>
                <a:ahLst/>
                <a:cxnLst/>
                <a:rect l="l" t="t" r="r" b="b"/>
                <a:pathLst>
                  <a:path w="14690" h="1418" extrusionOk="0">
                    <a:moveTo>
                      <a:pt x="1" y="1"/>
                    </a:moveTo>
                    <a:lnTo>
                      <a:pt x="13" y="364"/>
                    </a:lnTo>
                    <a:lnTo>
                      <a:pt x="38" y="715"/>
                    </a:lnTo>
                    <a:lnTo>
                      <a:pt x="76" y="1066"/>
                    </a:lnTo>
                    <a:lnTo>
                      <a:pt x="138" y="1417"/>
                    </a:lnTo>
                    <a:lnTo>
                      <a:pt x="14552" y="1417"/>
                    </a:lnTo>
                    <a:lnTo>
                      <a:pt x="14615" y="1066"/>
                    </a:lnTo>
                    <a:lnTo>
                      <a:pt x="14652" y="715"/>
                    </a:lnTo>
                    <a:lnTo>
                      <a:pt x="14677" y="364"/>
                    </a:lnTo>
                    <a:lnTo>
                      <a:pt x="1469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16">
              <a:extLst>
                <a:ext uri="{FF2B5EF4-FFF2-40B4-BE49-F238E27FC236}">
                  <a16:creationId xmlns:a16="http://schemas.microsoft.com/office/drawing/2014/main" id="{D8FDE314-692A-2983-0921-954409DDCED3}"/>
                </a:ext>
              </a:extLst>
            </p:cNvPr>
            <p:cNvSpPr/>
            <p:nvPr/>
          </p:nvSpPr>
          <p:spPr>
            <a:xfrm>
              <a:off x="3543200" y="2810025"/>
              <a:ext cx="43725" cy="10000"/>
            </a:xfrm>
            <a:custGeom>
              <a:avLst/>
              <a:gdLst/>
              <a:ahLst/>
              <a:cxnLst/>
              <a:rect l="l" t="t" r="r" b="b"/>
              <a:pathLst>
                <a:path w="1749" h="400" extrusionOk="0">
                  <a:moveTo>
                    <a:pt x="0" y="57"/>
                  </a:moveTo>
                  <a:cubicBezTo>
                    <a:pt x="169" y="113"/>
                    <a:pt x="724" y="405"/>
                    <a:pt x="1015" y="395"/>
                  </a:cubicBezTo>
                  <a:cubicBezTo>
                    <a:pt x="1307" y="386"/>
                    <a:pt x="1627" y="66"/>
                    <a:pt x="1749" y="0"/>
                  </a:cubicBezTo>
                </a:path>
              </a:pathLst>
            </a:custGeom>
            <a:noFill/>
            <a:ln w="9525" cap="flat" cmpd="sng">
              <a:solidFill>
                <a:schemeClr val="accent1"/>
              </a:solidFill>
              <a:prstDash val="solid"/>
              <a:round/>
              <a:headEnd type="none" w="med" len="med"/>
              <a:tailEnd type="none" w="med" len="med"/>
            </a:ln>
          </p:spPr>
        </p:sp>
        <p:sp>
          <p:nvSpPr>
            <p:cNvPr id="370" name="Google Shape;370;p16">
              <a:extLst>
                <a:ext uri="{FF2B5EF4-FFF2-40B4-BE49-F238E27FC236}">
                  <a16:creationId xmlns:a16="http://schemas.microsoft.com/office/drawing/2014/main" id="{B112C34A-71BC-9A77-9653-E2894705DA68}"/>
                </a:ext>
              </a:extLst>
            </p:cNvPr>
            <p:cNvSpPr/>
            <p:nvPr/>
          </p:nvSpPr>
          <p:spPr>
            <a:xfrm>
              <a:off x="5684925" y="2725425"/>
              <a:ext cx="46525" cy="9875"/>
            </a:xfrm>
            <a:custGeom>
              <a:avLst/>
              <a:gdLst/>
              <a:ahLst/>
              <a:cxnLst/>
              <a:rect l="l" t="t" r="r" b="b"/>
              <a:pathLst>
                <a:path w="1861" h="395" extrusionOk="0">
                  <a:moveTo>
                    <a:pt x="0" y="0"/>
                  </a:moveTo>
                  <a:cubicBezTo>
                    <a:pt x="169" y="66"/>
                    <a:pt x="705" y="395"/>
                    <a:pt x="1015" y="395"/>
                  </a:cubicBezTo>
                  <a:cubicBezTo>
                    <a:pt x="1325" y="395"/>
                    <a:pt x="1720" y="66"/>
                    <a:pt x="1861" y="0"/>
                  </a:cubicBezTo>
                </a:path>
              </a:pathLst>
            </a:custGeom>
            <a:noFill/>
            <a:ln w="9525" cap="flat" cmpd="sng">
              <a:solidFill>
                <a:schemeClr val="accent1"/>
              </a:solidFill>
              <a:prstDash val="solid"/>
              <a:round/>
              <a:headEnd type="none" w="med" len="med"/>
              <a:tailEnd type="none" w="med" len="med"/>
            </a:ln>
          </p:spPr>
        </p:sp>
      </p:grpSp>
      <p:sp>
        <p:nvSpPr>
          <p:cNvPr id="2" name="Google Shape;47;p15">
            <a:extLst>
              <a:ext uri="{FF2B5EF4-FFF2-40B4-BE49-F238E27FC236}">
                <a16:creationId xmlns:a16="http://schemas.microsoft.com/office/drawing/2014/main" id="{3B07751E-B50C-42C8-C2AB-0630728D1506}"/>
              </a:ext>
            </a:extLst>
          </p:cNvPr>
          <p:cNvSpPr txBox="1">
            <a:spLocks/>
          </p:cNvSpPr>
          <p:nvPr/>
        </p:nvSpPr>
        <p:spPr>
          <a:xfrm>
            <a:off x="398012" y="1046620"/>
            <a:ext cx="3928661" cy="409688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Objectives :</a:t>
            </a:r>
          </a:p>
          <a:p>
            <a:endParaRPr lang="en-IN" b="1" dirty="0"/>
          </a:p>
          <a:p>
            <a:pPr marL="285750" indent="-285750">
              <a:buFont typeface="Arial" panose="020B0604020202020204" pitchFamily="34" charset="0"/>
              <a:buChar char="•"/>
            </a:pPr>
            <a:r>
              <a:rPr lang="en-IN" b="1" dirty="0"/>
              <a:t>Table Management: </a:t>
            </a:r>
            <a:r>
              <a:rPr lang="en-IN" dirty="0"/>
              <a:t>Enables real-time table allocation and status tracking</a:t>
            </a:r>
          </a:p>
          <a:p>
            <a:endParaRPr lang="en-IN" dirty="0"/>
          </a:p>
          <a:p>
            <a:pPr marL="285750" indent="-285750">
              <a:buFont typeface="Arial" panose="020B0604020202020204" pitchFamily="34" charset="0"/>
              <a:buChar char="•"/>
            </a:pPr>
            <a:r>
              <a:rPr lang="en-IN" b="1" dirty="0"/>
              <a:t>Menu Enhancement: </a:t>
            </a:r>
            <a:r>
              <a:rPr lang="en-IN" dirty="0"/>
              <a:t>Allows dynamic menu updates, pricing adjustments</a:t>
            </a:r>
          </a:p>
          <a:p>
            <a:endParaRPr lang="en-IN" dirty="0"/>
          </a:p>
          <a:p>
            <a:pPr marL="285750" indent="-285750">
              <a:buFont typeface="Arial" panose="020B0604020202020204" pitchFamily="34" charset="0"/>
              <a:buChar char="•"/>
            </a:pPr>
            <a:r>
              <a:rPr lang="en-US" b="1" dirty="0"/>
              <a:t>Order Management:</a:t>
            </a:r>
            <a:r>
              <a:rPr lang="en-US" dirty="0"/>
              <a:t> Allows users to place orders, select items, update quantities, and track order status from placement to completion.</a:t>
            </a:r>
          </a:p>
          <a:p>
            <a:r>
              <a:rPr lang="en-US" dirty="0"/>
              <a: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01151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19"/>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Identified Users </a:t>
            </a:r>
            <a:endParaRPr dirty="0"/>
          </a:p>
        </p:txBody>
      </p:sp>
      <p:grpSp>
        <p:nvGrpSpPr>
          <p:cNvPr id="1033" name="Google Shape;1033;p19"/>
          <p:cNvGrpSpPr/>
          <p:nvPr/>
        </p:nvGrpSpPr>
        <p:grpSpPr>
          <a:xfrm>
            <a:off x="6808894" y="1293840"/>
            <a:ext cx="1950529" cy="3324735"/>
            <a:chOff x="6815600" y="1586950"/>
            <a:chExt cx="1871191" cy="3189500"/>
          </a:xfrm>
        </p:grpSpPr>
        <p:sp>
          <p:nvSpPr>
            <p:cNvPr id="1034" name="Google Shape;1034;p19"/>
            <p:cNvSpPr/>
            <p:nvPr/>
          </p:nvSpPr>
          <p:spPr>
            <a:xfrm>
              <a:off x="6815600" y="4538250"/>
              <a:ext cx="1871100" cy="238200"/>
            </a:xfrm>
            <a:prstGeom prst="ellipse">
              <a:avLst/>
            </a:prstGeom>
            <a:solidFill>
              <a:srgbClr val="666666">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5" name="Google Shape;1035;p19"/>
            <p:cNvGrpSpPr/>
            <p:nvPr/>
          </p:nvGrpSpPr>
          <p:grpSpPr>
            <a:xfrm>
              <a:off x="6815600" y="1586950"/>
              <a:ext cx="1871191" cy="3145004"/>
              <a:chOff x="4572000" y="1586950"/>
              <a:chExt cx="1871191" cy="3145004"/>
            </a:xfrm>
          </p:grpSpPr>
          <p:sp>
            <p:nvSpPr>
              <p:cNvPr id="1036" name="Google Shape;1036;p19"/>
              <p:cNvSpPr/>
              <p:nvPr/>
            </p:nvSpPr>
            <p:spPr>
              <a:xfrm>
                <a:off x="4967441" y="2980523"/>
                <a:ext cx="502801" cy="179863"/>
              </a:xfrm>
              <a:custGeom>
                <a:avLst/>
                <a:gdLst/>
                <a:ahLst/>
                <a:cxnLst/>
                <a:rect l="l" t="t" r="r" b="b"/>
                <a:pathLst>
                  <a:path w="15677" h="5608" extrusionOk="0">
                    <a:moveTo>
                      <a:pt x="758" y="1"/>
                    </a:moveTo>
                    <a:lnTo>
                      <a:pt x="0" y="3033"/>
                    </a:lnTo>
                    <a:lnTo>
                      <a:pt x="15677" y="5608"/>
                    </a:lnTo>
                    <a:lnTo>
                      <a:pt x="13016" y="1202"/>
                    </a:lnTo>
                    <a:lnTo>
                      <a:pt x="758"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9"/>
              <p:cNvSpPr/>
              <p:nvPr/>
            </p:nvSpPr>
            <p:spPr>
              <a:xfrm>
                <a:off x="4850925" y="2987418"/>
                <a:ext cx="137174" cy="73895"/>
              </a:xfrm>
              <a:custGeom>
                <a:avLst/>
                <a:gdLst/>
                <a:ahLst/>
                <a:cxnLst/>
                <a:rect l="l" t="t" r="r" b="b"/>
                <a:pathLst>
                  <a:path w="4277" h="2304" extrusionOk="0">
                    <a:moveTo>
                      <a:pt x="0" y="0"/>
                    </a:moveTo>
                    <a:lnTo>
                      <a:pt x="115" y="186"/>
                    </a:lnTo>
                    <a:lnTo>
                      <a:pt x="229" y="344"/>
                    </a:lnTo>
                    <a:lnTo>
                      <a:pt x="358" y="501"/>
                    </a:lnTo>
                    <a:lnTo>
                      <a:pt x="487" y="658"/>
                    </a:lnTo>
                    <a:lnTo>
                      <a:pt x="630" y="801"/>
                    </a:lnTo>
                    <a:lnTo>
                      <a:pt x="758" y="930"/>
                    </a:lnTo>
                    <a:lnTo>
                      <a:pt x="1059" y="1173"/>
                    </a:lnTo>
                    <a:lnTo>
                      <a:pt x="1373" y="1388"/>
                    </a:lnTo>
                    <a:lnTo>
                      <a:pt x="1688" y="1574"/>
                    </a:lnTo>
                    <a:lnTo>
                      <a:pt x="2003" y="1745"/>
                    </a:lnTo>
                    <a:lnTo>
                      <a:pt x="2303" y="1874"/>
                    </a:lnTo>
                    <a:lnTo>
                      <a:pt x="2589" y="1988"/>
                    </a:lnTo>
                    <a:lnTo>
                      <a:pt x="2861" y="2089"/>
                    </a:lnTo>
                    <a:lnTo>
                      <a:pt x="3118" y="2160"/>
                    </a:lnTo>
                    <a:lnTo>
                      <a:pt x="3333" y="2217"/>
                    </a:lnTo>
                    <a:lnTo>
                      <a:pt x="3648" y="2289"/>
                    </a:lnTo>
                    <a:lnTo>
                      <a:pt x="3762" y="2303"/>
                    </a:lnTo>
                    <a:lnTo>
                      <a:pt x="4277" y="229"/>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9"/>
              <p:cNvSpPr/>
              <p:nvPr/>
            </p:nvSpPr>
            <p:spPr>
              <a:xfrm>
                <a:off x="4732101" y="2235565"/>
                <a:ext cx="187656" cy="741356"/>
              </a:xfrm>
              <a:custGeom>
                <a:avLst/>
                <a:gdLst/>
                <a:ahLst/>
                <a:cxnLst/>
                <a:rect l="l" t="t" r="r" b="b"/>
                <a:pathLst>
                  <a:path w="5851" h="23115" extrusionOk="0">
                    <a:moveTo>
                      <a:pt x="2432" y="1"/>
                    </a:moveTo>
                    <a:lnTo>
                      <a:pt x="2275" y="15"/>
                    </a:lnTo>
                    <a:lnTo>
                      <a:pt x="2118" y="72"/>
                    </a:lnTo>
                    <a:lnTo>
                      <a:pt x="1989" y="144"/>
                    </a:lnTo>
                    <a:lnTo>
                      <a:pt x="1874" y="244"/>
                    </a:lnTo>
                    <a:lnTo>
                      <a:pt x="1774" y="358"/>
                    </a:lnTo>
                    <a:lnTo>
                      <a:pt x="1703" y="501"/>
                    </a:lnTo>
                    <a:lnTo>
                      <a:pt x="1646" y="644"/>
                    </a:lnTo>
                    <a:lnTo>
                      <a:pt x="1631" y="802"/>
                    </a:lnTo>
                    <a:lnTo>
                      <a:pt x="1631" y="6323"/>
                    </a:lnTo>
                    <a:lnTo>
                      <a:pt x="1460" y="6351"/>
                    </a:lnTo>
                    <a:lnTo>
                      <a:pt x="1302" y="6394"/>
                    </a:lnTo>
                    <a:lnTo>
                      <a:pt x="1145" y="6451"/>
                    </a:lnTo>
                    <a:lnTo>
                      <a:pt x="988" y="6508"/>
                    </a:lnTo>
                    <a:lnTo>
                      <a:pt x="845" y="6594"/>
                    </a:lnTo>
                    <a:lnTo>
                      <a:pt x="716" y="6680"/>
                    </a:lnTo>
                    <a:lnTo>
                      <a:pt x="587" y="6795"/>
                    </a:lnTo>
                    <a:lnTo>
                      <a:pt x="473" y="6909"/>
                    </a:lnTo>
                    <a:lnTo>
                      <a:pt x="373" y="7038"/>
                    </a:lnTo>
                    <a:lnTo>
                      <a:pt x="273" y="7166"/>
                    </a:lnTo>
                    <a:lnTo>
                      <a:pt x="201" y="7309"/>
                    </a:lnTo>
                    <a:lnTo>
                      <a:pt x="129" y="7452"/>
                    </a:lnTo>
                    <a:lnTo>
                      <a:pt x="72" y="7610"/>
                    </a:lnTo>
                    <a:lnTo>
                      <a:pt x="29" y="7781"/>
                    </a:lnTo>
                    <a:lnTo>
                      <a:pt x="15" y="7953"/>
                    </a:lnTo>
                    <a:lnTo>
                      <a:pt x="1" y="8125"/>
                    </a:lnTo>
                    <a:lnTo>
                      <a:pt x="1" y="21298"/>
                    </a:lnTo>
                    <a:lnTo>
                      <a:pt x="15" y="21470"/>
                    </a:lnTo>
                    <a:lnTo>
                      <a:pt x="44" y="21655"/>
                    </a:lnTo>
                    <a:lnTo>
                      <a:pt x="87" y="21827"/>
                    </a:lnTo>
                    <a:lnTo>
                      <a:pt x="144" y="21999"/>
                    </a:lnTo>
                    <a:lnTo>
                      <a:pt x="215" y="22156"/>
                    </a:lnTo>
                    <a:lnTo>
                      <a:pt x="315" y="22299"/>
                    </a:lnTo>
                    <a:lnTo>
                      <a:pt x="416" y="22442"/>
                    </a:lnTo>
                    <a:lnTo>
                      <a:pt x="530" y="22571"/>
                    </a:lnTo>
                    <a:lnTo>
                      <a:pt x="659" y="22685"/>
                    </a:lnTo>
                    <a:lnTo>
                      <a:pt x="802" y="22800"/>
                    </a:lnTo>
                    <a:lnTo>
                      <a:pt x="959" y="22886"/>
                    </a:lnTo>
                    <a:lnTo>
                      <a:pt x="1116" y="22957"/>
                    </a:lnTo>
                    <a:lnTo>
                      <a:pt x="1274" y="23029"/>
                    </a:lnTo>
                    <a:lnTo>
                      <a:pt x="1460" y="23071"/>
                    </a:lnTo>
                    <a:lnTo>
                      <a:pt x="1631" y="23100"/>
                    </a:lnTo>
                    <a:lnTo>
                      <a:pt x="1817" y="23114"/>
                    </a:lnTo>
                    <a:lnTo>
                      <a:pt x="4034" y="23114"/>
                    </a:lnTo>
                    <a:lnTo>
                      <a:pt x="4220" y="23100"/>
                    </a:lnTo>
                    <a:lnTo>
                      <a:pt x="4392" y="23071"/>
                    </a:lnTo>
                    <a:lnTo>
                      <a:pt x="4564" y="23029"/>
                    </a:lnTo>
                    <a:lnTo>
                      <a:pt x="4735" y="22957"/>
                    </a:lnTo>
                    <a:lnTo>
                      <a:pt x="4892" y="22886"/>
                    </a:lnTo>
                    <a:lnTo>
                      <a:pt x="5050" y="22800"/>
                    </a:lnTo>
                    <a:lnTo>
                      <a:pt x="5179" y="22685"/>
                    </a:lnTo>
                    <a:lnTo>
                      <a:pt x="5322" y="22571"/>
                    </a:lnTo>
                    <a:lnTo>
                      <a:pt x="5436" y="22442"/>
                    </a:lnTo>
                    <a:lnTo>
                      <a:pt x="5536" y="22299"/>
                    </a:lnTo>
                    <a:lnTo>
                      <a:pt x="5622" y="22156"/>
                    </a:lnTo>
                    <a:lnTo>
                      <a:pt x="5708" y="21999"/>
                    </a:lnTo>
                    <a:lnTo>
                      <a:pt x="5765" y="21827"/>
                    </a:lnTo>
                    <a:lnTo>
                      <a:pt x="5808" y="21655"/>
                    </a:lnTo>
                    <a:lnTo>
                      <a:pt x="5836" y="21470"/>
                    </a:lnTo>
                    <a:lnTo>
                      <a:pt x="5851" y="21298"/>
                    </a:lnTo>
                    <a:lnTo>
                      <a:pt x="5851" y="8125"/>
                    </a:lnTo>
                    <a:lnTo>
                      <a:pt x="5836" y="7953"/>
                    </a:lnTo>
                    <a:lnTo>
                      <a:pt x="5822" y="7781"/>
                    </a:lnTo>
                    <a:lnTo>
                      <a:pt x="5779" y="7610"/>
                    </a:lnTo>
                    <a:lnTo>
                      <a:pt x="5722" y="7452"/>
                    </a:lnTo>
                    <a:lnTo>
                      <a:pt x="5651" y="7309"/>
                    </a:lnTo>
                    <a:lnTo>
                      <a:pt x="5579" y="7166"/>
                    </a:lnTo>
                    <a:lnTo>
                      <a:pt x="5479" y="7038"/>
                    </a:lnTo>
                    <a:lnTo>
                      <a:pt x="5379" y="6909"/>
                    </a:lnTo>
                    <a:lnTo>
                      <a:pt x="5264" y="6795"/>
                    </a:lnTo>
                    <a:lnTo>
                      <a:pt x="5136" y="6680"/>
                    </a:lnTo>
                    <a:lnTo>
                      <a:pt x="4993" y="6594"/>
                    </a:lnTo>
                    <a:lnTo>
                      <a:pt x="4850" y="6508"/>
                    </a:lnTo>
                    <a:lnTo>
                      <a:pt x="4707" y="6451"/>
                    </a:lnTo>
                    <a:lnTo>
                      <a:pt x="4549" y="6394"/>
                    </a:lnTo>
                    <a:lnTo>
                      <a:pt x="4378" y="6351"/>
                    </a:lnTo>
                    <a:lnTo>
                      <a:pt x="4220" y="6323"/>
                    </a:lnTo>
                    <a:lnTo>
                      <a:pt x="4220" y="802"/>
                    </a:lnTo>
                    <a:lnTo>
                      <a:pt x="4206" y="644"/>
                    </a:lnTo>
                    <a:lnTo>
                      <a:pt x="4149" y="501"/>
                    </a:lnTo>
                    <a:lnTo>
                      <a:pt x="4077" y="358"/>
                    </a:lnTo>
                    <a:lnTo>
                      <a:pt x="3977" y="244"/>
                    </a:lnTo>
                    <a:lnTo>
                      <a:pt x="3863" y="144"/>
                    </a:lnTo>
                    <a:lnTo>
                      <a:pt x="3720" y="72"/>
                    </a:lnTo>
                    <a:lnTo>
                      <a:pt x="3577" y="15"/>
                    </a:lnTo>
                    <a:lnTo>
                      <a:pt x="34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9"/>
              <p:cNvSpPr/>
              <p:nvPr/>
            </p:nvSpPr>
            <p:spPr>
              <a:xfrm>
                <a:off x="4732101" y="2606665"/>
                <a:ext cx="187656" cy="184898"/>
              </a:xfrm>
              <a:custGeom>
                <a:avLst/>
                <a:gdLst/>
                <a:ahLst/>
                <a:cxnLst/>
                <a:rect l="l" t="t" r="r" b="b"/>
                <a:pathLst>
                  <a:path w="5851" h="5765" extrusionOk="0">
                    <a:moveTo>
                      <a:pt x="1" y="1"/>
                    </a:moveTo>
                    <a:lnTo>
                      <a:pt x="1" y="5765"/>
                    </a:lnTo>
                    <a:lnTo>
                      <a:pt x="5851" y="5765"/>
                    </a:lnTo>
                    <a:lnTo>
                      <a:pt x="58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9"/>
              <p:cNvSpPr/>
              <p:nvPr/>
            </p:nvSpPr>
            <p:spPr>
              <a:xfrm>
                <a:off x="4572000" y="2965866"/>
                <a:ext cx="791389" cy="39000"/>
              </a:xfrm>
              <a:custGeom>
                <a:avLst/>
                <a:gdLst/>
                <a:ahLst/>
                <a:cxnLst/>
                <a:rect l="l" t="t" r="r" b="b"/>
                <a:pathLst>
                  <a:path w="24675" h="1216" extrusionOk="0">
                    <a:moveTo>
                      <a:pt x="1" y="0"/>
                    </a:moveTo>
                    <a:lnTo>
                      <a:pt x="1" y="1216"/>
                    </a:lnTo>
                    <a:lnTo>
                      <a:pt x="24674" y="1216"/>
                    </a:lnTo>
                    <a:lnTo>
                      <a:pt x="246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9"/>
              <p:cNvSpPr/>
              <p:nvPr/>
            </p:nvSpPr>
            <p:spPr>
              <a:xfrm>
                <a:off x="5636707" y="2483286"/>
                <a:ext cx="256484" cy="78481"/>
              </a:xfrm>
              <a:custGeom>
                <a:avLst/>
                <a:gdLst/>
                <a:ahLst/>
                <a:cxnLst/>
                <a:rect l="l" t="t" r="r" b="b"/>
                <a:pathLst>
                  <a:path w="7997" h="2447" extrusionOk="0">
                    <a:moveTo>
                      <a:pt x="7210" y="0"/>
                    </a:moveTo>
                    <a:lnTo>
                      <a:pt x="559" y="129"/>
                    </a:lnTo>
                    <a:lnTo>
                      <a:pt x="487" y="472"/>
                    </a:lnTo>
                    <a:lnTo>
                      <a:pt x="401" y="758"/>
                    </a:lnTo>
                    <a:lnTo>
                      <a:pt x="301" y="987"/>
                    </a:lnTo>
                    <a:lnTo>
                      <a:pt x="215" y="1159"/>
                    </a:lnTo>
                    <a:lnTo>
                      <a:pt x="129" y="1302"/>
                    </a:lnTo>
                    <a:lnTo>
                      <a:pt x="72" y="1388"/>
                    </a:lnTo>
                    <a:lnTo>
                      <a:pt x="1" y="1459"/>
                    </a:lnTo>
                    <a:lnTo>
                      <a:pt x="344" y="1602"/>
                    </a:lnTo>
                    <a:lnTo>
                      <a:pt x="687" y="1731"/>
                    </a:lnTo>
                    <a:lnTo>
                      <a:pt x="1031" y="1845"/>
                    </a:lnTo>
                    <a:lnTo>
                      <a:pt x="1374" y="1960"/>
                    </a:lnTo>
                    <a:lnTo>
                      <a:pt x="1717" y="2046"/>
                    </a:lnTo>
                    <a:lnTo>
                      <a:pt x="2060" y="2131"/>
                    </a:lnTo>
                    <a:lnTo>
                      <a:pt x="2404" y="2203"/>
                    </a:lnTo>
                    <a:lnTo>
                      <a:pt x="2761" y="2260"/>
                    </a:lnTo>
                    <a:lnTo>
                      <a:pt x="3090" y="2317"/>
                    </a:lnTo>
                    <a:lnTo>
                      <a:pt x="3434" y="2360"/>
                    </a:lnTo>
                    <a:lnTo>
                      <a:pt x="4091" y="2417"/>
                    </a:lnTo>
                    <a:lnTo>
                      <a:pt x="4735" y="2432"/>
                    </a:lnTo>
                    <a:lnTo>
                      <a:pt x="5336" y="2446"/>
                    </a:lnTo>
                    <a:lnTo>
                      <a:pt x="5894" y="2432"/>
                    </a:lnTo>
                    <a:lnTo>
                      <a:pt x="6394" y="2389"/>
                    </a:lnTo>
                    <a:lnTo>
                      <a:pt x="6852" y="2360"/>
                    </a:lnTo>
                    <a:lnTo>
                      <a:pt x="7238" y="2317"/>
                    </a:lnTo>
                    <a:lnTo>
                      <a:pt x="7796" y="2232"/>
                    </a:lnTo>
                    <a:lnTo>
                      <a:pt x="7996" y="2203"/>
                    </a:lnTo>
                    <a:lnTo>
                      <a:pt x="7724" y="1473"/>
                    </a:lnTo>
                    <a:lnTo>
                      <a:pt x="7467" y="758"/>
                    </a:lnTo>
                    <a:lnTo>
                      <a:pt x="7210" y="0"/>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9"/>
              <p:cNvSpPr/>
              <p:nvPr/>
            </p:nvSpPr>
            <p:spPr>
              <a:xfrm>
                <a:off x="5357814" y="1770880"/>
                <a:ext cx="814289" cy="743633"/>
              </a:xfrm>
              <a:custGeom>
                <a:avLst/>
                <a:gdLst/>
                <a:ahLst/>
                <a:cxnLst/>
                <a:rect l="l" t="t" r="r" b="b"/>
                <a:pathLst>
                  <a:path w="25389" h="23186" extrusionOk="0">
                    <a:moveTo>
                      <a:pt x="14232" y="1"/>
                    </a:moveTo>
                    <a:lnTo>
                      <a:pt x="13517" y="15"/>
                    </a:lnTo>
                    <a:lnTo>
                      <a:pt x="12816" y="43"/>
                    </a:lnTo>
                    <a:lnTo>
                      <a:pt x="12115" y="101"/>
                    </a:lnTo>
                    <a:lnTo>
                      <a:pt x="11429" y="186"/>
                    </a:lnTo>
                    <a:lnTo>
                      <a:pt x="10756" y="301"/>
                    </a:lnTo>
                    <a:lnTo>
                      <a:pt x="10098" y="430"/>
                    </a:lnTo>
                    <a:lnTo>
                      <a:pt x="9469" y="587"/>
                    </a:lnTo>
                    <a:lnTo>
                      <a:pt x="8840" y="773"/>
                    </a:lnTo>
                    <a:lnTo>
                      <a:pt x="8225" y="973"/>
                    </a:lnTo>
                    <a:lnTo>
                      <a:pt x="7624" y="1216"/>
                    </a:lnTo>
                    <a:lnTo>
                      <a:pt x="7052" y="1459"/>
                    </a:lnTo>
                    <a:lnTo>
                      <a:pt x="6480" y="1746"/>
                    </a:lnTo>
                    <a:lnTo>
                      <a:pt x="5936" y="2046"/>
                    </a:lnTo>
                    <a:lnTo>
                      <a:pt x="5407" y="2375"/>
                    </a:lnTo>
                    <a:lnTo>
                      <a:pt x="4906" y="2718"/>
                    </a:lnTo>
                    <a:lnTo>
                      <a:pt x="4420" y="3076"/>
                    </a:lnTo>
                    <a:lnTo>
                      <a:pt x="3962" y="3433"/>
                    </a:lnTo>
                    <a:lnTo>
                      <a:pt x="3533" y="3819"/>
                    </a:lnTo>
                    <a:lnTo>
                      <a:pt x="3118" y="4206"/>
                    </a:lnTo>
                    <a:lnTo>
                      <a:pt x="2732" y="4620"/>
                    </a:lnTo>
                    <a:lnTo>
                      <a:pt x="2360" y="5050"/>
                    </a:lnTo>
                    <a:lnTo>
                      <a:pt x="2017" y="5493"/>
                    </a:lnTo>
                    <a:lnTo>
                      <a:pt x="1702" y="5965"/>
                    </a:lnTo>
                    <a:lnTo>
                      <a:pt x="1559" y="6222"/>
                    </a:lnTo>
                    <a:lnTo>
                      <a:pt x="1416" y="6466"/>
                    </a:lnTo>
                    <a:lnTo>
                      <a:pt x="1273" y="6737"/>
                    </a:lnTo>
                    <a:lnTo>
                      <a:pt x="1145" y="6995"/>
                    </a:lnTo>
                    <a:lnTo>
                      <a:pt x="1016" y="7281"/>
                    </a:lnTo>
                    <a:lnTo>
                      <a:pt x="901" y="7567"/>
                    </a:lnTo>
                    <a:lnTo>
                      <a:pt x="787" y="7853"/>
                    </a:lnTo>
                    <a:lnTo>
                      <a:pt x="673" y="8153"/>
                    </a:lnTo>
                    <a:lnTo>
                      <a:pt x="573" y="8468"/>
                    </a:lnTo>
                    <a:lnTo>
                      <a:pt x="472" y="8797"/>
                    </a:lnTo>
                    <a:lnTo>
                      <a:pt x="301" y="9455"/>
                    </a:lnTo>
                    <a:lnTo>
                      <a:pt x="158" y="10170"/>
                    </a:lnTo>
                    <a:lnTo>
                      <a:pt x="101" y="10542"/>
                    </a:lnTo>
                    <a:lnTo>
                      <a:pt x="58" y="10914"/>
                    </a:lnTo>
                    <a:lnTo>
                      <a:pt x="15" y="11286"/>
                    </a:lnTo>
                    <a:lnTo>
                      <a:pt x="0" y="11658"/>
                    </a:lnTo>
                    <a:lnTo>
                      <a:pt x="0" y="12044"/>
                    </a:lnTo>
                    <a:lnTo>
                      <a:pt x="15" y="12430"/>
                    </a:lnTo>
                    <a:lnTo>
                      <a:pt x="29" y="12802"/>
                    </a:lnTo>
                    <a:lnTo>
                      <a:pt x="72" y="13188"/>
                    </a:lnTo>
                    <a:lnTo>
                      <a:pt x="115" y="13574"/>
                    </a:lnTo>
                    <a:lnTo>
                      <a:pt x="186" y="13946"/>
                    </a:lnTo>
                    <a:lnTo>
                      <a:pt x="258" y="14332"/>
                    </a:lnTo>
                    <a:lnTo>
                      <a:pt x="344" y="14704"/>
                    </a:lnTo>
                    <a:lnTo>
                      <a:pt x="444" y="15090"/>
                    </a:lnTo>
                    <a:lnTo>
                      <a:pt x="558" y="15462"/>
                    </a:lnTo>
                    <a:lnTo>
                      <a:pt x="673" y="15820"/>
                    </a:lnTo>
                    <a:lnTo>
                      <a:pt x="816" y="16192"/>
                    </a:lnTo>
                    <a:lnTo>
                      <a:pt x="959" y="16549"/>
                    </a:lnTo>
                    <a:lnTo>
                      <a:pt x="1116" y="16907"/>
                    </a:lnTo>
                    <a:lnTo>
                      <a:pt x="1273" y="17250"/>
                    </a:lnTo>
                    <a:lnTo>
                      <a:pt x="1459" y="17593"/>
                    </a:lnTo>
                    <a:lnTo>
                      <a:pt x="1645" y="17922"/>
                    </a:lnTo>
                    <a:lnTo>
                      <a:pt x="1831" y="18251"/>
                    </a:lnTo>
                    <a:lnTo>
                      <a:pt x="2046" y="18566"/>
                    </a:lnTo>
                    <a:lnTo>
                      <a:pt x="2260" y="18866"/>
                    </a:lnTo>
                    <a:lnTo>
                      <a:pt x="2475" y="19167"/>
                    </a:lnTo>
                    <a:lnTo>
                      <a:pt x="2704" y="19453"/>
                    </a:lnTo>
                    <a:lnTo>
                      <a:pt x="2947" y="19725"/>
                    </a:lnTo>
                    <a:lnTo>
                      <a:pt x="3204" y="19996"/>
                    </a:lnTo>
                    <a:lnTo>
                      <a:pt x="3462" y="20239"/>
                    </a:lnTo>
                    <a:lnTo>
                      <a:pt x="3719" y="20483"/>
                    </a:lnTo>
                    <a:lnTo>
                      <a:pt x="3991" y="20711"/>
                    </a:lnTo>
                    <a:lnTo>
                      <a:pt x="4277" y="20926"/>
                    </a:lnTo>
                    <a:lnTo>
                      <a:pt x="4549" y="21126"/>
                    </a:lnTo>
                    <a:lnTo>
                      <a:pt x="4849" y="21312"/>
                    </a:lnTo>
                    <a:lnTo>
                      <a:pt x="5150" y="21498"/>
                    </a:lnTo>
                    <a:lnTo>
                      <a:pt x="5450" y="21655"/>
                    </a:lnTo>
                    <a:lnTo>
                      <a:pt x="5750" y="21827"/>
                    </a:lnTo>
                    <a:lnTo>
                      <a:pt x="6065" y="21970"/>
                    </a:lnTo>
                    <a:lnTo>
                      <a:pt x="6380" y="22113"/>
                    </a:lnTo>
                    <a:lnTo>
                      <a:pt x="6694" y="22256"/>
                    </a:lnTo>
                    <a:lnTo>
                      <a:pt x="7023" y="22371"/>
                    </a:lnTo>
                    <a:lnTo>
                      <a:pt x="7352" y="22485"/>
                    </a:lnTo>
                    <a:lnTo>
                      <a:pt x="7681" y="22599"/>
                    </a:lnTo>
                    <a:lnTo>
                      <a:pt x="8024" y="22685"/>
                    </a:lnTo>
                    <a:lnTo>
                      <a:pt x="8353" y="22785"/>
                    </a:lnTo>
                    <a:lnTo>
                      <a:pt x="8697" y="22857"/>
                    </a:lnTo>
                    <a:lnTo>
                      <a:pt x="9040" y="22928"/>
                    </a:lnTo>
                    <a:lnTo>
                      <a:pt x="9383" y="22986"/>
                    </a:lnTo>
                    <a:lnTo>
                      <a:pt x="9741" y="23043"/>
                    </a:lnTo>
                    <a:lnTo>
                      <a:pt x="10084" y="23086"/>
                    </a:lnTo>
                    <a:lnTo>
                      <a:pt x="10785" y="23157"/>
                    </a:lnTo>
                    <a:lnTo>
                      <a:pt x="11500" y="23186"/>
                    </a:lnTo>
                    <a:lnTo>
                      <a:pt x="12215" y="23186"/>
                    </a:lnTo>
                    <a:lnTo>
                      <a:pt x="12916" y="23157"/>
                    </a:lnTo>
                    <a:lnTo>
                      <a:pt x="13631" y="23086"/>
                    </a:lnTo>
                    <a:lnTo>
                      <a:pt x="14332" y="23000"/>
                    </a:lnTo>
                    <a:lnTo>
                      <a:pt x="15033" y="22871"/>
                    </a:lnTo>
                    <a:lnTo>
                      <a:pt x="15534" y="22771"/>
                    </a:lnTo>
                    <a:lnTo>
                      <a:pt x="16006" y="22657"/>
                    </a:lnTo>
                    <a:lnTo>
                      <a:pt x="16463" y="22528"/>
                    </a:lnTo>
                    <a:lnTo>
                      <a:pt x="16921" y="22385"/>
                    </a:lnTo>
                    <a:lnTo>
                      <a:pt x="17365" y="22242"/>
                    </a:lnTo>
                    <a:lnTo>
                      <a:pt x="17794" y="22070"/>
                    </a:lnTo>
                    <a:lnTo>
                      <a:pt x="18223" y="21899"/>
                    </a:lnTo>
                    <a:lnTo>
                      <a:pt x="18623" y="21713"/>
                    </a:lnTo>
                    <a:lnTo>
                      <a:pt x="19024" y="21512"/>
                    </a:lnTo>
                    <a:lnTo>
                      <a:pt x="19396" y="21298"/>
                    </a:lnTo>
                    <a:lnTo>
                      <a:pt x="19767" y="21069"/>
                    </a:lnTo>
                    <a:lnTo>
                      <a:pt x="20139" y="20840"/>
                    </a:lnTo>
                    <a:lnTo>
                      <a:pt x="20483" y="20597"/>
                    </a:lnTo>
                    <a:lnTo>
                      <a:pt x="20826" y="20354"/>
                    </a:lnTo>
                    <a:lnTo>
                      <a:pt x="21141" y="20082"/>
                    </a:lnTo>
                    <a:lnTo>
                      <a:pt x="21455" y="19810"/>
                    </a:lnTo>
                    <a:lnTo>
                      <a:pt x="21756" y="19539"/>
                    </a:lnTo>
                    <a:lnTo>
                      <a:pt x="22042" y="19238"/>
                    </a:lnTo>
                    <a:lnTo>
                      <a:pt x="22328" y="18938"/>
                    </a:lnTo>
                    <a:lnTo>
                      <a:pt x="22585" y="18637"/>
                    </a:lnTo>
                    <a:lnTo>
                      <a:pt x="22843" y="18323"/>
                    </a:lnTo>
                    <a:lnTo>
                      <a:pt x="23086" y="17994"/>
                    </a:lnTo>
                    <a:lnTo>
                      <a:pt x="23315" y="17665"/>
                    </a:lnTo>
                    <a:lnTo>
                      <a:pt x="23529" y="17322"/>
                    </a:lnTo>
                    <a:lnTo>
                      <a:pt x="23744" y="16978"/>
                    </a:lnTo>
                    <a:lnTo>
                      <a:pt x="23930" y="16621"/>
                    </a:lnTo>
                    <a:lnTo>
                      <a:pt x="24116" y="16263"/>
                    </a:lnTo>
                    <a:lnTo>
                      <a:pt x="24287" y="15891"/>
                    </a:lnTo>
                    <a:lnTo>
                      <a:pt x="24445" y="15519"/>
                    </a:lnTo>
                    <a:lnTo>
                      <a:pt x="24588" y="15148"/>
                    </a:lnTo>
                    <a:lnTo>
                      <a:pt x="24716" y="14761"/>
                    </a:lnTo>
                    <a:lnTo>
                      <a:pt x="24845" y="14361"/>
                    </a:lnTo>
                    <a:lnTo>
                      <a:pt x="24931" y="14046"/>
                    </a:lnTo>
                    <a:lnTo>
                      <a:pt x="25017" y="13717"/>
                    </a:lnTo>
                    <a:lnTo>
                      <a:pt x="25088" y="13374"/>
                    </a:lnTo>
                    <a:lnTo>
                      <a:pt x="25160" y="13045"/>
                    </a:lnTo>
                    <a:lnTo>
                      <a:pt x="25217" y="12702"/>
                    </a:lnTo>
                    <a:lnTo>
                      <a:pt x="25260" y="12358"/>
                    </a:lnTo>
                    <a:lnTo>
                      <a:pt x="25346" y="11672"/>
                    </a:lnTo>
                    <a:lnTo>
                      <a:pt x="25389" y="10957"/>
                    </a:lnTo>
                    <a:lnTo>
                      <a:pt x="25389" y="10256"/>
                    </a:lnTo>
                    <a:lnTo>
                      <a:pt x="25360" y="9526"/>
                    </a:lnTo>
                    <a:lnTo>
                      <a:pt x="25303" y="8797"/>
                    </a:lnTo>
                    <a:lnTo>
                      <a:pt x="25274" y="8482"/>
                    </a:lnTo>
                    <a:lnTo>
                      <a:pt x="25217" y="8182"/>
                    </a:lnTo>
                    <a:lnTo>
                      <a:pt x="25160" y="7882"/>
                    </a:lnTo>
                    <a:lnTo>
                      <a:pt x="25088" y="7581"/>
                    </a:lnTo>
                    <a:lnTo>
                      <a:pt x="25002" y="7295"/>
                    </a:lnTo>
                    <a:lnTo>
                      <a:pt x="24902" y="7023"/>
                    </a:lnTo>
                    <a:lnTo>
                      <a:pt x="24802" y="6752"/>
                    </a:lnTo>
                    <a:lnTo>
                      <a:pt x="24688" y="6480"/>
                    </a:lnTo>
                    <a:lnTo>
                      <a:pt x="24559" y="6222"/>
                    </a:lnTo>
                    <a:lnTo>
                      <a:pt x="24430" y="5965"/>
                    </a:lnTo>
                    <a:lnTo>
                      <a:pt x="24287" y="5722"/>
                    </a:lnTo>
                    <a:lnTo>
                      <a:pt x="24144" y="5479"/>
                    </a:lnTo>
                    <a:lnTo>
                      <a:pt x="23987" y="5235"/>
                    </a:lnTo>
                    <a:lnTo>
                      <a:pt x="23830" y="5007"/>
                    </a:lnTo>
                    <a:lnTo>
                      <a:pt x="23658" y="4792"/>
                    </a:lnTo>
                    <a:lnTo>
                      <a:pt x="23486" y="4578"/>
                    </a:lnTo>
                    <a:lnTo>
                      <a:pt x="23114" y="4148"/>
                    </a:lnTo>
                    <a:lnTo>
                      <a:pt x="22728" y="3762"/>
                    </a:lnTo>
                    <a:lnTo>
                      <a:pt x="22328" y="3390"/>
                    </a:lnTo>
                    <a:lnTo>
                      <a:pt x="21899" y="3047"/>
                    </a:lnTo>
                    <a:lnTo>
                      <a:pt x="21484" y="2718"/>
                    </a:lnTo>
                    <a:lnTo>
                      <a:pt x="21040" y="2418"/>
                    </a:lnTo>
                    <a:lnTo>
                      <a:pt x="20597" y="2132"/>
                    </a:lnTo>
                    <a:lnTo>
                      <a:pt x="20168" y="1874"/>
                    </a:lnTo>
                    <a:lnTo>
                      <a:pt x="19739" y="1631"/>
                    </a:lnTo>
                    <a:lnTo>
                      <a:pt x="19310" y="1417"/>
                    </a:lnTo>
                    <a:lnTo>
                      <a:pt x="18909" y="1216"/>
                    </a:lnTo>
                    <a:lnTo>
                      <a:pt x="18509" y="1030"/>
                    </a:lnTo>
                    <a:lnTo>
                      <a:pt x="18123" y="859"/>
                    </a:lnTo>
                    <a:lnTo>
                      <a:pt x="17751" y="716"/>
                    </a:lnTo>
                    <a:lnTo>
                      <a:pt x="17078" y="473"/>
                    </a:lnTo>
                    <a:lnTo>
                      <a:pt x="16521" y="272"/>
                    </a:lnTo>
                    <a:lnTo>
                      <a:pt x="16077" y="144"/>
                    </a:lnTo>
                    <a:lnTo>
                      <a:pt x="15705" y="43"/>
                    </a:lnTo>
                    <a:lnTo>
                      <a:pt x="14962" y="15"/>
                    </a:lnTo>
                    <a:lnTo>
                      <a:pt x="14232" y="1"/>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9"/>
              <p:cNvSpPr/>
              <p:nvPr/>
            </p:nvSpPr>
            <p:spPr>
              <a:xfrm>
                <a:off x="5629844" y="2119498"/>
                <a:ext cx="51412" cy="106000"/>
              </a:xfrm>
              <a:custGeom>
                <a:avLst/>
                <a:gdLst/>
                <a:ahLst/>
                <a:cxnLst/>
                <a:rect l="l" t="t" r="r" b="b"/>
                <a:pathLst>
                  <a:path w="1603" h="3305" extrusionOk="0">
                    <a:moveTo>
                      <a:pt x="858" y="1"/>
                    </a:moveTo>
                    <a:lnTo>
                      <a:pt x="815" y="15"/>
                    </a:lnTo>
                    <a:lnTo>
                      <a:pt x="773" y="44"/>
                    </a:lnTo>
                    <a:lnTo>
                      <a:pt x="730" y="72"/>
                    </a:lnTo>
                    <a:lnTo>
                      <a:pt x="701" y="115"/>
                    </a:lnTo>
                    <a:lnTo>
                      <a:pt x="687" y="158"/>
                    </a:lnTo>
                    <a:lnTo>
                      <a:pt x="672" y="201"/>
                    </a:lnTo>
                    <a:lnTo>
                      <a:pt x="658" y="258"/>
                    </a:lnTo>
                    <a:lnTo>
                      <a:pt x="658" y="530"/>
                    </a:lnTo>
                    <a:lnTo>
                      <a:pt x="630" y="716"/>
                    </a:lnTo>
                    <a:lnTo>
                      <a:pt x="601" y="916"/>
                    </a:lnTo>
                    <a:lnTo>
                      <a:pt x="558" y="1117"/>
                    </a:lnTo>
                    <a:lnTo>
                      <a:pt x="501" y="1317"/>
                    </a:lnTo>
                    <a:lnTo>
                      <a:pt x="415" y="1503"/>
                    </a:lnTo>
                    <a:lnTo>
                      <a:pt x="372" y="1589"/>
                    </a:lnTo>
                    <a:lnTo>
                      <a:pt x="315" y="1660"/>
                    </a:lnTo>
                    <a:lnTo>
                      <a:pt x="200" y="1817"/>
                    </a:lnTo>
                    <a:lnTo>
                      <a:pt x="115" y="1960"/>
                    </a:lnTo>
                    <a:lnTo>
                      <a:pt x="57" y="2103"/>
                    </a:lnTo>
                    <a:lnTo>
                      <a:pt x="29" y="2232"/>
                    </a:lnTo>
                    <a:lnTo>
                      <a:pt x="0" y="2347"/>
                    </a:lnTo>
                    <a:lnTo>
                      <a:pt x="0" y="2447"/>
                    </a:lnTo>
                    <a:lnTo>
                      <a:pt x="15" y="2533"/>
                    </a:lnTo>
                    <a:lnTo>
                      <a:pt x="43" y="2618"/>
                    </a:lnTo>
                    <a:lnTo>
                      <a:pt x="72" y="2690"/>
                    </a:lnTo>
                    <a:lnTo>
                      <a:pt x="115" y="2776"/>
                    </a:lnTo>
                    <a:lnTo>
                      <a:pt x="172" y="2862"/>
                    </a:lnTo>
                    <a:lnTo>
                      <a:pt x="243" y="2933"/>
                    </a:lnTo>
                    <a:lnTo>
                      <a:pt x="343" y="3019"/>
                    </a:lnTo>
                    <a:lnTo>
                      <a:pt x="458" y="3090"/>
                    </a:lnTo>
                    <a:lnTo>
                      <a:pt x="601" y="3162"/>
                    </a:lnTo>
                    <a:lnTo>
                      <a:pt x="773" y="3219"/>
                    </a:lnTo>
                    <a:lnTo>
                      <a:pt x="944" y="3248"/>
                    </a:lnTo>
                    <a:lnTo>
                      <a:pt x="1116" y="3276"/>
                    </a:lnTo>
                    <a:lnTo>
                      <a:pt x="1330" y="3305"/>
                    </a:lnTo>
                    <a:lnTo>
                      <a:pt x="1345" y="3305"/>
                    </a:lnTo>
                    <a:lnTo>
                      <a:pt x="1402" y="3291"/>
                    </a:lnTo>
                    <a:lnTo>
                      <a:pt x="1445" y="3291"/>
                    </a:lnTo>
                    <a:lnTo>
                      <a:pt x="1516" y="3233"/>
                    </a:lnTo>
                    <a:lnTo>
                      <a:pt x="1574" y="3162"/>
                    </a:lnTo>
                    <a:lnTo>
                      <a:pt x="1588" y="3119"/>
                    </a:lnTo>
                    <a:lnTo>
                      <a:pt x="1602" y="3076"/>
                    </a:lnTo>
                    <a:lnTo>
                      <a:pt x="1602" y="3019"/>
                    </a:lnTo>
                    <a:lnTo>
                      <a:pt x="1588" y="2976"/>
                    </a:lnTo>
                    <a:lnTo>
                      <a:pt x="1574" y="2919"/>
                    </a:lnTo>
                    <a:lnTo>
                      <a:pt x="1545" y="2890"/>
                    </a:lnTo>
                    <a:lnTo>
                      <a:pt x="1502" y="2847"/>
                    </a:lnTo>
                    <a:lnTo>
                      <a:pt x="1459" y="2819"/>
                    </a:lnTo>
                    <a:lnTo>
                      <a:pt x="1416" y="2804"/>
                    </a:lnTo>
                    <a:lnTo>
                      <a:pt x="1373" y="2804"/>
                    </a:lnTo>
                    <a:lnTo>
                      <a:pt x="1159" y="2776"/>
                    </a:lnTo>
                    <a:lnTo>
                      <a:pt x="1030" y="2747"/>
                    </a:lnTo>
                    <a:lnTo>
                      <a:pt x="901" y="2733"/>
                    </a:lnTo>
                    <a:lnTo>
                      <a:pt x="758" y="2676"/>
                    </a:lnTo>
                    <a:lnTo>
                      <a:pt x="644" y="2618"/>
                    </a:lnTo>
                    <a:lnTo>
                      <a:pt x="558" y="2547"/>
                    </a:lnTo>
                    <a:lnTo>
                      <a:pt x="529" y="2504"/>
                    </a:lnTo>
                    <a:lnTo>
                      <a:pt x="515" y="2461"/>
                    </a:lnTo>
                    <a:lnTo>
                      <a:pt x="515" y="2418"/>
                    </a:lnTo>
                    <a:lnTo>
                      <a:pt x="515" y="2375"/>
                    </a:lnTo>
                    <a:lnTo>
                      <a:pt x="544" y="2246"/>
                    </a:lnTo>
                    <a:lnTo>
                      <a:pt x="601" y="2118"/>
                    </a:lnTo>
                    <a:lnTo>
                      <a:pt x="701" y="1975"/>
                    </a:lnTo>
                    <a:lnTo>
                      <a:pt x="787" y="1860"/>
                    </a:lnTo>
                    <a:lnTo>
                      <a:pt x="873" y="1732"/>
                    </a:lnTo>
                    <a:lnTo>
                      <a:pt x="930" y="1603"/>
                    </a:lnTo>
                    <a:lnTo>
                      <a:pt x="987" y="1460"/>
                    </a:lnTo>
                    <a:lnTo>
                      <a:pt x="1073" y="1174"/>
                    </a:lnTo>
                    <a:lnTo>
                      <a:pt x="1116" y="902"/>
                    </a:lnTo>
                    <a:lnTo>
                      <a:pt x="1144" y="645"/>
                    </a:lnTo>
                    <a:lnTo>
                      <a:pt x="1159" y="444"/>
                    </a:lnTo>
                    <a:lnTo>
                      <a:pt x="1173" y="244"/>
                    </a:lnTo>
                    <a:lnTo>
                      <a:pt x="1159" y="187"/>
                    </a:lnTo>
                    <a:lnTo>
                      <a:pt x="1144" y="144"/>
                    </a:lnTo>
                    <a:lnTo>
                      <a:pt x="1116" y="101"/>
                    </a:lnTo>
                    <a:lnTo>
                      <a:pt x="1087" y="58"/>
                    </a:lnTo>
                    <a:lnTo>
                      <a:pt x="1044" y="30"/>
                    </a:lnTo>
                    <a:lnTo>
                      <a:pt x="1001" y="15"/>
                    </a:lnTo>
                    <a:lnTo>
                      <a:pt x="959" y="1"/>
                    </a:lnTo>
                    <a:close/>
                  </a:path>
                </a:pathLst>
              </a:custGeom>
              <a:solidFill>
                <a:srgbClr val="D78A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9"/>
              <p:cNvSpPr/>
              <p:nvPr/>
            </p:nvSpPr>
            <p:spPr>
              <a:xfrm>
                <a:off x="5289919" y="1605744"/>
                <a:ext cx="998257" cy="763358"/>
              </a:xfrm>
              <a:custGeom>
                <a:avLst/>
                <a:gdLst/>
                <a:ahLst/>
                <a:cxnLst/>
                <a:rect l="l" t="t" r="r" b="b"/>
                <a:pathLst>
                  <a:path w="31125" h="23801" extrusionOk="0">
                    <a:moveTo>
                      <a:pt x="13174" y="0"/>
                    </a:moveTo>
                    <a:lnTo>
                      <a:pt x="12988" y="15"/>
                    </a:lnTo>
                    <a:lnTo>
                      <a:pt x="12816" y="43"/>
                    </a:lnTo>
                    <a:lnTo>
                      <a:pt x="12645" y="86"/>
                    </a:lnTo>
                    <a:lnTo>
                      <a:pt x="12473" y="143"/>
                    </a:lnTo>
                    <a:lnTo>
                      <a:pt x="12316" y="215"/>
                    </a:lnTo>
                    <a:lnTo>
                      <a:pt x="12158" y="286"/>
                    </a:lnTo>
                    <a:lnTo>
                      <a:pt x="12015" y="387"/>
                    </a:lnTo>
                    <a:lnTo>
                      <a:pt x="11872" y="487"/>
                    </a:lnTo>
                    <a:lnTo>
                      <a:pt x="11743" y="587"/>
                    </a:lnTo>
                    <a:lnTo>
                      <a:pt x="11629" y="701"/>
                    </a:lnTo>
                    <a:lnTo>
                      <a:pt x="11515" y="830"/>
                    </a:lnTo>
                    <a:lnTo>
                      <a:pt x="11414" y="959"/>
                    </a:lnTo>
                    <a:lnTo>
                      <a:pt x="11329" y="1087"/>
                    </a:lnTo>
                    <a:lnTo>
                      <a:pt x="11243" y="1216"/>
                    </a:lnTo>
                    <a:lnTo>
                      <a:pt x="11171" y="1359"/>
                    </a:lnTo>
                    <a:lnTo>
                      <a:pt x="11114" y="1488"/>
                    </a:lnTo>
                    <a:lnTo>
                      <a:pt x="11071" y="1617"/>
                    </a:lnTo>
                    <a:lnTo>
                      <a:pt x="11028" y="1745"/>
                    </a:lnTo>
                    <a:lnTo>
                      <a:pt x="11014" y="1874"/>
                    </a:lnTo>
                    <a:lnTo>
                      <a:pt x="11014" y="2003"/>
                    </a:lnTo>
                    <a:lnTo>
                      <a:pt x="10728" y="1745"/>
                    </a:lnTo>
                    <a:lnTo>
                      <a:pt x="10585" y="1617"/>
                    </a:lnTo>
                    <a:lnTo>
                      <a:pt x="10413" y="1502"/>
                    </a:lnTo>
                    <a:lnTo>
                      <a:pt x="10242" y="1388"/>
                    </a:lnTo>
                    <a:lnTo>
                      <a:pt x="10070" y="1288"/>
                    </a:lnTo>
                    <a:lnTo>
                      <a:pt x="9884" y="1188"/>
                    </a:lnTo>
                    <a:lnTo>
                      <a:pt x="9698" y="1102"/>
                    </a:lnTo>
                    <a:lnTo>
                      <a:pt x="9512" y="1030"/>
                    </a:lnTo>
                    <a:lnTo>
                      <a:pt x="9312" y="973"/>
                    </a:lnTo>
                    <a:lnTo>
                      <a:pt x="9112" y="930"/>
                    </a:lnTo>
                    <a:lnTo>
                      <a:pt x="8897" y="902"/>
                    </a:lnTo>
                    <a:lnTo>
                      <a:pt x="8697" y="902"/>
                    </a:lnTo>
                    <a:lnTo>
                      <a:pt x="8482" y="916"/>
                    </a:lnTo>
                    <a:lnTo>
                      <a:pt x="8282" y="959"/>
                    </a:lnTo>
                    <a:lnTo>
                      <a:pt x="8068" y="1030"/>
                    </a:lnTo>
                    <a:lnTo>
                      <a:pt x="7853" y="1116"/>
                    </a:lnTo>
                    <a:lnTo>
                      <a:pt x="7681" y="1216"/>
                    </a:lnTo>
                    <a:lnTo>
                      <a:pt x="7524" y="1316"/>
                    </a:lnTo>
                    <a:lnTo>
                      <a:pt x="7395" y="1431"/>
                    </a:lnTo>
                    <a:lnTo>
                      <a:pt x="7281" y="1559"/>
                    </a:lnTo>
                    <a:lnTo>
                      <a:pt x="7181" y="1688"/>
                    </a:lnTo>
                    <a:lnTo>
                      <a:pt x="7109" y="1817"/>
                    </a:lnTo>
                    <a:lnTo>
                      <a:pt x="7052" y="1946"/>
                    </a:lnTo>
                    <a:lnTo>
                      <a:pt x="7009" y="2089"/>
                    </a:lnTo>
                    <a:lnTo>
                      <a:pt x="6980" y="2232"/>
                    </a:lnTo>
                    <a:lnTo>
                      <a:pt x="6966" y="2389"/>
                    </a:lnTo>
                    <a:lnTo>
                      <a:pt x="6952" y="2532"/>
                    </a:lnTo>
                    <a:lnTo>
                      <a:pt x="6938" y="2832"/>
                    </a:lnTo>
                    <a:lnTo>
                      <a:pt x="6938" y="3133"/>
                    </a:lnTo>
                    <a:lnTo>
                      <a:pt x="6180" y="3119"/>
                    </a:lnTo>
                    <a:lnTo>
                      <a:pt x="5765" y="3119"/>
                    </a:lnTo>
                    <a:lnTo>
                      <a:pt x="5550" y="3133"/>
                    </a:lnTo>
                    <a:lnTo>
                      <a:pt x="5350" y="3161"/>
                    </a:lnTo>
                    <a:lnTo>
                      <a:pt x="5135" y="3190"/>
                    </a:lnTo>
                    <a:lnTo>
                      <a:pt x="4935" y="3247"/>
                    </a:lnTo>
                    <a:lnTo>
                      <a:pt x="4721" y="3304"/>
                    </a:lnTo>
                    <a:lnTo>
                      <a:pt x="4520" y="3390"/>
                    </a:lnTo>
                    <a:lnTo>
                      <a:pt x="4334" y="3505"/>
                    </a:lnTo>
                    <a:lnTo>
                      <a:pt x="4148" y="3633"/>
                    </a:lnTo>
                    <a:lnTo>
                      <a:pt x="3977" y="3791"/>
                    </a:lnTo>
                    <a:lnTo>
                      <a:pt x="3805" y="3977"/>
                    </a:lnTo>
                    <a:lnTo>
                      <a:pt x="3734" y="4063"/>
                    </a:lnTo>
                    <a:lnTo>
                      <a:pt x="3676" y="4177"/>
                    </a:lnTo>
                    <a:lnTo>
                      <a:pt x="3619" y="4320"/>
                    </a:lnTo>
                    <a:lnTo>
                      <a:pt x="3562" y="4463"/>
                    </a:lnTo>
                    <a:lnTo>
                      <a:pt x="3519" y="4635"/>
                    </a:lnTo>
                    <a:lnTo>
                      <a:pt x="3490" y="4806"/>
                    </a:lnTo>
                    <a:lnTo>
                      <a:pt x="3462" y="4992"/>
                    </a:lnTo>
                    <a:lnTo>
                      <a:pt x="3433" y="5178"/>
                    </a:lnTo>
                    <a:lnTo>
                      <a:pt x="3419" y="5364"/>
                    </a:lnTo>
                    <a:lnTo>
                      <a:pt x="3419" y="5564"/>
                    </a:lnTo>
                    <a:lnTo>
                      <a:pt x="3433" y="5750"/>
                    </a:lnTo>
                    <a:lnTo>
                      <a:pt x="3448" y="5936"/>
                    </a:lnTo>
                    <a:lnTo>
                      <a:pt x="3476" y="6108"/>
                    </a:lnTo>
                    <a:lnTo>
                      <a:pt x="3519" y="6279"/>
                    </a:lnTo>
                    <a:lnTo>
                      <a:pt x="3576" y="6437"/>
                    </a:lnTo>
                    <a:lnTo>
                      <a:pt x="3648" y="6580"/>
                    </a:lnTo>
                    <a:lnTo>
                      <a:pt x="3691" y="6666"/>
                    </a:lnTo>
                    <a:lnTo>
                      <a:pt x="3691" y="6694"/>
                    </a:lnTo>
                    <a:lnTo>
                      <a:pt x="3676" y="6723"/>
                    </a:lnTo>
                    <a:lnTo>
                      <a:pt x="3648" y="6751"/>
                    </a:lnTo>
                    <a:lnTo>
                      <a:pt x="3576" y="6780"/>
                    </a:lnTo>
                    <a:lnTo>
                      <a:pt x="3476" y="6809"/>
                    </a:lnTo>
                    <a:lnTo>
                      <a:pt x="3362" y="6823"/>
                    </a:lnTo>
                    <a:lnTo>
                      <a:pt x="3076" y="6852"/>
                    </a:lnTo>
                    <a:lnTo>
                      <a:pt x="2904" y="6880"/>
                    </a:lnTo>
                    <a:lnTo>
                      <a:pt x="2718" y="6909"/>
                    </a:lnTo>
                    <a:lnTo>
                      <a:pt x="2532" y="6966"/>
                    </a:lnTo>
                    <a:lnTo>
                      <a:pt x="2332" y="7023"/>
                    </a:lnTo>
                    <a:lnTo>
                      <a:pt x="2132" y="7109"/>
                    </a:lnTo>
                    <a:lnTo>
                      <a:pt x="1931" y="7223"/>
                    </a:lnTo>
                    <a:lnTo>
                      <a:pt x="1745" y="7352"/>
                    </a:lnTo>
                    <a:lnTo>
                      <a:pt x="1560" y="7524"/>
                    </a:lnTo>
                    <a:lnTo>
                      <a:pt x="1474" y="7667"/>
                    </a:lnTo>
                    <a:lnTo>
                      <a:pt x="1417" y="7796"/>
                    </a:lnTo>
                    <a:lnTo>
                      <a:pt x="1316" y="8082"/>
                    </a:lnTo>
                    <a:lnTo>
                      <a:pt x="1245" y="8353"/>
                    </a:lnTo>
                    <a:lnTo>
                      <a:pt x="1202" y="8625"/>
                    </a:lnTo>
                    <a:lnTo>
                      <a:pt x="1188" y="8883"/>
                    </a:lnTo>
                    <a:lnTo>
                      <a:pt x="1188" y="9126"/>
                    </a:lnTo>
                    <a:lnTo>
                      <a:pt x="1216" y="9369"/>
                    </a:lnTo>
                    <a:lnTo>
                      <a:pt x="1245" y="9584"/>
                    </a:lnTo>
                    <a:lnTo>
                      <a:pt x="1288" y="9784"/>
                    </a:lnTo>
                    <a:lnTo>
                      <a:pt x="1345" y="9970"/>
                    </a:lnTo>
                    <a:lnTo>
                      <a:pt x="1445" y="10270"/>
                    </a:lnTo>
                    <a:lnTo>
                      <a:pt x="1531" y="10456"/>
                    </a:lnTo>
                    <a:lnTo>
                      <a:pt x="1574" y="10528"/>
                    </a:lnTo>
                    <a:lnTo>
                      <a:pt x="1445" y="10613"/>
                    </a:lnTo>
                    <a:lnTo>
                      <a:pt x="1316" y="10728"/>
                    </a:lnTo>
                    <a:lnTo>
                      <a:pt x="1159" y="10885"/>
                    </a:lnTo>
                    <a:lnTo>
                      <a:pt x="959" y="11085"/>
                    </a:lnTo>
                    <a:lnTo>
                      <a:pt x="773" y="11328"/>
                    </a:lnTo>
                    <a:lnTo>
                      <a:pt x="573" y="11615"/>
                    </a:lnTo>
                    <a:lnTo>
                      <a:pt x="473" y="11786"/>
                    </a:lnTo>
                    <a:lnTo>
                      <a:pt x="387" y="11958"/>
                    </a:lnTo>
                    <a:lnTo>
                      <a:pt x="301" y="12144"/>
                    </a:lnTo>
                    <a:lnTo>
                      <a:pt x="229" y="12330"/>
                    </a:lnTo>
                    <a:lnTo>
                      <a:pt x="158" y="12544"/>
                    </a:lnTo>
                    <a:lnTo>
                      <a:pt x="101" y="12759"/>
                    </a:lnTo>
                    <a:lnTo>
                      <a:pt x="58" y="12988"/>
                    </a:lnTo>
                    <a:lnTo>
                      <a:pt x="29" y="13231"/>
                    </a:lnTo>
                    <a:lnTo>
                      <a:pt x="1" y="13474"/>
                    </a:lnTo>
                    <a:lnTo>
                      <a:pt x="1" y="13746"/>
                    </a:lnTo>
                    <a:lnTo>
                      <a:pt x="15" y="14017"/>
                    </a:lnTo>
                    <a:lnTo>
                      <a:pt x="58" y="14304"/>
                    </a:lnTo>
                    <a:lnTo>
                      <a:pt x="115" y="14590"/>
                    </a:lnTo>
                    <a:lnTo>
                      <a:pt x="186" y="14904"/>
                    </a:lnTo>
                    <a:lnTo>
                      <a:pt x="287" y="15219"/>
                    </a:lnTo>
                    <a:lnTo>
                      <a:pt x="415" y="15548"/>
                    </a:lnTo>
                    <a:lnTo>
                      <a:pt x="558" y="15877"/>
                    </a:lnTo>
                    <a:lnTo>
                      <a:pt x="744" y="16234"/>
                    </a:lnTo>
                    <a:lnTo>
                      <a:pt x="716" y="16420"/>
                    </a:lnTo>
                    <a:lnTo>
                      <a:pt x="687" y="16606"/>
                    </a:lnTo>
                    <a:lnTo>
                      <a:pt x="687" y="16807"/>
                    </a:lnTo>
                    <a:lnTo>
                      <a:pt x="687" y="17021"/>
                    </a:lnTo>
                    <a:lnTo>
                      <a:pt x="701" y="17221"/>
                    </a:lnTo>
                    <a:lnTo>
                      <a:pt x="730" y="17436"/>
                    </a:lnTo>
                    <a:lnTo>
                      <a:pt x="773" y="17650"/>
                    </a:lnTo>
                    <a:lnTo>
                      <a:pt x="816" y="17879"/>
                    </a:lnTo>
                    <a:lnTo>
                      <a:pt x="930" y="18323"/>
                    </a:lnTo>
                    <a:lnTo>
                      <a:pt x="1073" y="18780"/>
                    </a:lnTo>
                    <a:lnTo>
                      <a:pt x="1245" y="19238"/>
                    </a:lnTo>
                    <a:lnTo>
                      <a:pt x="1445" y="19696"/>
                    </a:lnTo>
                    <a:lnTo>
                      <a:pt x="1674" y="20139"/>
                    </a:lnTo>
                    <a:lnTo>
                      <a:pt x="1917" y="20583"/>
                    </a:lnTo>
                    <a:lnTo>
                      <a:pt x="2175" y="20997"/>
                    </a:lnTo>
                    <a:lnTo>
                      <a:pt x="2432" y="21384"/>
                    </a:lnTo>
                    <a:lnTo>
                      <a:pt x="2704" y="21755"/>
                    </a:lnTo>
                    <a:lnTo>
                      <a:pt x="2976" y="22099"/>
                    </a:lnTo>
                    <a:lnTo>
                      <a:pt x="3247" y="22385"/>
                    </a:lnTo>
                    <a:lnTo>
                      <a:pt x="3519" y="22642"/>
                    </a:lnTo>
                    <a:lnTo>
                      <a:pt x="3519" y="22642"/>
                    </a:lnTo>
                    <a:lnTo>
                      <a:pt x="3390" y="22084"/>
                    </a:lnTo>
                    <a:lnTo>
                      <a:pt x="3262" y="21527"/>
                    </a:lnTo>
                    <a:lnTo>
                      <a:pt x="3162" y="20997"/>
                    </a:lnTo>
                    <a:lnTo>
                      <a:pt x="3090" y="20468"/>
                    </a:lnTo>
                    <a:lnTo>
                      <a:pt x="3033" y="19968"/>
                    </a:lnTo>
                    <a:lnTo>
                      <a:pt x="2990" y="19467"/>
                    </a:lnTo>
                    <a:lnTo>
                      <a:pt x="2961" y="18995"/>
                    </a:lnTo>
                    <a:lnTo>
                      <a:pt x="2961" y="18523"/>
                    </a:lnTo>
                    <a:lnTo>
                      <a:pt x="2976" y="18065"/>
                    </a:lnTo>
                    <a:lnTo>
                      <a:pt x="3004" y="17622"/>
                    </a:lnTo>
                    <a:lnTo>
                      <a:pt x="3033" y="17193"/>
                    </a:lnTo>
                    <a:lnTo>
                      <a:pt x="3090" y="16778"/>
                    </a:lnTo>
                    <a:lnTo>
                      <a:pt x="3162" y="16363"/>
                    </a:lnTo>
                    <a:lnTo>
                      <a:pt x="3247" y="15977"/>
                    </a:lnTo>
                    <a:lnTo>
                      <a:pt x="3347" y="15591"/>
                    </a:lnTo>
                    <a:lnTo>
                      <a:pt x="3448" y="15205"/>
                    </a:lnTo>
                    <a:lnTo>
                      <a:pt x="3562" y="14847"/>
                    </a:lnTo>
                    <a:lnTo>
                      <a:pt x="3691" y="14489"/>
                    </a:lnTo>
                    <a:lnTo>
                      <a:pt x="3834" y="14132"/>
                    </a:lnTo>
                    <a:lnTo>
                      <a:pt x="3977" y="13789"/>
                    </a:lnTo>
                    <a:lnTo>
                      <a:pt x="4134" y="13460"/>
                    </a:lnTo>
                    <a:lnTo>
                      <a:pt x="4291" y="13131"/>
                    </a:lnTo>
                    <a:lnTo>
                      <a:pt x="4463" y="12816"/>
                    </a:lnTo>
                    <a:lnTo>
                      <a:pt x="4635" y="12501"/>
                    </a:lnTo>
                    <a:lnTo>
                      <a:pt x="5007" y="11901"/>
                    </a:lnTo>
                    <a:lnTo>
                      <a:pt x="5393" y="11314"/>
                    </a:lnTo>
                    <a:lnTo>
                      <a:pt x="5779" y="10742"/>
                    </a:lnTo>
                    <a:lnTo>
                      <a:pt x="6180" y="10199"/>
                    </a:lnTo>
                    <a:lnTo>
                      <a:pt x="6408" y="10356"/>
                    </a:lnTo>
                    <a:lnTo>
                      <a:pt x="6637" y="10499"/>
                    </a:lnTo>
                    <a:lnTo>
                      <a:pt x="6852" y="10613"/>
                    </a:lnTo>
                    <a:lnTo>
                      <a:pt x="7052" y="10699"/>
                    </a:lnTo>
                    <a:lnTo>
                      <a:pt x="7238" y="10771"/>
                    </a:lnTo>
                    <a:lnTo>
                      <a:pt x="7438" y="10828"/>
                    </a:lnTo>
                    <a:lnTo>
                      <a:pt x="7610" y="10856"/>
                    </a:lnTo>
                    <a:lnTo>
                      <a:pt x="7781" y="10871"/>
                    </a:lnTo>
                    <a:lnTo>
                      <a:pt x="7953" y="10871"/>
                    </a:lnTo>
                    <a:lnTo>
                      <a:pt x="8096" y="10856"/>
                    </a:lnTo>
                    <a:lnTo>
                      <a:pt x="8253" y="10828"/>
                    </a:lnTo>
                    <a:lnTo>
                      <a:pt x="8397" y="10785"/>
                    </a:lnTo>
                    <a:lnTo>
                      <a:pt x="8525" y="10742"/>
                    </a:lnTo>
                    <a:lnTo>
                      <a:pt x="8654" y="10671"/>
                    </a:lnTo>
                    <a:lnTo>
                      <a:pt x="8783" y="10599"/>
                    </a:lnTo>
                    <a:lnTo>
                      <a:pt x="8897" y="10513"/>
                    </a:lnTo>
                    <a:lnTo>
                      <a:pt x="9012" y="10413"/>
                    </a:lnTo>
                    <a:lnTo>
                      <a:pt x="9112" y="10313"/>
                    </a:lnTo>
                    <a:lnTo>
                      <a:pt x="9312" y="10098"/>
                    </a:lnTo>
                    <a:lnTo>
                      <a:pt x="9484" y="9870"/>
                    </a:lnTo>
                    <a:lnTo>
                      <a:pt x="9641" y="9641"/>
                    </a:lnTo>
                    <a:lnTo>
                      <a:pt x="9770" y="9398"/>
                    </a:lnTo>
                    <a:lnTo>
                      <a:pt x="9898" y="9183"/>
                    </a:lnTo>
                    <a:lnTo>
                      <a:pt x="10099" y="8797"/>
                    </a:lnTo>
                    <a:lnTo>
                      <a:pt x="10113" y="8983"/>
                    </a:lnTo>
                    <a:lnTo>
                      <a:pt x="10141" y="9169"/>
                    </a:lnTo>
                    <a:lnTo>
                      <a:pt x="10199" y="9355"/>
                    </a:lnTo>
                    <a:lnTo>
                      <a:pt x="10285" y="9541"/>
                    </a:lnTo>
                    <a:lnTo>
                      <a:pt x="10385" y="9727"/>
                    </a:lnTo>
                    <a:lnTo>
                      <a:pt x="10485" y="9927"/>
                    </a:lnTo>
                    <a:lnTo>
                      <a:pt x="10614" y="10098"/>
                    </a:lnTo>
                    <a:lnTo>
                      <a:pt x="10757" y="10284"/>
                    </a:lnTo>
                    <a:lnTo>
                      <a:pt x="10900" y="10442"/>
                    </a:lnTo>
                    <a:lnTo>
                      <a:pt x="11057" y="10599"/>
                    </a:lnTo>
                    <a:lnTo>
                      <a:pt x="11229" y="10728"/>
                    </a:lnTo>
                    <a:lnTo>
                      <a:pt x="11400" y="10856"/>
                    </a:lnTo>
                    <a:lnTo>
                      <a:pt x="11572" y="10957"/>
                    </a:lnTo>
                    <a:lnTo>
                      <a:pt x="11743" y="11042"/>
                    </a:lnTo>
                    <a:lnTo>
                      <a:pt x="11929" y="11100"/>
                    </a:lnTo>
                    <a:lnTo>
                      <a:pt x="12101" y="11143"/>
                    </a:lnTo>
                    <a:lnTo>
                      <a:pt x="12287" y="11157"/>
                    </a:lnTo>
                    <a:lnTo>
                      <a:pt x="12487" y="11143"/>
                    </a:lnTo>
                    <a:lnTo>
                      <a:pt x="12702" y="11128"/>
                    </a:lnTo>
                    <a:lnTo>
                      <a:pt x="12916" y="11085"/>
                    </a:lnTo>
                    <a:lnTo>
                      <a:pt x="13145" y="11042"/>
                    </a:lnTo>
                    <a:lnTo>
                      <a:pt x="13388" y="10971"/>
                    </a:lnTo>
                    <a:lnTo>
                      <a:pt x="13617" y="10899"/>
                    </a:lnTo>
                    <a:lnTo>
                      <a:pt x="13846" y="10814"/>
                    </a:lnTo>
                    <a:lnTo>
                      <a:pt x="14061" y="10699"/>
                    </a:lnTo>
                    <a:lnTo>
                      <a:pt x="14261" y="10585"/>
                    </a:lnTo>
                    <a:lnTo>
                      <a:pt x="14447" y="10470"/>
                    </a:lnTo>
                    <a:lnTo>
                      <a:pt x="14633" y="10327"/>
                    </a:lnTo>
                    <a:lnTo>
                      <a:pt x="14776" y="10184"/>
                    </a:lnTo>
                    <a:lnTo>
                      <a:pt x="14904" y="10041"/>
                    </a:lnTo>
                    <a:lnTo>
                      <a:pt x="14990" y="9870"/>
                    </a:lnTo>
                    <a:lnTo>
                      <a:pt x="15033" y="9798"/>
                    </a:lnTo>
                    <a:lnTo>
                      <a:pt x="15062" y="9712"/>
                    </a:lnTo>
                    <a:lnTo>
                      <a:pt x="15233" y="10056"/>
                    </a:lnTo>
                    <a:lnTo>
                      <a:pt x="15419" y="10356"/>
                    </a:lnTo>
                    <a:lnTo>
                      <a:pt x="15620" y="10628"/>
                    </a:lnTo>
                    <a:lnTo>
                      <a:pt x="15834" y="10871"/>
                    </a:lnTo>
                    <a:lnTo>
                      <a:pt x="16063" y="11071"/>
                    </a:lnTo>
                    <a:lnTo>
                      <a:pt x="16306" y="11243"/>
                    </a:lnTo>
                    <a:lnTo>
                      <a:pt x="16564" y="11386"/>
                    </a:lnTo>
                    <a:lnTo>
                      <a:pt x="16835" y="11500"/>
                    </a:lnTo>
                    <a:lnTo>
                      <a:pt x="17121" y="11586"/>
                    </a:lnTo>
                    <a:lnTo>
                      <a:pt x="17422" y="11643"/>
                    </a:lnTo>
                    <a:lnTo>
                      <a:pt x="17737" y="11686"/>
                    </a:lnTo>
                    <a:lnTo>
                      <a:pt x="18423" y="11686"/>
                    </a:lnTo>
                    <a:lnTo>
                      <a:pt x="18781" y="11643"/>
                    </a:lnTo>
                    <a:lnTo>
                      <a:pt x="19167" y="11600"/>
                    </a:lnTo>
                    <a:lnTo>
                      <a:pt x="19567" y="11529"/>
                    </a:lnTo>
                    <a:lnTo>
                      <a:pt x="19667" y="11514"/>
                    </a:lnTo>
                    <a:lnTo>
                      <a:pt x="19768" y="11514"/>
                    </a:lnTo>
                    <a:lnTo>
                      <a:pt x="19868" y="11529"/>
                    </a:lnTo>
                    <a:lnTo>
                      <a:pt x="19968" y="11557"/>
                    </a:lnTo>
                    <a:lnTo>
                      <a:pt x="20054" y="11586"/>
                    </a:lnTo>
                    <a:lnTo>
                      <a:pt x="20154" y="11629"/>
                    </a:lnTo>
                    <a:lnTo>
                      <a:pt x="20225" y="11700"/>
                    </a:lnTo>
                    <a:lnTo>
                      <a:pt x="20297" y="11772"/>
                    </a:lnTo>
                    <a:lnTo>
                      <a:pt x="20340" y="11843"/>
                    </a:lnTo>
                    <a:lnTo>
                      <a:pt x="20383" y="11915"/>
                    </a:lnTo>
                    <a:lnTo>
                      <a:pt x="20397" y="12001"/>
                    </a:lnTo>
                    <a:lnTo>
                      <a:pt x="20411" y="12101"/>
                    </a:lnTo>
                    <a:lnTo>
                      <a:pt x="20426" y="12272"/>
                    </a:lnTo>
                    <a:lnTo>
                      <a:pt x="20440" y="12458"/>
                    </a:lnTo>
                    <a:lnTo>
                      <a:pt x="20454" y="12630"/>
                    </a:lnTo>
                    <a:lnTo>
                      <a:pt x="20483" y="12787"/>
                    </a:lnTo>
                    <a:lnTo>
                      <a:pt x="20540" y="12959"/>
                    </a:lnTo>
                    <a:lnTo>
                      <a:pt x="20597" y="13102"/>
                    </a:lnTo>
                    <a:lnTo>
                      <a:pt x="20669" y="13259"/>
                    </a:lnTo>
                    <a:lnTo>
                      <a:pt x="20769" y="13402"/>
                    </a:lnTo>
                    <a:lnTo>
                      <a:pt x="20869" y="13531"/>
                    </a:lnTo>
                    <a:lnTo>
                      <a:pt x="20983" y="13660"/>
                    </a:lnTo>
                    <a:lnTo>
                      <a:pt x="21098" y="13774"/>
                    </a:lnTo>
                    <a:lnTo>
                      <a:pt x="21241" y="13874"/>
                    </a:lnTo>
                    <a:lnTo>
                      <a:pt x="21370" y="13975"/>
                    </a:lnTo>
                    <a:lnTo>
                      <a:pt x="21527" y="14046"/>
                    </a:lnTo>
                    <a:lnTo>
                      <a:pt x="21670" y="14118"/>
                    </a:lnTo>
                    <a:lnTo>
                      <a:pt x="21842" y="14175"/>
                    </a:lnTo>
                    <a:lnTo>
                      <a:pt x="21999" y="14203"/>
                    </a:lnTo>
                    <a:lnTo>
                      <a:pt x="22171" y="14232"/>
                    </a:lnTo>
                    <a:lnTo>
                      <a:pt x="22542" y="14246"/>
                    </a:lnTo>
                    <a:lnTo>
                      <a:pt x="22728" y="14261"/>
                    </a:lnTo>
                    <a:lnTo>
                      <a:pt x="22814" y="14289"/>
                    </a:lnTo>
                    <a:lnTo>
                      <a:pt x="22900" y="14332"/>
                    </a:lnTo>
                    <a:lnTo>
                      <a:pt x="23043" y="14389"/>
                    </a:lnTo>
                    <a:lnTo>
                      <a:pt x="22886" y="14547"/>
                    </a:lnTo>
                    <a:lnTo>
                      <a:pt x="22757" y="14704"/>
                    </a:lnTo>
                    <a:lnTo>
                      <a:pt x="22643" y="14890"/>
                    </a:lnTo>
                    <a:lnTo>
                      <a:pt x="22571" y="15076"/>
                    </a:lnTo>
                    <a:lnTo>
                      <a:pt x="22528" y="15205"/>
                    </a:lnTo>
                    <a:lnTo>
                      <a:pt x="22499" y="15319"/>
                    </a:lnTo>
                    <a:lnTo>
                      <a:pt x="22457" y="15576"/>
                    </a:lnTo>
                    <a:lnTo>
                      <a:pt x="22457" y="15705"/>
                    </a:lnTo>
                    <a:lnTo>
                      <a:pt x="22457" y="15834"/>
                    </a:lnTo>
                    <a:lnTo>
                      <a:pt x="22471" y="15963"/>
                    </a:lnTo>
                    <a:lnTo>
                      <a:pt x="22499" y="16091"/>
                    </a:lnTo>
                    <a:lnTo>
                      <a:pt x="22528" y="16220"/>
                    </a:lnTo>
                    <a:lnTo>
                      <a:pt x="22571" y="16335"/>
                    </a:lnTo>
                    <a:lnTo>
                      <a:pt x="22614" y="16449"/>
                    </a:lnTo>
                    <a:lnTo>
                      <a:pt x="22685" y="16549"/>
                    </a:lnTo>
                    <a:lnTo>
                      <a:pt x="22757" y="16649"/>
                    </a:lnTo>
                    <a:lnTo>
                      <a:pt x="22828" y="16735"/>
                    </a:lnTo>
                    <a:lnTo>
                      <a:pt x="22914" y="16821"/>
                    </a:lnTo>
                    <a:lnTo>
                      <a:pt x="23029" y="16892"/>
                    </a:lnTo>
                    <a:lnTo>
                      <a:pt x="23215" y="17007"/>
                    </a:lnTo>
                    <a:lnTo>
                      <a:pt x="23372" y="17136"/>
                    </a:lnTo>
                    <a:lnTo>
                      <a:pt x="23486" y="17236"/>
                    </a:lnTo>
                    <a:lnTo>
                      <a:pt x="23572" y="17336"/>
                    </a:lnTo>
                    <a:lnTo>
                      <a:pt x="23629" y="17436"/>
                    </a:lnTo>
                    <a:lnTo>
                      <a:pt x="23658" y="17522"/>
                    </a:lnTo>
                    <a:lnTo>
                      <a:pt x="23658" y="17608"/>
                    </a:lnTo>
                    <a:lnTo>
                      <a:pt x="23658" y="17679"/>
                    </a:lnTo>
                    <a:lnTo>
                      <a:pt x="23629" y="17751"/>
                    </a:lnTo>
                    <a:lnTo>
                      <a:pt x="23587" y="17822"/>
                    </a:lnTo>
                    <a:lnTo>
                      <a:pt x="23486" y="17951"/>
                    </a:lnTo>
                    <a:lnTo>
                      <a:pt x="23386" y="18065"/>
                    </a:lnTo>
                    <a:lnTo>
                      <a:pt x="23358" y="18122"/>
                    </a:lnTo>
                    <a:lnTo>
                      <a:pt x="23329" y="18165"/>
                    </a:lnTo>
                    <a:lnTo>
                      <a:pt x="23200" y="18552"/>
                    </a:lnTo>
                    <a:lnTo>
                      <a:pt x="23143" y="18737"/>
                    </a:lnTo>
                    <a:lnTo>
                      <a:pt x="23100" y="18938"/>
                    </a:lnTo>
                    <a:lnTo>
                      <a:pt x="23072" y="19138"/>
                    </a:lnTo>
                    <a:lnTo>
                      <a:pt x="23057" y="19338"/>
                    </a:lnTo>
                    <a:lnTo>
                      <a:pt x="23057" y="19538"/>
                    </a:lnTo>
                    <a:lnTo>
                      <a:pt x="23072" y="19724"/>
                    </a:lnTo>
                    <a:lnTo>
                      <a:pt x="23115" y="19925"/>
                    </a:lnTo>
                    <a:lnTo>
                      <a:pt x="23172" y="20125"/>
                    </a:lnTo>
                    <a:lnTo>
                      <a:pt x="23258" y="20297"/>
                    </a:lnTo>
                    <a:lnTo>
                      <a:pt x="23358" y="20468"/>
                    </a:lnTo>
                    <a:lnTo>
                      <a:pt x="23486" y="20625"/>
                    </a:lnTo>
                    <a:lnTo>
                      <a:pt x="23629" y="20769"/>
                    </a:lnTo>
                    <a:lnTo>
                      <a:pt x="23787" y="20883"/>
                    </a:lnTo>
                    <a:lnTo>
                      <a:pt x="23973" y="20969"/>
                    </a:lnTo>
                    <a:lnTo>
                      <a:pt x="23873" y="21283"/>
                    </a:lnTo>
                    <a:lnTo>
                      <a:pt x="23787" y="21612"/>
                    </a:lnTo>
                    <a:lnTo>
                      <a:pt x="23744" y="21956"/>
                    </a:lnTo>
                    <a:lnTo>
                      <a:pt x="23730" y="22113"/>
                    </a:lnTo>
                    <a:lnTo>
                      <a:pt x="23730" y="22285"/>
                    </a:lnTo>
                    <a:lnTo>
                      <a:pt x="23730" y="22442"/>
                    </a:lnTo>
                    <a:lnTo>
                      <a:pt x="23758" y="22599"/>
                    </a:lnTo>
                    <a:lnTo>
                      <a:pt x="23787" y="22757"/>
                    </a:lnTo>
                    <a:lnTo>
                      <a:pt x="23830" y="22900"/>
                    </a:lnTo>
                    <a:lnTo>
                      <a:pt x="23901" y="23043"/>
                    </a:lnTo>
                    <a:lnTo>
                      <a:pt x="23973" y="23171"/>
                    </a:lnTo>
                    <a:lnTo>
                      <a:pt x="24073" y="23300"/>
                    </a:lnTo>
                    <a:lnTo>
                      <a:pt x="24187" y="23415"/>
                    </a:lnTo>
                    <a:lnTo>
                      <a:pt x="24316" y="23515"/>
                    </a:lnTo>
                    <a:lnTo>
                      <a:pt x="24445" y="23601"/>
                    </a:lnTo>
                    <a:lnTo>
                      <a:pt x="24602" y="23658"/>
                    </a:lnTo>
                    <a:lnTo>
                      <a:pt x="24745" y="23715"/>
                    </a:lnTo>
                    <a:lnTo>
                      <a:pt x="24902" y="23758"/>
                    </a:lnTo>
                    <a:lnTo>
                      <a:pt x="25074" y="23786"/>
                    </a:lnTo>
                    <a:lnTo>
                      <a:pt x="25231" y="23801"/>
                    </a:lnTo>
                    <a:lnTo>
                      <a:pt x="25632" y="23801"/>
                    </a:lnTo>
                    <a:lnTo>
                      <a:pt x="25875" y="23786"/>
                    </a:lnTo>
                    <a:lnTo>
                      <a:pt x="26104" y="23758"/>
                    </a:lnTo>
                    <a:lnTo>
                      <a:pt x="26333" y="23715"/>
                    </a:lnTo>
                    <a:lnTo>
                      <a:pt x="26562" y="23643"/>
                    </a:lnTo>
                    <a:lnTo>
                      <a:pt x="26776" y="23543"/>
                    </a:lnTo>
                    <a:lnTo>
                      <a:pt x="26976" y="23429"/>
                    </a:lnTo>
                    <a:lnTo>
                      <a:pt x="27162" y="23286"/>
                    </a:lnTo>
                    <a:lnTo>
                      <a:pt x="27248" y="23214"/>
                    </a:lnTo>
                    <a:lnTo>
                      <a:pt x="27334" y="23129"/>
                    </a:lnTo>
                    <a:lnTo>
                      <a:pt x="27406" y="23028"/>
                    </a:lnTo>
                    <a:lnTo>
                      <a:pt x="27477" y="22928"/>
                    </a:lnTo>
                    <a:lnTo>
                      <a:pt x="27534" y="22828"/>
                    </a:lnTo>
                    <a:lnTo>
                      <a:pt x="27591" y="22728"/>
                    </a:lnTo>
                    <a:lnTo>
                      <a:pt x="27634" y="22614"/>
                    </a:lnTo>
                    <a:lnTo>
                      <a:pt x="27663" y="22499"/>
                    </a:lnTo>
                    <a:lnTo>
                      <a:pt x="27692" y="22385"/>
                    </a:lnTo>
                    <a:lnTo>
                      <a:pt x="27706" y="22270"/>
                    </a:lnTo>
                    <a:lnTo>
                      <a:pt x="27706" y="22156"/>
                    </a:lnTo>
                    <a:lnTo>
                      <a:pt x="27706" y="22041"/>
                    </a:lnTo>
                    <a:lnTo>
                      <a:pt x="27692" y="21927"/>
                    </a:lnTo>
                    <a:lnTo>
                      <a:pt x="27663" y="21813"/>
                    </a:lnTo>
                    <a:lnTo>
                      <a:pt x="27620" y="21698"/>
                    </a:lnTo>
                    <a:lnTo>
                      <a:pt x="27563" y="21598"/>
                    </a:lnTo>
                    <a:lnTo>
                      <a:pt x="27734" y="21555"/>
                    </a:lnTo>
                    <a:lnTo>
                      <a:pt x="27878" y="21498"/>
                    </a:lnTo>
                    <a:lnTo>
                      <a:pt x="28035" y="21441"/>
                    </a:lnTo>
                    <a:lnTo>
                      <a:pt x="28178" y="21369"/>
                    </a:lnTo>
                    <a:lnTo>
                      <a:pt x="28335" y="21283"/>
                    </a:lnTo>
                    <a:lnTo>
                      <a:pt x="28464" y="21198"/>
                    </a:lnTo>
                    <a:lnTo>
                      <a:pt x="28736" y="20997"/>
                    </a:lnTo>
                    <a:lnTo>
                      <a:pt x="28979" y="20783"/>
                    </a:lnTo>
                    <a:lnTo>
                      <a:pt x="29208" y="20540"/>
                    </a:lnTo>
                    <a:lnTo>
                      <a:pt x="29408" y="20268"/>
                    </a:lnTo>
                    <a:lnTo>
                      <a:pt x="29580" y="19982"/>
                    </a:lnTo>
                    <a:lnTo>
                      <a:pt x="29723" y="19696"/>
                    </a:lnTo>
                    <a:lnTo>
                      <a:pt x="29851" y="19381"/>
                    </a:lnTo>
                    <a:lnTo>
                      <a:pt x="29937" y="19066"/>
                    </a:lnTo>
                    <a:lnTo>
                      <a:pt x="29994" y="18737"/>
                    </a:lnTo>
                    <a:lnTo>
                      <a:pt x="30023" y="18409"/>
                    </a:lnTo>
                    <a:lnTo>
                      <a:pt x="30037" y="18251"/>
                    </a:lnTo>
                    <a:lnTo>
                      <a:pt x="30023" y="18080"/>
                    </a:lnTo>
                    <a:lnTo>
                      <a:pt x="30009" y="17922"/>
                    </a:lnTo>
                    <a:lnTo>
                      <a:pt x="29980" y="17751"/>
                    </a:lnTo>
                    <a:lnTo>
                      <a:pt x="29951" y="17593"/>
                    </a:lnTo>
                    <a:lnTo>
                      <a:pt x="29909" y="17436"/>
                    </a:lnTo>
                    <a:lnTo>
                      <a:pt x="30080" y="17293"/>
                    </a:lnTo>
                    <a:lnTo>
                      <a:pt x="30238" y="17121"/>
                    </a:lnTo>
                    <a:lnTo>
                      <a:pt x="30381" y="16935"/>
                    </a:lnTo>
                    <a:lnTo>
                      <a:pt x="30524" y="16735"/>
                    </a:lnTo>
                    <a:lnTo>
                      <a:pt x="30652" y="16506"/>
                    </a:lnTo>
                    <a:lnTo>
                      <a:pt x="30781" y="16263"/>
                    </a:lnTo>
                    <a:lnTo>
                      <a:pt x="30881" y="16020"/>
                    </a:lnTo>
                    <a:lnTo>
                      <a:pt x="30967" y="15762"/>
                    </a:lnTo>
                    <a:lnTo>
                      <a:pt x="31039" y="15505"/>
                    </a:lnTo>
                    <a:lnTo>
                      <a:pt x="31081" y="15233"/>
                    </a:lnTo>
                    <a:lnTo>
                      <a:pt x="31110" y="14976"/>
                    </a:lnTo>
                    <a:lnTo>
                      <a:pt x="31124" y="14718"/>
                    </a:lnTo>
                    <a:lnTo>
                      <a:pt x="31110" y="14475"/>
                    </a:lnTo>
                    <a:lnTo>
                      <a:pt x="31067" y="14232"/>
                    </a:lnTo>
                    <a:lnTo>
                      <a:pt x="30996" y="14003"/>
                    </a:lnTo>
                    <a:lnTo>
                      <a:pt x="30938" y="13889"/>
                    </a:lnTo>
                    <a:lnTo>
                      <a:pt x="30895" y="13789"/>
                    </a:lnTo>
                    <a:lnTo>
                      <a:pt x="30724" y="13503"/>
                    </a:lnTo>
                    <a:lnTo>
                      <a:pt x="30581" y="13274"/>
                    </a:lnTo>
                    <a:lnTo>
                      <a:pt x="30452" y="13073"/>
                    </a:lnTo>
                    <a:lnTo>
                      <a:pt x="30338" y="12930"/>
                    </a:lnTo>
                    <a:lnTo>
                      <a:pt x="30152" y="12730"/>
                    </a:lnTo>
                    <a:lnTo>
                      <a:pt x="30052" y="12601"/>
                    </a:lnTo>
                    <a:lnTo>
                      <a:pt x="30037" y="12559"/>
                    </a:lnTo>
                    <a:lnTo>
                      <a:pt x="30023" y="12516"/>
                    </a:lnTo>
                    <a:lnTo>
                      <a:pt x="30037" y="12473"/>
                    </a:lnTo>
                    <a:lnTo>
                      <a:pt x="30080" y="12430"/>
                    </a:lnTo>
                    <a:lnTo>
                      <a:pt x="30195" y="12272"/>
                    </a:lnTo>
                    <a:lnTo>
                      <a:pt x="30395" y="12015"/>
                    </a:lnTo>
                    <a:lnTo>
                      <a:pt x="30524" y="11829"/>
                    </a:lnTo>
                    <a:lnTo>
                      <a:pt x="30638" y="11629"/>
                    </a:lnTo>
                    <a:lnTo>
                      <a:pt x="30724" y="11429"/>
                    </a:lnTo>
                    <a:lnTo>
                      <a:pt x="30795" y="11214"/>
                    </a:lnTo>
                    <a:lnTo>
                      <a:pt x="30838" y="11014"/>
                    </a:lnTo>
                    <a:lnTo>
                      <a:pt x="30881" y="10785"/>
                    </a:lnTo>
                    <a:lnTo>
                      <a:pt x="30895" y="10570"/>
                    </a:lnTo>
                    <a:lnTo>
                      <a:pt x="30895" y="10356"/>
                    </a:lnTo>
                    <a:lnTo>
                      <a:pt x="30881" y="10127"/>
                    </a:lnTo>
                    <a:lnTo>
                      <a:pt x="30853" y="9912"/>
                    </a:lnTo>
                    <a:lnTo>
                      <a:pt x="30810" y="9684"/>
                    </a:lnTo>
                    <a:lnTo>
                      <a:pt x="30752" y="9469"/>
                    </a:lnTo>
                    <a:lnTo>
                      <a:pt x="30681" y="9255"/>
                    </a:lnTo>
                    <a:lnTo>
                      <a:pt x="30595" y="9040"/>
                    </a:lnTo>
                    <a:lnTo>
                      <a:pt x="30509" y="8825"/>
                    </a:lnTo>
                    <a:lnTo>
                      <a:pt x="30409" y="8625"/>
                    </a:lnTo>
                    <a:lnTo>
                      <a:pt x="30295" y="8425"/>
                    </a:lnTo>
                    <a:lnTo>
                      <a:pt x="30166" y="8239"/>
                    </a:lnTo>
                    <a:lnTo>
                      <a:pt x="30037" y="8053"/>
                    </a:lnTo>
                    <a:lnTo>
                      <a:pt x="29909" y="7867"/>
                    </a:lnTo>
                    <a:lnTo>
                      <a:pt x="29766" y="7710"/>
                    </a:lnTo>
                    <a:lnTo>
                      <a:pt x="29608" y="7552"/>
                    </a:lnTo>
                    <a:lnTo>
                      <a:pt x="29451" y="7395"/>
                    </a:lnTo>
                    <a:lnTo>
                      <a:pt x="29294" y="7266"/>
                    </a:lnTo>
                    <a:lnTo>
                      <a:pt x="29136" y="7152"/>
                    </a:lnTo>
                    <a:lnTo>
                      <a:pt x="28965" y="7038"/>
                    </a:lnTo>
                    <a:lnTo>
                      <a:pt x="28793" y="6952"/>
                    </a:lnTo>
                    <a:lnTo>
                      <a:pt x="28621" y="6866"/>
                    </a:lnTo>
                    <a:lnTo>
                      <a:pt x="28450" y="6809"/>
                    </a:lnTo>
                    <a:lnTo>
                      <a:pt x="28264" y="6766"/>
                    </a:lnTo>
                    <a:lnTo>
                      <a:pt x="28092" y="6737"/>
                    </a:lnTo>
                    <a:lnTo>
                      <a:pt x="27920" y="6723"/>
                    </a:lnTo>
                    <a:lnTo>
                      <a:pt x="27892" y="6351"/>
                    </a:lnTo>
                    <a:lnTo>
                      <a:pt x="27849" y="6008"/>
                    </a:lnTo>
                    <a:lnTo>
                      <a:pt x="27806" y="5679"/>
                    </a:lnTo>
                    <a:lnTo>
                      <a:pt x="27734" y="5378"/>
                    </a:lnTo>
                    <a:lnTo>
                      <a:pt x="27634" y="5078"/>
                    </a:lnTo>
                    <a:lnTo>
                      <a:pt x="27506" y="4792"/>
                    </a:lnTo>
                    <a:lnTo>
                      <a:pt x="27420" y="4649"/>
                    </a:lnTo>
                    <a:lnTo>
                      <a:pt x="27334" y="4506"/>
                    </a:lnTo>
                    <a:lnTo>
                      <a:pt x="27119" y="4206"/>
                    </a:lnTo>
                    <a:lnTo>
                      <a:pt x="26948" y="3991"/>
                    </a:lnTo>
                    <a:lnTo>
                      <a:pt x="26762" y="3805"/>
                    </a:lnTo>
                    <a:lnTo>
                      <a:pt x="26576" y="3619"/>
                    </a:lnTo>
                    <a:lnTo>
                      <a:pt x="26390" y="3462"/>
                    </a:lnTo>
                    <a:lnTo>
                      <a:pt x="26204" y="3319"/>
                    </a:lnTo>
                    <a:lnTo>
                      <a:pt x="26004" y="3190"/>
                    </a:lnTo>
                    <a:lnTo>
                      <a:pt x="25804" y="3061"/>
                    </a:lnTo>
                    <a:lnTo>
                      <a:pt x="25603" y="2961"/>
                    </a:lnTo>
                    <a:lnTo>
                      <a:pt x="25403" y="2861"/>
                    </a:lnTo>
                    <a:lnTo>
                      <a:pt x="25188" y="2790"/>
                    </a:lnTo>
                    <a:lnTo>
                      <a:pt x="24988" y="2718"/>
                    </a:lnTo>
                    <a:lnTo>
                      <a:pt x="24788" y="2647"/>
                    </a:lnTo>
                    <a:lnTo>
                      <a:pt x="24573" y="2604"/>
                    </a:lnTo>
                    <a:lnTo>
                      <a:pt x="24373" y="2561"/>
                    </a:lnTo>
                    <a:lnTo>
                      <a:pt x="23973" y="2503"/>
                    </a:lnTo>
                    <a:lnTo>
                      <a:pt x="23587" y="2489"/>
                    </a:lnTo>
                    <a:lnTo>
                      <a:pt x="23215" y="2489"/>
                    </a:lnTo>
                    <a:lnTo>
                      <a:pt x="22871" y="2518"/>
                    </a:lnTo>
                    <a:lnTo>
                      <a:pt x="22542" y="2561"/>
                    </a:lnTo>
                    <a:lnTo>
                      <a:pt x="22256" y="2618"/>
                    </a:lnTo>
                    <a:lnTo>
                      <a:pt x="21999" y="2689"/>
                    </a:lnTo>
                    <a:lnTo>
                      <a:pt x="21784" y="2761"/>
                    </a:lnTo>
                    <a:lnTo>
                      <a:pt x="21613" y="2832"/>
                    </a:lnTo>
                    <a:lnTo>
                      <a:pt x="21441" y="2461"/>
                    </a:lnTo>
                    <a:lnTo>
                      <a:pt x="21255" y="2117"/>
                    </a:lnTo>
                    <a:lnTo>
                      <a:pt x="21055" y="1803"/>
                    </a:lnTo>
                    <a:lnTo>
                      <a:pt x="20855" y="1531"/>
                    </a:lnTo>
                    <a:lnTo>
                      <a:pt x="20640" y="1288"/>
                    </a:lnTo>
                    <a:lnTo>
                      <a:pt x="20426" y="1073"/>
                    </a:lnTo>
                    <a:lnTo>
                      <a:pt x="20197" y="887"/>
                    </a:lnTo>
                    <a:lnTo>
                      <a:pt x="19968" y="730"/>
                    </a:lnTo>
                    <a:lnTo>
                      <a:pt x="19725" y="601"/>
                    </a:lnTo>
                    <a:lnTo>
                      <a:pt x="19496" y="487"/>
                    </a:lnTo>
                    <a:lnTo>
                      <a:pt x="19253" y="401"/>
                    </a:lnTo>
                    <a:lnTo>
                      <a:pt x="19010" y="344"/>
                    </a:lnTo>
                    <a:lnTo>
                      <a:pt x="18781" y="301"/>
                    </a:lnTo>
                    <a:lnTo>
                      <a:pt x="18537" y="286"/>
                    </a:lnTo>
                    <a:lnTo>
                      <a:pt x="18294" y="286"/>
                    </a:lnTo>
                    <a:lnTo>
                      <a:pt x="18065" y="301"/>
                    </a:lnTo>
                    <a:lnTo>
                      <a:pt x="17837" y="315"/>
                    </a:lnTo>
                    <a:lnTo>
                      <a:pt x="17608" y="358"/>
                    </a:lnTo>
                    <a:lnTo>
                      <a:pt x="17393" y="415"/>
                    </a:lnTo>
                    <a:lnTo>
                      <a:pt x="17179" y="487"/>
                    </a:lnTo>
                    <a:lnTo>
                      <a:pt x="16978" y="558"/>
                    </a:lnTo>
                    <a:lnTo>
                      <a:pt x="16778" y="630"/>
                    </a:lnTo>
                    <a:lnTo>
                      <a:pt x="16592" y="716"/>
                    </a:lnTo>
                    <a:lnTo>
                      <a:pt x="16421" y="816"/>
                    </a:lnTo>
                    <a:lnTo>
                      <a:pt x="16249" y="916"/>
                    </a:lnTo>
                    <a:lnTo>
                      <a:pt x="16106" y="1016"/>
                    </a:lnTo>
                    <a:lnTo>
                      <a:pt x="15963" y="1116"/>
                    </a:lnTo>
                    <a:lnTo>
                      <a:pt x="15834" y="1202"/>
                    </a:lnTo>
                    <a:lnTo>
                      <a:pt x="15734" y="1302"/>
                    </a:lnTo>
                    <a:lnTo>
                      <a:pt x="15648" y="1402"/>
                    </a:lnTo>
                    <a:lnTo>
                      <a:pt x="15577" y="1488"/>
                    </a:lnTo>
                    <a:lnTo>
                      <a:pt x="15520" y="1574"/>
                    </a:lnTo>
                    <a:lnTo>
                      <a:pt x="15319" y="1288"/>
                    </a:lnTo>
                    <a:lnTo>
                      <a:pt x="15119" y="1045"/>
                    </a:lnTo>
                    <a:lnTo>
                      <a:pt x="14919" y="830"/>
                    </a:lnTo>
                    <a:lnTo>
                      <a:pt x="14719" y="644"/>
                    </a:lnTo>
                    <a:lnTo>
                      <a:pt x="14518" y="487"/>
                    </a:lnTo>
                    <a:lnTo>
                      <a:pt x="14318" y="344"/>
                    </a:lnTo>
                    <a:lnTo>
                      <a:pt x="14118" y="229"/>
                    </a:lnTo>
                    <a:lnTo>
                      <a:pt x="13932" y="143"/>
                    </a:lnTo>
                    <a:lnTo>
                      <a:pt x="13732" y="72"/>
                    </a:lnTo>
                    <a:lnTo>
                      <a:pt x="13546" y="29"/>
                    </a:lnTo>
                    <a:lnTo>
                      <a:pt x="13345" y="15"/>
                    </a:lnTo>
                    <a:lnTo>
                      <a:pt x="131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9"/>
              <p:cNvSpPr/>
              <p:nvPr/>
            </p:nvSpPr>
            <p:spPr>
              <a:xfrm>
                <a:off x="5827532" y="2127772"/>
                <a:ext cx="44068" cy="61964"/>
              </a:xfrm>
              <a:custGeom>
                <a:avLst/>
                <a:gdLst/>
                <a:ahLst/>
                <a:cxnLst/>
                <a:rect l="l" t="t" r="r" b="b"/>
                <a:pathLst>
                  <a:path w="1374" h="1932" extrusionOk="0">
                    <a:moveTo>
                      <a:pt x="630" y="0"/>
                    </a:moveTo>
                    <a:lnTo>
                      <a:pt x="559" y="29"/>
                    </a:lnTo>
                    <a:lnTo>
                      <a:pt x="487" y="58"/>
                    </a:lnTo>
                    <a:lnTo>
                      <a:pt x="373" y="129"/>
                    </a:lnTo>
                    <a:lnTo>
                      <a:pt x="258" y="244"/>
                    </a:lnTo>
                    <a:lnTo>
                      <a:pt x="158" y="387"/>
                    </a:lnTo>
                    <a:lnTo>
                      <a:pt x="87" y="544"/>
                    </a:lnTo>
                    <a:lnTo>
                      <a:pt x="30" y="716"/>
                    </a:lnTo>
                    <a:lnTo>
                      <a:pt x="1" y="916"/>
                    </a:lnTo>
                    <a:lnTo>
                      <a:pt x="1" y="1116"/>
                    </a:lnTo>
                    <a:lnTo>
                      <a:pt x="30" y="1302"/>
                    </a:lnTo>
                    <a:lnTo>
                      <a:pt x="72" y="1459"/>
                    </a:lnTo>
                    <a:lnTo>
                      <a:pt x="158" y="1617"/>
                    </a:lnTo>
                    <a:lnTo>
                      <a:pt x="244" y="1745"/>
                    </a:lnTo>
                    <a:lnTo>
                      <a:pt x="358" y="1845"/>
                    </a:lnTo>
                    <a:lnTo>
                      <a:pt x="416" y="1874"/>
                    </a:lnTo>
                    <a:lnTo>
                      <a:pt x="473" y="1903"/>
                    </a:lnTo>
                    <a:lnTo>
                      <a:pt x="544" y="1931"/>
                    </a:lnTo>
                    <a:lnTo>
                      <a:pt x="759" y="1931"/>
                    </a:lnTo>
                    <a:lnTo>
                      <a:pt x="816" y="1903"/>
                    </a:lnTo>
                    <a:lnTo>
                      <a:pt x="888" y="1874"/>
                    </a:lnTo>
                    <a:lnTo>
                      <a:pt x="1016" y="1803"/>
                    </a:lnTo>
                    <a:lnTo>
                      <a:pt x="1117" y="1688"/>
                    </a:lnTo>
                    <a:lnTo>
                      <a:pt x="1217" y="1559"/>
                    </a:lnTo>
                    <a:lnTo>
                      <a:pt x="1288" y="1388"/>
                    </a:lnTo>
                    <a:lnTo>
                      <a:pt x="1345" y="1216"/>
                    </a:lnTo>
                    <a:lnTo>
                      <a:pt x="1374" y="1016"/>
                    </a:lnTo>
                    <a:lnTo>
                      <a:pt x="1374" y="830"/>
                    </a:lnTo>
                    <a:lnTo>
                      <a:pt x="1345" y="644"/>
                    </a:lnTo>
                    <a:lnTo>
                      <a:pt x="1302" y="472"/>
                    </a:lnTo>
                    <a:lnTo>
                      <a:pt x="1231" y="315"/>
                    </a:lnTo>
                    <a:lnTo>
                      <a:pt x="1131" y="186"/>
                    </a:lnTo>
                    <a:lnTo>
                      <a:pt x="1031" y="100"/>
                    </a:lnTo>
                    <a:lnTo>
                      <a:pt x="959" y="58"/>
                    </a:lnTo>
                    <a:lnTo>
                      <a:pt x="902" y="29"/>
                    </a:lnTo>
                    <a:lnTo>
                      <a:pt x="830" y="15"/>
                    </a:lnTo>
                    <a:lnTo>
                      <a:pt x="759" y="0"/>
                    </a:lnTo>
                    <a:close/>
                  </a:path>
                </a:pathLst>
              </a:custGeom>
              <a:solidFill>
                <a:srgbClr val="352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9"/>
              <p:cNvSpPr/>
              <p:nvPr/>
            </p:nvSpPr>
            <p:spPr>
              <a:xfrm>
                <a:off x="5494502" y="2097048"/>
                <a:ext cx="44068" cy="62413"/>
              </a:xfrm>
              <a:custGeom>
                <a:avLst/>
                <a:gdLst/>
                <a:ahLst/>
                <a:cxnLst/>
                <a:rect l="l" t="t" r="r" b="b"/>
                <a:pathLst>
                  <a:path w="1374" h="1946" extrusionOk="0">
                    <a:moveTo>
                      <a:pt x="702" y="0"/>
                    </a:moveTo>
                    <a:lnTo>
                      <a:pt x="630" y="14"/>
                    </a:lnTo>
                    <a:lnTo>
                      <a:pt x="559" y="29"/>
                    </a:lnTo>
                    <a:lnTo>
                      <a:pt x="487" y="57"/>
                    </a:lnTo>
                    <a:lnTo>
                      <a:pt x="373" y="143"/>
                    </a:lnTo>
                    <a:lnTo>
                      <a:pt x="258" y="243"/>
                    </a:lnTo>
                    <a:lnTo>
                      <a:pt x="158" y="386"/>
                    </a:lnTo>
                    <a:lnTo>
                      <a:pt x="87" y="544"/>
                    </a:lnTo>
                    <a:lnTo>
                      <a:pt x="29" y="730"/>
                    </a:lnTo>
                    <a:lnTo>
                      <a:pt x="1" y="915"/>
                    </a:lnTo>
                    <a:lnTo>
                      <a:pt x="1" y="1116"/>
                    </a:lnTo>
                    <a:lnTo>
                      <a:pt x="29" y="1302"/>
                    </a:lnTo>
                    <a:lnTo>
                      <a:pt x="87" y="1473"/>
                    </a:lnTo>
                    <a:lnTo>
                      <a:pt x="158" y="1616"/>
                    </a:lnTo>
                    <a:lnTo>
                      <a:pt x="244" y="1745"/>
                    </a:lnTo>
                    <a:lnTo>
                      <a:pt x="358" y="1845"/>
                    </a:lnTo>
                    <a:lnTo>
                      <a:pt x="416" y="1888"/>
                    </a:lnTo>
                    <a:lnTo>
                      <a:pt x="487" y="1917"/>
                    </a:lnTo>
                    <a:lnTo>
                      <a:pt x="544" y="1931"/>
                    </a:lnTo>
                    <a:lnTo>
                      <a:pt x="616" y="1945"/>
                    </a:lnTo>
                    <a:lnTo>
                      <a:pt x="687" y="1945"/>
                    </a:lnTo>
                    <a:lnTo>
                      <a:pt x="759" y="1931"/>
                    </a:lnTo>
                    <a:lnTo>
                      <a:pt x="830" y="1917"/>
                    </a:lnTo>
                    <a:lnTo>
                      <a:pt x="888" y="1888"/>
                    </a:lnTo>
                    <a:lnTo>
                      <a:pt x="1016" y="1802"/>
                    </a:lnTo>
                    <a:lnTo>
                      <a:pt x="1131" y="1702"/>
                    </a:lnTo>
                    <a:lnTo>
                      <a:pt x="1217" y="1559"/>
                    </a:lnTo>
                    <a:lnTo>
                      <a:pt x="1288" y="1402"/>
                    </a:lnTo>
                    <a:lnTo>
                      <a:pt x="1345" y="1216"/>
                    </a:lnTo>
                    <a:lnTo>
                      <a:pt x="1374" y="1030"/>
                    </a:lnTo>
                    <a:lnTo>
                      <a:pt x="1374" y="830"/>
                    </a:lnTo>
                    <a:lnTo>
                      <a:pt x="1345" y="644"/>
                    </a:lnTo>
                    <a:lnTo>
                      <a:pt x="1302" y="472"/>
                    </a:lnTo>
                    <a:lnTo>
                      <a:pt x="1231" y="329"/>
                    </a:lnTo>
                    <a:lnTo>
                      <a:pt x="1131" y="200"/>
                    </a:lnTo>
                    <a:lnTo>
                      <a:pt x="1031" y="100"/>
                    </a:lnTo>
                    <a:lnTo>
                      <a:pt x="973" y="57"/>
                    </a:lnTo>
                    <a:lnTo>
                      <a:pt x="902" y="29"/>
                    </a:lnTo>
                    <a:lnTo>
                      <a:pt x="830" y="14"/>
                    </a:lnTo>
                    <a:lnTo>
                      <a:pt x="759" y="0"/>
                    </a:lnTo>
                    <a:close/>
                  </a:path>
                </a:pathLst>
              </a:custGeom>
              <a:solidFill>
                <a:srgbClr val="352A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9"/>
              <p:cNvSpPr/>
              <p:nvPr/>
            </p:nvSpPr>
            <p:spPr>
              <a:xfrm>
                <a:off x="5608741" y="2258047"/>
                <a:ext cx="107828" cy="77102"/>
              </a:xfrm>
              <a:custGeom>
                <a:avLst/>
                <a:gdLst/>
                <a:ahLst/>
                <a:cxnLst/>
                <a:rect l="l" t="t" r="r" b="b"/>
                <a:pathLst>
                  <a:path w="3362" h="2404" extrusionOk="0">
                    <a:moveTo>
                      <a:pt x="3333" y="0"/>
                    </a:moveTo>
                    <a:lnTo>
                      <a:pt x="3319" y="43"/>
                    </a:lnTo>
                    <a:lnTo>
                      <a:pt x="3261" y="72"/>
                    </a:lnTo>
                    <a:lnTo>
                      <a:pt x="3133" y="172"/>
                    </a:lnTo>
                    <a:lnTo>
                      <a:pt x="2932" y="272"/>
                    </a:lnTo>
                    <a:lnTo>
                      <a:pt x="2704" y="372"/>
                    </a:lnTo>
                    <a:lnTo>
                      <a:pt x="2446" y="458"/>
                    </a:lnTo>
                    <a:lnTo>
                      <a:pt x="2203" y="544"/>
                    </a:lnTo>
                    <a:lnTo>
                      <a:pt x="1988" y="601"/>
                    </a:lnTo>
                    <a:lnTo>
                      <a:pt x="1802" y="644"/>
                    </a:lnTo>
                    <a:lnTo>
                      <a:pt x="1516" y="673"/>
                    </a:lnTo>
                    <a:lnTo>
                      <a:pt x="1230" y="658"/>
                    </a:lnTo>
                    <a:lnTo>
                      <a:pt x="959" y="630"/>
                    </a:lnTo>
                    <a:lnTo>
                      <a:pt x="715" y="573"/>
                    </a:lnTo>
                    <a:lnTo>
                      <a:pt x="501" y="501"/>
                    </a:lnTo>
                    <a:lnTo>
                      <a:pt x="401" y="444"/>
                    </a:lnTo>
                    <a:lnTo>
                      <a:pt x="301" y="401"/>
                    </a:lnTo>
                    <a:lnTo>
                      <a:pt x="215" y="329"/>
                    </a:lnTo>
                    <a:lnTo>
                      <a:pt x="143" y="272"/>
                    </a:lnTo>
                    <a:lnTo>
                      <a:pt x="86" y="201"/>
                    </a:lnTo>
                    <a:lnTo>
                      <a:pt x="29" y="115"/>
                    </a:lnTo>
                    <a:lnTo>
                      <a:pt x="15" y="186"/>
                    </a:lnTo>
                    <a:lnTo>
                      <a:pt x="0" y="387"/>
                    </a:lnTo>
                    <a:lnTo>
                      <a:pt x="0" y="673"/>
                    </a:lnTo>
                    <a:lnTo>
                      <a:pt x="15" y="830"/>
                    </a:lnTo>
                    <a:lnTo>
                      <a:pt x="29" y="1016"/>
                    </a:lnTo>
                    <a:lnTo>
                      <a:pt x="72" y="1188"/>
                    </a:lnTo>
                    <a:lnTo>
                      <a:pt x="115" y="1374"/>
                    </a:lnTo>
                    <a:lnTo>
                      <a:pt x="186" y="1559"/>
                    </a:lnTo>
                    <a:lnTo>
                      <a:pt x="272" y="1731"/>
                    </a:lnTo>
                    <a:lnTo>
                      <a:pt x="386" y="1888"/>
                    </a:lnTo>
                    <a:lnTo>
                      <a:pt x="515" y="2031"/>
                    </a:lnTo>
                    <a:lnTo>
                      <a:pt x="601" y="2103"/>
                    </a:lnTo>
                    <a:lnTo>
                      <a:pt x="687" y="2160"/>
                    </a:lnTo>
                    <a:lnTo>
                      <a:pt x="773" y="2217"/>
                    </a:lnTo>
                    <a:lnTo>
                      <a:pt x="887" y="2260"/>
                    </a:lnTo>
                    <a:lnTo>
                      <a:pt x="1044" y="2318"/>
                    </a:lnTo>
                    <a:lnTo>
                      <a:pt x="1202" y="2360"/>
                    </a:lnTo>
                    <a:lnTo>
                      <a:pt x="1373" y="2389"/>
                    </a:lnTo>
                    <a:lnTo>
                      <a:pt x="1516" y="2403"/>
                    </a:lnTo>
                    <a:lnTo>
                      <a:pt x="1674" y="2403"/>
                    </a:lnTo>
                    <a:lnTo>
                      <a:pt x="1817" y="2389"/>
                    </a:lnTo>
                    <a:lnTo>
                      <a:pt x="1960" y="2360"/>
                    </a:lnTo>
                    <a:lnTo>
                      <a:pt x="2103" y="2332"/>
                    </a:lnTo>
                    <a:lnTo>
                      <a:pt x="2232" y="2275"/>
                    </a:lnTo>
                    <a:lnTo>
                      <a:pt x="2360" y="2217"/>
                    </a:lnTo>
                    <a:lnTo>
                      <a:pt x="2475" y="2160"/>
                    </a:lnTo>
                    <a:lnTo>
                      <a:pt x="2589" y="2089"/>
                    </a:lnTo>
                    <a:lnTo>
                      <a:pt x="2689" y="2017"/>
                    </a:lnTo>
                    <a:lnTo>
                      <a:pt x="2789" y="1931"/>
                    </a:lnTo>
                    <a:lnTo>
                      <a:pt x="2875" y="1846"/>
                    </a:lnTo>
                    <a:lnTo>
                      <a:pt x="2961" y="1760"/>
                    </a:lnTo>
                    <a:lnTo>
                      <a:pt x="3047" y="1617"/>
                    </a:lnTo>
                    <a:lnTo>
                      <a:pt x="3133" y="1474"/>
                    </a:lnTo>
                    <a:lnTo>
                      <a:pt x="3204" y="1331"/>
                    </a:lnTo>
                    <a:lnTo>
                      <a:pt x="3261" y="1188"/>
                    </a:lnTo>
                    <a:lnTo>
                      <a:pt x="3304" y="1030"/>
                    </a:lnTo>
                    <a:lnTo>
                      <a:pt x="3333" y="887"/>
                    </a:lnTo>
                    <a:lnTo>
                      <a:pt x="3362" y="615"/>
                    </a:lnTo>
                    <a:lnTo>
                      <a:pt x="3362" y="372"/>
                    </a:lnTo>
                    <a:lnTo>
                      <a:pt x="3362" y="172"/>
                    </a:lnTo>
                    <a:lnTo>
                      <a:pt x="3333" y="0"/>
                    </a:lnTo>
                    <a:close/>
                  </a:path>
                </a:pathLst>
              </a:custGeom>
              <a:solidFill>
                <a:srgbClr val="F8F4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9"/>
              <p:cNvSpPr/>
              <p:nvPr/>
            </p:nvSpPr>
            <p:spPr>
              <a:xfrm>
                <a:off x="5970667" y="1586950"/>
                <a:ext cx="472524" cy="523904"/>
              </a:xfrm>
              <a:custGeom>
                <a:avLst/>
                <a:gdLst/>
                <a:ahLst/>
                <a:cxnLst/>
                <a:rect l="l" t="t" r="r" b="b"/>
                <a:pathLst>
                  <a:path w="14733" h="16335" extrusionOk="0">
                    <a:moveTo>
                      <a:pt x="7696" y="0"/>
                    </a:moveTo>
                    <a:lnTo>
                      <a:pt x="7467" y="14"/>
                    </a:lnTo>
                    <a:lnTo>
                      <a:pt x="7252" y="29"/>
                    </a:lnTo>
                    <a:lnTo>
                      <a:pt x="7038" y="72"/>
                    </a:lnTo>
                    <a:lnTo>
                      <a:pt x="6852" y="129"/>
                    </a:lnTo>
                    <a:lnTo>
                      <a:pt x="6666" y="186"/>
                    </a:lnTo>
                    <a:lnTo>
                      <a:pt x="6494" y="257"/>
                    </a:lnTo>
                    <a:lnTo>
                      <a:pt x="6337" y="329"/>
                    </a:lnTo>
                    <a:lnTo>
                      <a:pt x="6194" y="429"/>
                    </a:lnTo>
                    <a:lnTo>
                      <a:pt x="6065" y="515"/>
                    </a:lnTo>
                    <a:lnTo>
                      <a:pt x="5936" y="615"/>
                    </a:lnTo>
                    <a:lnTo>
                      <a:pt x="5822" y="715"/>
                    </a:lnTo>
                    <a:lnTo>
                      <a:pt x="5722" y="830"/>
                    </a:lnTo>
                    <a:lnTo>
                      <a:pt x="5536" y="1044"/>
                    </a:lnTo>
                    <a:lnTo>
                      <a:pt x="5393" y="1273"/>
                    </a:lnTo>
                    <a:lnTo>
                      <a:pt x="5278" y="1502"/>
                    </a:lnTo>
                    <a:lnTo>
                      <a:pt x="5178" y="1702"/>
                    </a:lnTo>
                    <a:lnTo>
                      <a:pt x="5121" y="1888"/>
                    </a:lnTo>
                    <a:lnTo>
                      <a:pt x="5078" y="2060"/>
                    </a:lnTo>
                    <a:lnTo>
                      <a:pt x="5050" y="2174"/>
                    </a:lnTo>
                    <a:lnTo>
                      <a:pt x="5021" y="2288"/>
                    </a:lnTo>
                    <a:lnTo>
                      <a:pt x="4806" y="2017"/>
                    </a:lnTo>
                    <a:lnTo>
                      <a:pt x="4592" y="1802"/>
                    </a:lnTo>
                    <a:lnTo>
                      <a:pt x="4363" y="1616"/>
                    </a:lnTo>
                    <a:lnTo>
                      <a:pt x="4148" y="1459"/>
                    </a:lnTo>
                    <a:lnTo>
                      <a:pt x="3934" y="1344"/>
                    </a:lnTo>
                    <a:lnTo>
                      <a:pt x="3719" y="1259"/>
                    </a:lnTo>
                    <a:lnTo>
                      <a:pt x="3505" y="1201"/>
                    </a:lnTo>
                    <a:lnTo>
                      <a:pt x="3305" y="1173"/>
                    </a:lnTo>
                    <a:lnTo>
                      <a:pt x="3104" y="1173"/>
                    </a:lnTo>
                    <a:lnTo>
                      <a:pt x="2904" y="1201"/>
                    </a:lnTo>
                    <a:lnTo>
                      <a:pt x="2704" y="1244"/>
                    </a:lnTo>
                    <a:lnTo>
                      <a:pt x="2518" y="1302"/>
                    </a:lnTo>
                    <a:lnTo>
                      <a:pt x="2332" y="1387"/>
                    </a:lnTo>
                    <a:lnTo>
                      <a:pt x="2160" y="1488"/>
                    </a:lnTo>
                    <a:lnTo>
                      <a:pt x="1989" y="1588"/>
                    </a:lnTo>
                    <a:lnTo>
                      <a:pt x="1817" y="1716"/>
                    </a:lnTo>
                    <a:lnTo>
                      <a:pt x="1660" y="1845"/>
                    </a:lnTo>
                    <a:lnTo>
                      <a:pt x="1502" y="1974"/>
                    </a:lnTo>
                    <a:lnTo>
                      <a:pt x="1231" y="2260"/>
                    </a:lnTo>
                    <a:lnTo>
                      <a:pt x="987" y="2546"/>
                    </a:lnTo>
                    <a:lnTo>
                      <a:pt x="773" y="2818"/>
                    </a:lnTo>
                    <a:lnTo>
                      <a:pt x="601" y="3061"/>
                    </a:lnTo>
                    <a:lnTo>
                      <a:pt x="487" y="3247"/>
                    </a:lnTo>
                    <a:lnTo>
                      <a:pt x="387" y="3418"/>
                    </a:lnTo>
                    <a:lnTo>
                      <a:pt x="1" y="6966"/>
                    </a:lnTo>
                    <a:lnTo>
                      <a:pt x="144" y="7337"/>
                    </a:lnTo>
                    <a:lnTo>
                      <a:pt x="315" y="7752"/>
                    </a:lnTo>
                    <a:lnTo>
                      <a:pt x="544" y="8296"/>
                    </a:lnTo>
                    <a:lnTo>
                      <a:pt x="844" y="8939"/>
                    </a:lnTo>
                    <a:lnTo>
                      <a:pt x="1188" y="9669"/>
                    </a:lnTo>
                    <a:lnTo>
                      <a:pt x="1588" y="10441"/>
                    </a:lnTo>
                    <a:lnTo>
                      <a:pt x="2032" y="11271"/>
                    </a:lnTo>
                    <a:lnTo>
                      <a:pt x="2260" y="11671"/>
                    </a:lnTo>
                    <a:lnTo>
                      <a:pt x="2518" y="12086"/>
                    </a:lnTo>
                    <a:lnTo>
                      <a:pt x="2775" y="12501"/>
                    </a:lnTo>
                    <a:lnTo>
                      <a:pt x="3033" y="12901"/>
                    </a:lnTo>
                    <a:lnTo>
                      <a:pt x="3305" y="13302"/>
                    </a:lnTo>
                    <a:lnTo>
                      <a:pt x="3591" y="13674"/>
                    </a:lnTo>
                    <a:lnTo>
                      <a:pt x="3891" y="14046"/>
                    </a:lnTo>
                    <a:lnTo>
                      <a:pt x="4177" y="14389"/>
                    </a:lnTo>
                    <a:lnTo>
                      <a:pt x="4492" y="14718"/>
                    </a:lnTo>
                    <a:lnTo>
                      <a:pt x="4792" y="15033"/>
                    </a:lnTo>
                    <a:lnTo>
                      <a:pt x="5107" y="15304"/>
                    </a:lnTo>
                    <a:lnTo>
                      <a:pt x="5436" y="15562"/>
                    </a:lnTo>
                    <a:lnTo>
                      <a:pt x="5750" y="15776"/>
                    </a:lnTo>
                    <a:lnTo>
                      <a:pt x="5922" y="15862"/>
                    </a:lnTo>
                    <a:lnTo>
                      <a:pt x="6079" y="15948"/>
                    </a:lnTo>
                    <a:lnTo>
                      <a:pt x="6251" y="16034"/>
                    </a:lnTo>
                    <a:lnTo>
                      <a:pt x="6423" y="16091"/>
                    </a:lnTo>
                    <a:lnTo>
                      <a:pt x="6580" y="16148"/>
                    </a:lnTo>
                    <a:lnTo>
                      <a:pt x="6752" y="16205"/>
                    </a:lnTo>
                    <a:lnTo>
                      <a:pt x="7081" y="16263"/>
                    </a:lnTo>
                    <a:lnTo>
                      <a:pt x="7381" y="16306"/>
                    </a:lnTo>
                    <a:lnTo>
                      <a:pt x="7653" y="16334"/>
                    </a:lnTo>
                    <a:lnTo>
                      <a:pt x="7910" y="16334"/>
                    </a:lnTo>
                    <a:lnTo>
                      <a:pt x="8139" y="16320"/>
                    </a:lnTo>
                    <a:lnTo>
                      <a:pt x="8354" y="16277"/>
                    </a:lnTo>
                    <a:lnTo>
                      <a:pt x="8540" y="16220"/>
                    </a:lnTo>
                    <a:lnTo>
                      <a:pt x="8711" y="16148"/>
                    </a:lnTo>
                    <a:lnTo>
                      <a:pt x="8869" y="16062"/>
                    </a:lnTo>
                    <a:lnTo>
                      <a:pt x="8997" y="15962"/>
                    </a:lnTo>
                    <a:lnTo>
                      <a:pt x="9126" y="15862"/>
                    </a:lnTo>
                    <a:lnTo>
                      <a:pt x="9226" y="15748"/>
                    </a:lnTo>
                    <a:lnTo>
                      <a:pt x="9312" y="15619"/>
                    </a:lnTo>
                    <a:lnTo>
                      <a:pt x="9398" y="15490"/>
                    </a:lnTo>
                    <a:lnTo>
                      <a:pt x="9455" y="15347"/>
                    </a:lnTo>
                    <a:lnTo>
                      <a:pt x="9512" y="15204"/>
                    </a:lnTo>
                    <a:lnTo>
                      <a:pt x="9555" y="15061"/>
                    </a:lnTo>
                    <a:lnTo>
                      <a:pt x="9598" y="14918"/>
                    </a:lnTo>
                    <a:lnTo>
                      <a:pt x="9641" y="14618"/>
                    </a:lnTo>
                    <a:lnTo>
                      <a:pt x="9655" y="14346"/>
                    </a:lnTo>
                    <a:lnTo>
                      <a:pt x="9641" y="14103"/>
                    </a:lnTo>
                    <a:lnTo>
                      <a:pt x="9627" y="13874"/>
                    </a:lnTo>
                    <a:lnTo>
                      <a:pt x="9612" y="13717"/>
                    </a:lnTo>
                    <a:lnTo>
                      <a:pt x="9584" y="13559"/>
                    </a:lnTo>
                    <a:lnTo>
                      <a:pt x="9584" y="13559"/>
                    </a:lnTo>
                    <a:lnTo>
                      <a:pt x="9741" y="13674"/>
                    </a:lnTo>
                    <a:lnTo>
                      <a:pt x="9927" y="13788"/>
                    </a:lnTo>
                    <a:lnTo>
                      <a:pt x="10184" y="13931"/>
                    </a:lnTo>
                    <a:lnTo>
                      <a:pt x="10485" y="14074"/>
                    </a:lnTo>
                    <a:lnTo>
                      <a:pt x="10814" y="14217"/>
                    </a:lnTo>
                    <a:lnTo>
                      <a:pt x="11000" y="14274"/>
                    </a:lnTo>
                    <a:lnTo>
                      <a:pt x="11186" y="14332"/>
                    </a:lnTo>
                    <a:lnTo>
                      <a:pt x="11386" y="14389"/>
                    </a:lnTo>
                    <a:lnTo>
                      <a:pt x="11586" y="14432"/>
                    </a:lnTo>
                    <a:lnTo>
                      <a:pt x="11801" y="14460"/>
                    </a:lnTo>
                    <a:lnTo>
                      <a:pt x="12001" y="14475"/>
                    </a:lnTo>
                    <a:lnTo>
                      <a:pt x="12215" y="14475"/>
                    </a:lnTo>
                    <a:lnTo>
                      <a:pt x="12416" y="14446"/>
                    </a:lnTo>
                    <a:lnTo>
                      <a:pt x="12630" y="14418"/>
                    </a:lnTo>
                    <a:lnTo>
                      <a:pt x="12845" y="14360"/>
                    </a:lnTo>
                    <a:lnTo>
                      <a:pt x="13045" y="14274"/>
                    </a:lnTo>
                    <a:lnTo>
                      <a:pt x="13245" y="14174"/>
                    </a:lnTo>
                    <a:lnTo>
                      <a:pt x="13446" y="14046"/>
                    </a:lnTo>
                    <a:lnTo>
                      <a:pt x="13631" y="13903"/>
                    </a:lnTo>
                    <a:lnTo>
                      <a:pt x="13817" y="13717"/>
                    </a:lnTo>
                    <a:lnTo>
                      <a:pt x="13989" y="13502"/>
                    </a:lnTo>
                    <a:lnTo>
                      <a:pt x="14146" y="13245"/>
                    </a:lnTo>
                    <a:lnTo>
                      <a:pt x="14304" y="12973"/>
                    </a:lnTo>
                    <a:lnTo>
                      <a:pt x="14447" y="12658"/>
                    </a:lnTo>
                    <a:lnTo>
                      <a:pt x="14575" y="12301"/>
                    </a:lnTo>
                    <a:lnTo>
                      <a:pt x="14647" y="12043"/>
                    </a:lnTo>
                    <a:lnTo>
                      <a:pt x="14690" y="11814"/>
                    </a:lnTo>
                    <a:lnTo>
                      <a:pt x="14719" y="11586"/>
                    </a:lnTo>
                    <a:lnTo>
                      <a:pt x="14733" y="11371"/>
                    </a:lnTo>
                    <a:lnTo>
                      <a:pt x="14719" y="11156"/>
                    </a:lnTo>
                    <a:lnTo>
                      <a:pt x="14690" y="10956"/>
                    </a:lnTo>
                    <a:lnTo>
                      <a:pt x="14647" y="10770"/>
                    </a:lnTo>
                    <a:lnTo>
                      <a:pt x="14590" y="10599"/>
                    </a:lnTo>
                    <a:lnTo>
                      <a:pt x="14518" y="10427"/>
                    </a:lnTo>
                    <a:lnTo>
                      <a:pt x="14447" y="10270"/>
                    </a:lnTo>
                    <a:lnTo>
                      <a:pt x="14347" y="10127"/>
                    </a:lnTo>
                    <a:lnTo>
                      <a:pt x="14247" y="9984"/>
                    </a:lnTo>
                    <a:lnTo>
                      <a:pt x="14132" y="9855"/>
                    </a:lnTo>
                    <a:lnTo>
                      <a:pt x="14018" y="9726"/>
                    </a:lnTo>
                    <a:lnTo>
                      <a:pt x="13889" y="9612"/>
                    </a:lnTo>
                    <a:lnTo>
                      <a:pt x="13760" y="9512"/>
                    </a:lnTo>
                    <a:lnTo>
                      <a:pt x="13503" y="9311"/>
                    </a:lnTo>
                    <a:lnTo>
                      <a:pt x="13245" y="9154"/>
                    </a:lnTo>
                    <a:lnTo>
                      <a:pt x="13002" y="9025"/>
                    </a:lnTo>
                    <a:lnTo>
                      <a:pt x="12773" y="8925"/>
                    </a:lnTo>
                    <a:lnTo>
                      <a:pt x="12573" y="8839"/>
                    </a:lnTo>
                    <a:lnTo>
                      <a:pt x="12430" y="8796"/>
                    </a:lnTo>
                    <a:lnTo>
                      <a:pt x="12287" y="8753"/>
                    </a:lnTo>
                    <a:lnTo>
                      <a:pt x="12416" y="8725"/>
                    </a:lnTo>
                    <a:lnTo>
                      <a:pt x="12544" y="8696"/>
                    </a:lnTo>
                    <a:lnTo>
                      <a:pt x="12730" y="8639"/>
                    </a:lnTo>
                    <a:lnTo>
                      <a:pt x="12931" y="8568"/>
                    </a:lnTo>
                    <a:lnTo>
                      <a:pt x="13159" y="8467"/>
                    </a:lnTo>
                    <a:lnTo>
                      <a:pt x="13388" y="8339"/>
                    </a:lnTo>
                    <a:lnTo>
                      <a:pt x="13631" y="8196"/>
                    </a:lnTo>
                    <a:lnTo>
                      <a:pt x="13746" y="8110"/>
                    </a:lnTo>
                    <a:lnTo>
                      <a:pt x="13860" y="8010"/>
                    </a:lnTo>
                    <a:lnTo>
                      <a:pt x="13975" y="7910"/>
                    </a:lnTo>
                    <a:lnTo>
                      <a:pt x="14075" y="7795"/>
                    </a:lnTo>
                    <a:lnTo>
                      <a:pt x="14161" y="7666"/>
                    </a:lnTo>
                    <a:lnTo>
                      <a:pt x="14247" y="7538"/>
                    </a:lnTo>
                    <a:lnTo>
                      <a:pt x="14332" y="7395"/>
                    </a:lnTo>
                    <a:lnTo>
                      <a:pt x="14404" y="7252"/>
                    </a:lnTo>
                    <a:lnTo>
                      <a:pt x="14461" y="7094"/>
                    </a:lnTo>
                    <a:lnTo>
                      <a:pt x="14504" y="6923"/>
                    </a:lnTo>
                    <a:lnTo>
                      <a:pt x="14533" y="6737"/>
                    </a:lnTo>
                    <a:lnTo>
                      <a:pt x="14547" y="6551"/>
                    </a:lnTo>
                    <a:lnTo>
                      <a:pt x="14547" y="6336"/>
                    </a:lnTo>
                    <a:lnTo>
                      <a:pt x="14518" y="6122"/>
                    </a:lnTo>
                    <a:lnTo>
                      <a:pt x="14490" y="5893"/>
                    </a:lnTo>
                    <a:lnTo>
                      <a:pt x="14418" y="5664"/>
                    </a:lnTo>
                    <a:lnTo>
                      <a:pt x="14332" y="5364"/>
                    </a:lnTo>
                    <a:lnTo>
                      <a:pt x="14232" y="5092"/>
                    </a:lnTo>
                    <a:lnTo>
                      <a:pt x="14103" y="4834"/>
                    </a:lnTo>
                    <a:lnTo>
                      <a:pt x="13975" y="4606"/>
                    </a:lnTo>
                    <a:lnTo>
                      <a:pt x="13846" y="4405"/>
                    </a:lnTo>
                    <a:lnTo>
                      <a:pt x="13689" y="4219"/>
                    </a:lnTo>
                    <a:lnTo>
                      <a:pt x="13546" y="4062"/>
                    </a:lnTo>
                    <a:lnTo>
                      <a:pt x="13374" y="3905"/>
                    </a:lnTo>
                    <a:lnTo>
                      <a:pt x="13217" y="3776"/>
                    </a:lnTo>
                    <a:lnTo>
                      <a:pt x="13031" y="3662"/>
                    </a:lnTo>
                    <a:lnTo>
                      <a:pt x="12859" y="3576"/>
                    </a:lnTo>
                    <a:lnTo>
                      <a:pt x="12687" y="3490"/>
                    </a:lnTo>
                    <a:lnTo>
                      <a:pt x="12502" y="3418"/>
                    </a:lnTo>
                    <a:lnTo>
                      <a:pt x="12330" y="3361"/>
                    </a:lnTo>
                    <a:lnTo>
                      <a:pt x="12144" y="3318"/>
                    </a:lnTo>
                    <a:lnTo>
                      <a:pt x="11972" y="3290"/>
                    </a:lnTo>
                    <a:lnTo>
                      <a:pt x="11615" y="3247"/>
                    </a:lnTo>
                    <a:lnTo>
                      <a:pt x="11286" y="3233"/>
                    </a:lnTo>
                    <a:lnTo>
                      <a:pt x="10985" y="3247"/>
                    </a:lnTo>
                    <a:lnTo>
                      <a:pt x="10728" y="3275"/>
                    </a:lnTo>
                    <a:lnTo>
                      <a:pt x="10499" y="3318"/>
                    </a:lnTo>
                    <a:lnTo>
                      <a:pt x="10342" y="3347"/>
                    </a:lnTo>
                    <a:lnTo>
                      <a:pt x="10199" y="3390"/>
                    </a:lnTo>
                    <a:lnTo>
                      <a:pt x="10313" y="3190"/>
                    </a:lnTo>
                    <a:lnTo>
                      <a:pt x="10413" y="2961"/>
                    </a:lnTo>
                    <a:lnTo>
                      <a:pt x="10470" y="2718"/>
                    </a:lnTo>
                    <a:lnTo>
                      <a:pt x="10513" y="2474"/>
                    </a:lnTo>
                    <a:lnTo>
                      <a:pt x="10528" y="2203"/>
                    </a:lnTo>
                    <a:lnTo>
                      <a:pt x="10499" y="1931"/>
                    </a:lnTo>
                    <a:lnTo>
                      <a:pt x="10442" y="1673"/>
                    </a:lnTo>
                    <a:lnTo>
                      <a:pt x="10413" y="1530"/>
                    </a:lnTo>
                    <a:lnTo>
                      <a:pt x="10356" y="1402"/>
                    </a:lnTo>
                    <a:lnTo>
                      <a:pt x="10299" y="1273"/>
                    </a:lnTo>
                    <a:lnTo>
                      <a:pt x="10227" y="1159"/>
                    </a:lnTo>
                    <a:lnTo>
                      <a:pt x="10156" y="1030"/>
                    </a:lnTo>
                    <a:lnTo>
                      <a:pt x="10070" y="915"/>
                    </a:lnTo>
                    <a:lnTo>
                      <a:pt x="9970" y="801"/>
                    </a:lnTo>
                    <a:lnTo>
                      <a:pt x="9870" y="687"/>
                    </a:lnTo>
                    <a:lnTo>
                      <a:pt x="9755" y="586"/>
                    </a:lnTo>
                    <a:lnTo>
                      <a:pt x="9627" y="486"/>
                    </a:lnTo>
                    <a:lnTo>
                      <a:pt x="9484" y="400"/>
                    </a:lnTo>
                    <a:lnTo>
                      <a:pt x="9341" y="315"/>
                    </a:lnTo>
                    <a:lnTo>
                      <a:pt x="9183" y="243"/>
                    </a:lnTo>
                    <a:lnTo>
                      <a:pt x="9012" y="186"/>
                    </a:lnTo>
                    <a:lnTo>
                      <a:pt x="8826" y="129"/>
                    </a:lnTo>
                    <a:lnTo>
                      <a:pt x="8625" y="72"/>
                    </a:lnTo>
                    <a:lnTo>
                      <a:pt x="8425" y="43"/>
                    </a:lnTo>
                    <a:lnTo>
                      <a:pt x="8211" y="14"/>
                    </a:lnTo>
                    <a:lnTo>
                      <a:pt x="79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9"/>
              <p:cNvSpPr/>
              <p:nvPr/>
            </p:nvSpPr>
            <p:spPr>
              <a:xfrm>
                <a:off x="5972046" y="1685570"/>
                <a:ext cx="325728" cy="357833"/>
              </a:xfrm>
              <a:custGeom>
                <a:avLst/>
                <a:gdLst/>
                <a:ahLst/>
                <a:cxnLst/>
                <a:rect l="l" t="t" r="r" b="b"/>
                <a:pathLst>
                  <a:path w="10156" h="11157" extrusionOk="0">
                    <a:moveTo>
                      <a:pt x="344" y="0"/>
                    </a:moveTo>
                    <a:lnTo>
                      <a:pt x="272" y="14"/>
                    </a:lnTo>
                    <a:lnTo>
                      <a:pt x="215" y="29"/>
                    </a:lnTo>
                    <a:lnTo>
                      <a:pt x="158" y="57"/>
                    </a:lnTo>
                    <a:lnTo>
                      <a:pt x="101" y="100"/>
                    </a:lnTo>
                    <a:lnTo>
                      <a:pt x="58" y="158"/>
                    </a:lnTo>
                    <a:lnTo>
                      <a:pt x="29" y="215"/>
                    </a:lnTo>
                    <a:lnTo>
                      <a:pt x="0" y="272"/>
                    </a:lnTo>
                    <a:lnTo>
                      <a:pt x="0" y="343"/>
                    </a:lnTo>
                    <a:lnTo>
                      <a:pt x="0" y="415"/>
                    </a:lnTo>
                    <a:lnTo>
                      <a:pt x="29" y="472"/>
                    </a:lnTo>
                    <a:lnTo>
                      <a:pt x="58" y="529"/>
                    </a:lnTo>
                    <a:lnTo>
                      <a:pt x="101" y="587"/>
                    </a:lnTo>
                    <a:lnTo>
                      <a:pt x="143" y="630"/>
                    </a:lnTo>
                    <a:lnTo>
                      <a:pt x="201" y="658"/>
                    </a:lnTo>
                    <a:lnTo>
                      <a:pt x="272" y="672"/>
                    </a:lnTo>
                    <a:lnTo>
                      <a:pt x="658" y="773"/>
                    </a:lnTo>
                    <a:lnTo>
                      <a:pt x="1045" y="873"/>
                    </a:lnTo>
                    <a:lnTo>
                      <a:pt x="1431" y="973"/>
                    </a:lnTo>
                    <a:lnTo>
                      <a:pt x="1788" y="1102"/>
                    </a:lnTo>
                    <a:lnTo>
                      <a:pt x="2146" y="1216"/>
                    </a:lnTo>
                    <a:lnTo>
                      <a:pt x="2489" y="1359"/>
                    </a:lnTo>
                    <a:lnTo>
                      <a:pt x="2818" y="1488"/>
                    </a:lnTo>
                    <a:lnTo>
                      <a:pt x="3133" y="1631"/>
                    </a:lnTo>
                    <a:lnTo>
                      <a:pt x="3447" y="1788"/>
                    </a:lnTo>
                    <a:lnTo>
                      <a:pt x="3748" y="1945"/>
                    </a:lnTo>
                    <a:lnTo>
                      <a:pt x="4034" y="2117"/>
                    </a:lnTo>
                    <a:lnTo>
                      <a:pt x="4306" y="2274"/>
                    </a:lnTo>
                    <a:lnTo>
                      <a:pt x="4577" y="2460"/>
                    </a:lnTo>
                    <a:lnTo>
                      <a:pt x="4835" y="2632"/>
                    </a:lnTo>
                    <a:lnTo>
                      <a:pt x="5092" y="2818"/>
                    </a:lnTo>
                    <a:lnTo>
                      <a:pt x="5336" y="3004"/>
                    </a:lnTo>
                    <a:lnTo>
                      <a:pt x="5564" y="3190"/>
                    </a:lnTo>
                    <a:lnTo>
                      <a:pt x="5793" y="3390"/>
                    </a:lnTo>
                    <a:lnTo>
                      <a:pt x="6208" y="3790"/>
                    </a:lnTo>
                    <a:lnTo>
                      <a:pt x="6594" y="4205"/>
                    </a:lnTo>
                    <a:lnTo>
                      <a:pt x="6952" y="4620"/>
                    </a:lnTo>
                    <a:lnTo>
                      <a:pt x="7281" y="5049"/>
                    </a:lnTo>
                    <a:lnTo>
                      <a:pt x="7581" y="5478"/>
                    </a:lnTo>
                    <a:lnTo>
                      <a:pt x="7853" y="5907"/>
                    </a:lnTo>
                    <a:lnTo>
                      <a:pt x="8096" y="6336"/>
                    </a:lnTo>
                    <a:lnTo>
                      <a:pt x="8311" y="6751"/>
                    </a:lnTo>
                    <a:lnTo>
                      <a:pt x="8497" y="7166"/>
                    </a:lnTo>
                    <a:lnTo>
                      <a:pt x="8668" y="7567"/>
                    </a:lnTo>
                    <a:lnTo>
                      <a:pt x="8826" y="7967"/>
                    </a:lnTo>
                    <a:lnTo>
                      <a:pt x="8954" y="8339"/>
                    </a:lnTo>
                    <a:lnTo>
                      <a:pt x="9054" y="8711"/>
                    </a:lnTo>
                    <a:lnTo>
                      <a:pt x="9154" y="9054"/>
                    </a:lnTo>
                    <a:lnTo>
                      <a:pt x="9240" y="9369"/>
                    </a:lnTo>
                    <a:lnTo>
                      <a:pt x="9355" y="9927"/>
                    </a:lnTo>
                    <a:lnTo>
                      <a:pt x="9426" y="10384"/>
                    </a:lnTo>
                    <a:lnTo>
                      <a:pt x="9455" y="10685"/>
                    </a:lnTo>
                    <a:lnTo>
                      <a:pt x="9469" y="10842"/>
                    </a:lnTo>
                    <a:lnTo>
                      <a:pt x="9483" y="10899"/>
                    </a:lnTo>
                    <a:lnTo>
                      <a:pt x="9498" y="10956"/>
                    </a:lnTo>
                    <a:lnTo>
                      <a:pt x="9541" y="11014"/>
                    </a:lnTo>
                    <a:lnTo>
                      <a:pt x="9584" y="11071"/>
                    </a:lnTo>
                    <a:lnTo>
                      <a:pt x="9626" y="11099"/>
                    </a:lnTo>
                    <a:lnTo>
                      <a:pt x="9684" y="11128"/>
                    </a:lnTo>
                    <a:lnTo>
                      <a:pt x="9741" y="11157"/>
                    </a:lnTo>
                    <a:lnTo>
                      <a:pt x="9827" y="11157"/>
                    </a:lnTo>
                    <a:lnTo>
                      <a:pt x="9898" y="11142"/>
                    </a:lnTo>
                    <a:lnTo>
                      <a:pt x="9955" y="11128"/>
                    </a:lnTo>
                    <a:lnTo>
                      <a:pt x="10013" y="11085"/>
                    </a:lnTo>
                    <a:lnTo>
                      <a:pt x="10070" y="11042"/>
                    </a:lnTo>
                    <a:lnTo>
                      <a:pt x="10098" y="10985"/>
                    </a:lnTo>
                    <a:lnTo>
                      <a:pt x="10127" y="10928"/>
                    </a:lnTo>
                    <a:lnTo>
                      <a:pt x="10141" y="10871"/>
                    </a:lnTo>
                    <a:lnTo>
                      <a:pt x="10156" y="10799"/>
                    </a:lnTo>
                    <a:lnTo>
                      <a:pt x="10141" y="10685"/>
                    </a:lnTo>
                    <a:lnTo>
                      <a:pt x="10098" y="10384"/>
                    </a:lnTo>
                    <a:lnTo>
                      <a:pt x="10027" y="9941"/>
                    </a:lnTo>
                    <a:lnTo>
                      <a:pt x="9913" y="9354"/>
                    </a:lnTo>
                    <a:lnTo>
                      <a:pt x="9827" y="9011"/>
                    </a:lnTo>
                    <a:lnTo>
                      <a:pt x="9727" y="8654"/>
                    </a:lnTo>
                    <a:lnTo>
                      <a:pt x="9612" y="8267"/>
                    </a:lnTo>
                    <a:lnTo>
                      <a:pt x="9469" y="7867"/>
                    </a:lnTo>
                    <a:lnTo>
                      <a:pt x="9312" y="7452"/>
                    </a:lnTo>
                    <a:lnTo>
                      <a:pt x="9126" y="7009"/>
                    </a:lnTo>
                    <a:lnTo>
                      <a:pt x="8926" y="6565"/>
                    </a:lnTo>
                    <a:lnTo>
                      <a:pt x="8697" y="6108"/>
                    </a:lnTo>
                    <a:lnTo>
                      <a:pt x="8439" y="5650"/>
                    </a:lnTo>
                    <a:lnTo>
                      <a:pt x="8153" y="5192"/>
                    </a:lnTo>
                    <a:lnTo>
                      <a:pt x="7839" y="4734"/>
                    </a:lnTo>
                    <a:lnTo>
                      <a:pt x="7495" y="4277"/>
                    </a:lnTo>
                    <a:lnTo>
                      <a:pt x="7123" y="3819"/>
                    </a:lnTo>
                    <a:lnTo>
                      <a:pt x="6709" y="3376"/>
                    </a:lnTo>
                    <a:lnTo>
                      <a:pt x="6494" y="3161"/>
                    </a:lnTo>
                    <a:lnTo>
                      <a:pt x="6265" y="2932"/>
                    </a:lnTo>
                    <a:lnTo>
                      <a:pt x="6022" y="2732"/>
                    </a:lnTo>
                    <a:lnTo>
                      <a:pt x="5779" y="2518"/>
                    </a:lnTo>
                    <a:lnTo>
                      <a:pt x="5521" y="2317"/>
                    </a:lnTo>
                    <a:lnTo>
                      <a:pt x="5264" y="2117"/>
                    </a:lnTo>
                    <a:lnTo>
                      <a:pt x="4978" y="1917"/>
                    </a:lnTo>
                    <a:lnTo>
                      <a:pt x="4692" y="1731"/>
                    </a:lnTo>
                    <a:lnTo>
                      <a:pt x="4406" y="1559"/>
                    </a:lnTo>
                    <a:lnTo>
                      <a:pt x="4091" y="1373"/>
                    </a:lnTo>
                    <a:lnTo>
                      <a:pt x="3776" y="1202"/>
                    </a:lnTo>
                    <a:lnTo>
                      <a:pt x="3447" y="1044"/>
                    </a:lnTo>
                    <a:lnTo>
                      <a:pt x="3104" y="887"/>
                    </a:lnTo>
                    <a:lnTo>
                      <a:pt x="2761" y="730"/>
                    </a:lnTo>
                    <a:lnTo>
                      <a:pt x="2403" y="587"/>
                    </a:lnTo>
                    <a:lnTo>
                      <a:pt x="2017" y="458"/>
                    </a:lnTo>
                    <a:lnTo>
                      <a:pt x="1645" y="329"/>
                    </a:lnTo>
                    <a:lnTo>
                      <a:pt x="1245" y="215"/>
                    </a:lnTo>
                    <a:lnTo>
                      <a:pt x="830" y="115"/>
                    </a:lnTo>
                    <a:lnTo>
                      <a:pt x="415" y="14"/>
                    </a:lnTo>
                    <a:lnTo>
                      <a:pt x="34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9"/>
              <p:cNvSpPr/>
              <p:nvPr/>
            </p:nvSpPr>
            <p:spPr>
              <a:xfrm>
                <a:off x="5406434" y="4594331"/>
                <a:ext cx="242693" cy="114242"/>
              </a:xfrm>
              <a:custGeom>
                <a:avLst/>
                <a:gdLst/>
                <a:ahLst/>
                <a:cxnLst/>
                <a:rect l="l" t="t" r="r" b="b"/>
                <a:pathLst>
                  <a:path w="7567" h="3562" extrusionOk="0">
                    <a:moveTo>
                      <a:pt x="4320" y="0"/>
                    </a:moveTo>
                    <a:lnTo>
                      <a:pt x="4206" y="172"/>
                    </a:lnTo>
                    <a:lnTo>
                      <a:pt x="4063" y="358"/>
                    </a:lnTo>
                    <a:lnTo>
                      <a:pt x="3877" y="587"/>
                    </a:lnTo>
                    <a:lnTo>
                      <a:pt x="3634" y="844"/>
                    </a:lnTo>
                    <a:lnTo>
                      <a:pt x="3491" y="973"/>
                    </a:lnTo>
                    <a:lnTo>
                      <a:pt x="3333" y="1116"/>
                    </a:lnTo>
                    <a:lnTo>
                      <a:pt x="3176" y="1244"/>
                    </a:lnTo>
                    <a:lnTo>
                      <a:pt x="2990" y="1373"/>
                    </a:lnTo>
                    <a:lnTo>
                      <a:pt x="2790" y="1488"/>
                    </a:lnTo>
                    <a:lnTo>
                      <a:pt x="2589" y="1602"/>
                    </a:lnTo>
                    <a:lnTo>
                      <a:pt x="2361" y="1688"/>
                    </a:lnTo>
                    <a:lnTo>
                      <a:pt x="2103" y="1774"/>
                    </a:lnTo>
                    <a:lnTo>
                      <a:pt x="1803" y="1831"/>
                    </a:lnTo>
                    <a:lnTo>
                      <a:pt x="1502" y="1874"/>
                    </a:lnTo>
                    <a:lnTo>
                      <a:pt x="844" y="1960"/>
                    </a:lnTo>
                    <a:lnTo>
                      <a:pt x="215" y="2031"/>
                    </a:lnTo>
                    <a:lnTo>
                      <a:pt x="129" y="2060"/>
                    </a:lnTo>
                    <a:lnTo>
                      <a:pt x="72" y="2103"/>
                    </a:lnTo>
                    <a:lnTo>
                      <a:pt x="29" y="2160"/>
                    </a:lnTo>
                    <a:lnTo>
                      <a:pt x="1" y="2231"/>
                    </a:lnTo>
                    <a:lnTo>
                      <a:pt x="1" y="2317"/>
                    </a:lnTo>
                    <a:lnTo>
                      <a:pt x="15" y="2403"/>
                    </a:lnTo>
                    <a:lnTo>
                      <a:pt x="29" y="2503"/>
                    </a:lnTo>
                    <a:lnTo>
                      <a:pt x="72" y="2618"/>
                    </a:lnTo>
                    <a:lnTo>
                      <a:pt x="129" y="2718"/>
                    </a:lnTo>
                    <a:lnTo>
                      <a:pt x="201" y="2818"/>
                    </a:lnTo>
                    <a:lnTo>
                      <a:pt x="287" y="2918"/>
                    </a:lnTo>
                    <a:lnTo>
                      <a:pt x="387" y="3018"/>
                    </a:lnTo>
                    <a:lnTo>
                      <a:pt x="487" y="3090"/>
                    </a:lnTo>
                    <a:lnTo>
                      <a:pt x="601" y="3161"/>
                    </a:lnTo>
                    <a:lnTo>
                      <a:pt x="730" y="3218"/>
                    </a:lnTo>
                    <a:lnTo>
                      <a:pt x="859" y="3261"/>
                    </a:lnTo>
                    <a:lnTo>
                      <a:pt x="1188" y="3318"/>
                    </a:lnTo>
                    <a:lnTo>
                      <a:pt x="1560" y="3376"/>
                    </a:lnTo>
                    <a:lnTo>
                      <a:pt x="1960" y="3433"/>
                    </a:lnTo>
                    <a:lnTo>
                      <a:pt x="2375" y="3476"/>
                    </a:lnTo>
                    <a:lnTo>
                      <a:pt x="2804" y="3504"/>
                    </a:lnTo>
                    <a:lnTo>
                      <a:pt x="3247" y="3533"/>
                    </a:lnTo>
                    <a:lnTo>
                      <a:pt x="3705" y="3547"/>
                    </a:lnTo>
                    <a:lnTo>
                      <a:pt x="4148" y="3562"/>
                    </a:lnTo>
                    <a:lnTo>
                      <a:pt x="4592" y="3547"/>
                    </a:lnTo>
                    <a:lnTo>
                      <a:pt x="5035" y="3533"/>
                    </a:lnTo>
                    <a:lnTo>
                      <a:pt x="5450" y="3504"/>
                    </a:lnTo>
                    <a:lnTo>
                      <a:pt x="5836" y="3447"/>
                    </a:lnTo>
                    <a:lnTo>
                      <a:pt x="6208" y="3390"/>
                    </a:lnTo>
                    <a:lnTo>
                      <a:pt x="6537" y="3318"/>
                    </a:lnTo>
                    <a:lnTo>
                      <a:pt x="6837" y="3233"/>
                    </a:lnTo>
                    <a:lnTo>
                      <a:pt x="7081" y="3132"/>
                    </a:lnTo>
                    <a:lnTo>
                      <a:pt x="7166" y="3075"/>
                    </a:lnTo>
                    <a:lnTo>
                      <a:pt x="7252" y="3018"/>
                    </a:lnTo>
                    <a:lnTo>
                      <a:pt x="7309" y="2947"/>
                    </a:lnTo>
                    <a:lnTo>
                      <a:pt x="7381" y="2861"/>
                    </a:lnTo>
                    <a:lnTo>
                      <a:pt x="7424" y="2775"/>
                    </a:lnTo>
                    <a:lnTo>
                      <a:pt x="7467" y="2675"/>
                    </a:lnTo>
                    <a:lnTo>
                      <a:pt x="7524" y="2475"/>
                    </a:lnTo>
                    <a:lnTo>
                      <a:pt x="7553" y="2260"/>
                    </a:lnTo>
                    <a:lnTo>
                      <a:pt x="7567" y="2031"/>
                    </a:lnTo>
                    <a:lnTo>
                      <a:pt x="7553" y="1802"/>
                    </a:lnTo>
                    <a:lnTo>
                      <a:pt x="7538" y="1559"/>
                    </a:lnTo>
                    <a:lnTo>
                      <a:pt x="7495" y="1330"/>
                    </a:lnTo>
                    <a:lnTo>
                      <a:pt x="7453" y="1116"/>
                    </a:lnTo>
                    <a:lnTo>
                      <a:pt x="7352" y="744"/>
                    </a:lnTo>
                    <a:lnTo>
                      <a:pt x="7281" y="486"/>
                    </a:lnTo>
                    <a:lnTo>
                      <a:pt x="7238" y="401"/>
                    </a:lnTo>
                    <a:lnTo>
                      <a:pt x="43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9"/>
              <p:cNvSpPr/>
              <p:nvPr/>
            </p:nvSpPr>
            <p:spPr>
              <a:xfrm>
                <a:off x="5757360" y="4608090"/>
                <a:ext cx="235380" cy="123864"/>
              </a:xfrm>
              <a:custGeom>
                <a:avLst/>
                <a:gdLst/>
                <a:ahLst/>
                <a:cxnLst/>
                <a:rect l="l" t="t" r="r" b="b"/>
                <a:pathLst>
                  <a:path w="7339" h="3862" extrusionOk="0">
                    <a:moveTo>
                      <a:pt x="4191" y="0"/>
                    </a:moveTo>
                    <a:lnTo>
                      <a:pt x="4091" y="172"/>
                    </a:lnTo>
                    <a:lnTo>
                      <a:pt x="3977" y="372"/>
                    </a:lnTo>
                    <a:lnTo>
                      <a:pt x="3791" y="615"/>
                    </a:lnTo>
                    <a:lnTo>
                      <a:pt x="3562" y="887"/>
                    </a:lnTo>
                    <a:lnTo>
                      <a:pt x="3433" y="1030"/>
                    </a:lnTo>
                    <a:lnTo>
                      <a:pt x="3290" y="1173"/>
                    </a:lnTo>
                    <a:lnTo>
                      <a:pt x="3133" y="1302"/>
                    </a:lnTo>
                    <a:lnTo>
                      <a:pt x="2961" y="1445"/>
                    </a:lnTo>
                    <a:lnTo>
                      <a:pt x="2775" y="1574"/>
                    </a:lnTo>
                    <a:lnTo>
                      <a:pt x="2575" y="1702"/>
                    </a:lnTo>
                    <a:lnTo>
                      <a:pt x="2361" y="1802"/>
                    </a:lnTo>
                    <a:lnTo>
                      <a:pt x="2117" y="1902"/>
                    </a:lnTo>
                    <a:lnTo>
                      <a:pt x="1846" y="1988"/>
                    </a:lnTo>
                    <a:lnTo>
                      <a:pt x="1574" y="2060"/>
                    </a:lnTo>
                    <a:lnTo>
                      <a:pt x="973" y="2189"/>
                    </a:lnTo>
                    <a:lnTo>
                      <a:pt x="358" y="2317"/>
                    </a:lnTo>
                    <a:lnTo>
                      <a:pt x="272" y="2332"/>
                    </a:lnTo>
                    <a:lnTo>
                      <a:pt x="201" y="2374"/>
                    </a:lnTo>
                    <a:lnTo>
                      <a:pt x="144" y="2417"/>
                    </a:lnTo>
                    <a:lnTo>
                      <a:pt x="86" y="2489"/>
                    </a:lnTo>
                    <a:lnTo>
                      <a:pt x="43" y="2546"/>
                    </a:lnTo>
                    <a:lnTo>
                      <a:pt x="15" y="2618"/>
                    </a:lnTo>
                    <a:lnTo>
                      <a:pt x="0" y="2703"/>
                    </a:lnTo>
                    <a:lnTo>
                      <a:pt x="0" y="2775"/>
                    </a:lnTo>
                    <a:lnTo>
                      <a:pt x="15" y="2861"/>
                    </a:lnTo>
                    <a:lnTo>
                      <a:pt x="43" y="2947"/>
                    </a:lnTo>
                    <a:lnTo>
                      <a:pt x="72" y="3032"/>
                    </a:lnTo>
                    <a:lnTo>
                      <a:pt x="129" y="3118"/>
                    </a:lnTo>
                    <a:lnTo>
                      <a:pt x="201" y="3190"/>
                    </a:lnTo>
                    <a:lnTo>
                      <a:pt x="287" y="3261"/>
                    </a:lnTo>
                    <a:lnTo>
                      <a:pt x="401" y="3333"/>
                    </a:lnTo>
                    <a:lnTo>
                      <a:pt x="515" y="3390"/>
                    </a:lnTo>
                    <a:lnTo>
                      <a:pt x="773" y="3490"/>
                    </a:lnTo>
                    <a:lnTo>
                      <a:pt x="1030" y="3576"/>
                    </a:lnTo>
                    <a:lnTo>
                      <a:pt x="1288" y="3647"/>
                    </a:lnTo>
                    <a:lnTo>
                      <a:pt x="1545" y="3705"/>
                    </a:lnTo>
                    <a:lnTo>
                      <a:pt x="1788" y="3762"/>
                    </a:lnTo>
                    <a:lnTo>
                      <a:pt x="2032" y="3805"/>
                    </a:lnTo>
                    <a:lnTo>
                      <a:pt x="2275" y="3833"/>
                    </a:lnTo>
                    <a:lnTo>
                      <a:pt x="2518" y="3848"/>
                    </a:lnTo>
                    <a:lnTo>
                      <a:pt x="2747" y="3862"/>
                    </a:lnTo>
                    <a:lnTo>
                      <a:pt x="2976" y="3862"/>
                    </a:lnTo>
                    <a:lnTo>
                      <a:pt x="3419" y="3848"/>
                    </a:lnTo>
                    <a:lnTo>
                      <a:pt x="3848" y="3805"/>
                    </a:lnTo>
                    <a:lnTo>
                      <a:pt x="4263" y="3733"/>
                    </a:lnTo>
                    <a:lnTo>
                      <a:pt x="4663" y="3633"/>
                    </a:lnTo>
                    <a:lnTo>
                      <a:pt x="5035" y="3533"/>
                    </a:lnTo>
                    <a:lnTo>
                      <a:pt x="5393" y="3404"/>
                    </a:lnTo>
                    <a:lnTo>
                      <a:pt x="5722" y="3276"/>
                    </a:lnTo>
                    <a:lnTo>
                      <a:pt x="6022" y="3133"/>
                    </a:lnTo>
                    <a:lnTo>
                      <a:pt x="6308" y="2990"/>
                    </a:lnTo>
                    <a:lnTo>
                      <a:pt x="6795" y="2732"/>
                    </a:lnTo>
                    <a:lnTo>
                      <a:pt x="6880" y="2661"/>
                    </a:lnTo>
                    <a:lnTo>
                      <a:pt x="6952" y="2603"/>
                    </a:lnTo>
                    <a:lnTo>
                      <a:pt x="7023" y="2532"/>
                    </a:lnTo>
                    <a:lnTo>
                      <a:pt x="7081" y="2446"/>
                    </a:lnTo>
                    <a:lnTo>
                      <a:pt x="7138" y="2360"/>
                    </a:lnTo>
                    <a:lnTo>
                      <a:pt x="7181" y="2274"/>
                    </a:lnTo>
                    <a:lnTo>
                      <a:pt x="7252" y="2088"/>
                    </a:lnTo>
                    <a:lnTo>
                      <a:pt x="7295" y="1888"/>
                    </a:lnTo>
                    <a:lnTo>
                      <a:pt x="7324" y="1674"/>
                    </a:lnTo>
                    <a:lnTo>
                      <a:pt x="7338" y="1459"/>
                    </a:lnTo>
                    <a:lnTo>
                      <a:pt x="7324" y="1259"/>
                    </a:lnTo>
                    <a:lnTo>
                      <a:pt x="7309" y="1044"/>
                    </a:lnTo>
                    <a:lnTo>
                      <a:pt x="7281" y="858"/>
                    </a:lnTo>
                    <a:lnTo>
                      <a:pt x="7224" y="529"/>
                    </a:lnTo>
                    <a:lnTo>
                      <a:pt x="7166" y="301"/>
                    </a:lnTo>
                    <a:lnTo>
                      <a:pt x="7138" y="215"/>
                    </a:lnTo>
                    <a:lnTo>
                      <a:pt x="4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9"/>
              <p:cNvSpPr/>
              <p:nvPr/>
            </p:nvSpPr>
            <p:spPr>
              <a:xfrm>
                <a:off x="5402297" y="3519517"/>
                <a:ext cx="403729" cy="1113397"/>
              </a:xfrm>
              <a:custGeom>
                <a:avLst/>
                <a:gdLst/>
                <a:ahLst/>
                <a:cxnLst/>
                <a:rect l="l" t="t" r="r" b="b"/>
                <a:pathLst>
                  <a:path w="12588" h="34715" extrusionOk="0">
                    <a:moveTo>
                      <a:pt x="1646" y="1"/>
                    </a:moveTo>
                    <a:lnTo>
                      <a:pt x="1174" y="4063"/>
                    </a:lnTo>
                    <a:lnTo>
                      <a:pt x="873" y="6623"/>
                    </a:lnTo>
                    <a:lnTo>
                      <a:pt x="602" y="9241"/>
                    </a:lnTo>
                    <a:lnTo>
                      <a:pt x="344" y="11729"/>
                    </a:lnTo>
                    <a:lnTo>
                      <a:pt x="144" y="13875"/>
                    </a:lnTo>
                    <a:lnTo>
                      <a:pt x="72" y="14747"/>
                    </a:lnTo>
                    <a:lnTo>
                      <a:pt x="15" y="15477"/>
                    </a:lnTo>
                    <a:lnTo>
                      <a:pt x="1" y="16006"/>
                    </a:lnTo>
                    <a:lnTo>
                      <a:pt x="1" y="16206"/>
                    </a:lnTo>
                    <a:lnTo>
                      <a:pt x="15" y="16335"/>
                    </a:lnTo>
                    <a:lnTo>
                      <a:pt x="215" y="17765"/>
                    </a:lnTo>
                    <a:lnTo>
                      <a:pt x="573" y="20097"/>
                    </a:lnTo>
                    <a:lnTo>
                      <a:pt x="1517" y="26133"/>
                    </a:lnTo>
                    <a:lnTo>
                      <a:pt x="2790" y="34200"/>
                    </a:lnTo>
                    <a:lnTo>
                      <a:pt x="2962" y="34257"/>
                    </a:lnTo>
                    <a:lnTo>
                      <a:pt x="3434" y="34386"/>
                    </a:lnTo>
                    <a:lnTo>
                      <a:pt x="3763" y="34471"/>
                    </a:lnTo>
                    <a:lnTo>
                      <a:pt x="4134" y="34543"/>
                    </a:lnTo>
                    <a:lnTo>
                      <a:pt x="4535" y="34614"/>
                    </a:lnTo>
                    <a:lnTo>
                      <a:pt x="4978" y="34672"/>
                    </a:lnTo>
                    <a:lnTo>
                      <a:pt x="5436" y="34700"/>
                    </a:lnTo>
                    <a:lnTo>
                      <a:pt x="5908" y="34715"/>
                    </a:lnTo>
                    <a:lnTo>
                      <a:pt x="6137" y="34700"/>
                    </a:lnTo>
                    <a:lnTo>
                      <a:pt x="6380" y="34686"/>
                    </a:lnTo>
                    <a:lnTo>
                      <a:pt x="6609" y="34657"/>
                    </a:lnTo>
                    <a:lnTo>
                      <a:pt x="6838" y="34614"/>
                    </a:lnTo>
                    <a:lnTo>
                      <a:pt x="7067" y="34572"/>
                    </a:lnTo>
                    <a:lnTo>
                      <a:pt x="7295" y="34500"/>
                    </a:lnTo>
                    <a:lnTo>
                      <a:pt x="7510" y="34428"/>
                    </a:lnTo>
                    <a:lnTo>
                      <a:pt x="7710" y="34343"/>
                    </a:lnTo>
                    <a:lnTo>
                      <a:pt x="7910" y="34243"/>
                    </a:lnTo>
                    <a:lnTo>
                      <a:pt x="8111" y="34114"/>
                    </a:lnTo>
                    <a:lnTo>
                      <a:pt x="8282" y="33985"/>
                    </a:lnTo>
                    <a:lnTo>
                      <a:pt x="8454" y="33828"/>
                    </a:lnTo>
                    <a:lnTo>
                      <a:pt x="8440" y="33427"/>
                    </a:lnTo>
                    <a:lnTo>
                      <a:pt x="8397" y="32712"/>
                    </a:lnTo>
                    <a:lnTo>
                      <a:pt x="8225" y="30509"/>
                    </a:lnTo>
                    <a:lnTo>
                      <a:pt x="7996" y="27620"/>
                    </a:lnTo>
                    <a:lnTo>
                      <a:pt x="7725" y="24402"/>
                    </a:lnTo>
                    <a:lnTo>
                      <a:pt x="7238" y="18538"/>
                    </a:lnTo>
                    <a:lnTo>
                      <a:pt x="7009" y="15906"/>
                    </a:lnTo>
                    <a:lnTo>
                      <a:pt x="7210" y="15463"/>
                    </a:lnTo>
                    <a:lnTo>
                      <a:pt x="7467" y="14805"/>
                    </a:lnTo>
                    <a:lnTo>
                      <a:pt x="7782" y="13975"/>
                    </a:lnTo>
                    <a:lnTo>
                      <a:pt x="8154" y="12988"/>
                    </a:lnTo>
                    <a:lnTo>
                      <a:pt x="8969" y="10685"/>
                    </a:lnTo>
                    <a:lnTo>
                      <a:pt x="9870" y="8168"/>
                    </a:lnTo>
                    <a:lnTo>
                      <a:pt x="10743" y="5651"/>
                    </a:lnTo>
                    <a:lnTo>
                      <a:pt x="11544" y="3405"/>
                    </a:lnTo>
                    <a:lnTo>
                      <a:pt x="12187" y="1646"/>
                    </a:lnTo>
                    <a:lnTo>
                      <a:pt x="12416" y="1031"/>
                    </a:lnTo>
                    <a:lnTo>
                      <a:pt x="12588" y="645"/>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9"/>
              <p:cNvSpPr/>
              <p:nvPr/>
            </p:nvSpPr>
            <p:spPr>
              <a:xfrm>
                <a:off x="5666533" y="3525964"/>
                <a:ext cx="383523" cy="1121639"/>
              </a:xfrm>
              <a:custGeom>
                <a:avLst/>
                <a:gdLst/>
                <a:ahLst/>
                <a:cxnLst/>
                <a:rect l="l" t="t" r="r" b="b"/>
                <a:pathLst>
                  <a:path w="11958" h="34972" extrusionOk="0">
                    <a:moveTo>
                      <a:pt x="201" y="0"/>
                    </a:moveTo>
                    <a:lnTo>
                      <a:pt x="129" y="1016"/>
                    </a:lnTo>
                    <a:lnTo>
                      <a:pt x="72" y="2131"/>
                    </a:lnTo>
                    <a:lnTo>
                      <a:pt x="29" y="3333"/>
                    </a:lnTo>
                    <a:lnTo>
                      <a:pt x="15" y="4606"/>
                    </a:lnTo>
                    <a:lnTo>
                      <a:pt x="0" y="5907"/>
                    </a:lnTo>
                    <a:lnTo>
                      <a:pt x="15" y="7238"/>
                    </a:lnTo>
                    <a:lnTo>
                      <a:pt x="29" y="8553"/>
                    </a:lnTo>
                    <a:lnTo>
                      <a:pt x="58" y="9855"/>
                    </a:lnTo>
                    <a:lnTo>
                      <a:pt x="101" y="11114"/>
                    </a:lnTo>
                    <a:lnTo>
                      <a:pt x="158" y="12301"/>
                    </a:lnTo>
                    <a:lnTo>
                      <a:pt x="215" y="13388"/>
                    </a:lnTo>
                    <a:lnTo>
                      <a:pt x="272" y="14375"/>
                    </a:lnTo>
                    <a:lnTo>
                      <a:pt x="344" y="15219"/>
                    </a:lnTo>
                    <a:lnTo>
                      <a:pt x="415" y="15920"/>
                    </a:lnTo>
                    <a:lnTo>
                      <a:pt x="487" y="16449"/>
                    </a:lnTo>
                    <a:lnTo>
                      <a:pt x="515" y="16635"/>
                    </a:lnTo>
                    <a:lnTo>
                      <a:pt x="544" y="16763"/>
                    </a:lnTo>
                    <a:lnTo>
                      <a:pt x="1016" y="18280"/>
                    </a:lnTo>
                    <a:lnTo>
                      <a:pt x="1731" y="20668"/>
                    </a:lnTo>
                    <a:lnTo>
                      <a:pt x="2589" y="23600"/>
                    </a:lnTo>
                    <a:lnTo>
                      <a:pt x="3490" y="26733"/>
                    </a:lnTo>
                    <a:lnTo>
                      <a:pt x="3934" y="28277"/>
                    </a:lnTo>
                    <a:lnTo>
                      <a:pt x="4334" y="29736"/>
                    </a:lnTo>
                    <a:lnTo>
                      <a:pt x="4692" y="31081"/>
                    </a:lnTo>
                    <a:lnTo>
                      <a:pt x="4992" y="32254"/>
                    </a:lnTo>
                    <a:lnTo>
                      <a:pt x="5221" y="33226"/>
                    </a:lnTo>
                    <a:lnTo>
                      <a:pt x="5293" y="33627"/>
                    </a:lnTo>
                    <a:lnTo>
                      <a:pt x="5364" y="33956"/>
                    </a:lnTo>
                    <a:lnTo>
                      <a:pt x="5393" y="34213"/>
                    </a:lnTo>
                    <a:lnTo>
                      <a:pt x="5407" y="34399"/>
                    </a:lnTo>
                    <a:lnTo>
                      <a:pt x="5407" y="34456"/>
                    </a:lnTo>
                    <a:lnTo>
                      <a:pt x="5393" y="34499"/>
                    </a:lnTo>
                    <a:lnTo>
                      <a:pt x="5364" y="34514"/>
                    </a:lnTo>
                    <a:lnTo>
                      <a:pt x="5336" y="34499"/>
                    </a:lnTo>
                    <a:lnTo>
                      <a:pt x="5550" y="34614"/>
                    </a:lnTo>
                    <a:lnTo>
                      <a:pt x="5765" y="34714"/>
                    </a:lnTo>
                    <a:lnTo>
                      <a:pt x="5979" y="34785"/>
                    </a:lnTo>
                    <a:lnTo>
                      <a:pt x="6194" y="34857"/>
                    </a:lnTo>
                    <a:lnTo>
                      <a:pt x="6408" y="34900"/>
                    </a:lnTo>
                    <a:lnTo>
                      <a:pt x="6623" y="34943"/>
                    </a:lnTo>
                    <a:lnTo>
                      <a:pt x="6837" y="34957"/>
                    </a:lnTo>
                    <a:lnTo>
                      <a:pt x="7052" y="34971"/>
                    </a:lnTo>
                    <a:lnTo>
                      <a:pt x="7495" y="34971"/>
                    </a:lnTo>
                    <a:lnTo>
                      <a:pt x="7696" y="34943"/>
                    </a:lnTo>
                    <a:lnTo>
                      <a:pt x="7910" y="34928"/>
                    </a:lnTo>
                    <a:lnTo>
                      <a:pt x="8311" y="34857"/>
                    </a:lnTo>
                    <a:lnTo>
                      <a:pt x="8697" y="34757"/>
                    </a:lnTo>
                    <a:lnTo>
                      <a:pt x="9054" y="34642"/>
                    </a:lnTo>
                    <a:lnTo>
                      <a:pt x="9383" y="34528"/>
                    </a:lnTo>
                    <a:lnTo>
                      <a:pt x="9684" y="34413"/>
                    </a:lnTo>
                    <a:lnTo>
                      <a:pt x="9927" y="34299"/>
                    </a:lnTo>
                    <a:lnTo>
                      <a:pt x="10284" y="34113"/>
                    </a:lnTo>
                    <a:lnTo>
                      <a:pt x="10413" y="34042"/>
                    </a:lnTo>
                    <a:lnTo>
                      <a:pt x="10370" y="33341"/>
                    </a:lnTo>
                    <a:lnTo>
                      <a:pt x="10342" y="32597"/>
                    </a:lnTo>
                    <a:lnTo>
                      <a:pt x="10270" y="30966"/>
                    </a:lnTo>
                    <a:lnTo>
                      <a:pt x="10227" y="30065"/>
                    </a:lnTo>
                    <a:lnTo>
                      <a:pt x="10170" y="29107"/>
                    </a:lnTo>
                    <a:lnTo>
                      <a:pt x="10084" y="28091"/>
                    </a:lnTo>
                    <a:lnTo>
                      <a:pt x="9998" y="27004"/>
                    </a:lnTo>
                    <a:lnTo>
                      <a:pt x="9870" y="25860"/>
                    </a:lnTo>
                    <a:lnTo>
                      <a:pt x="9712" y="24659"/>
                    </a:lnTo>
                    <a:lnTo>
                      <a:pt x="9526" y="23386"/>
                    </a:lnTo>
                    <a:lnTo>
                      <a:pt x="9298" y="22041"/>
                    </a:lnTo>
                    <a:lnTo>
                      <a:pt x="9026" y="20625"/>
                    </a:lnTo>
                    <a:lnTo>
                      <a:pt x="8868" y="19881"/>
                    </a:lnTo>
                    <a:lnTo>
                      <a:pt x="8697" y="19123"/>
                    </a:lnTo>
                    <a:lnTo>
                      <a:pt x="8511" y="18351"/>
                    </a:lnTo>
                    <a:lnTo>
                      <a:pt x="8325" y="17564"/>
                    </a:lnTo>
                    <a:lnTo>
                      <a:pt x="8110" y="16749"/>
                    </a:lnTo>
                    <a:lnTo>
                      <a:pt x="7882" y="15920"/>
                    </a:lnTo>
                    <a:lnTo>
                      <a:pt x="7867" y="15776"/>
                    </a:lnTo>
                    <a:lnTo>
                      <a:pt x="7867" y="15605"/>
                    </a:lnTo>
                    <a:lnTo>
                      <a:pt x="7896" y="15405"/>
                    </a:lnTo>
                    <a:lnTo>
                      <a:pt x="7939" y="15147"/>
                    </a:lnTo>
                    <a:lnTo>
                      <a:pt x="8010" y="14875"/>
                    </a:lnTo>
                    <a:lnTo>
                      <a:pt x="8082" y="14546"/>
                    </a:lnTo>
                    <a:lnTo>
                      <a:pt x="8296" y="13817"/>
                    </a:lnTo>
                    <a:lnTo>
                      <a:pt x="8568" y="12973"/>
                    </a:lnTo>
                    <a:lnTo>
                      <a:pt x="8868" y="12029"/>
                    </a:lnTo>
                    <a:lnTo>
                      <a:pt x="9584" y="9898"/>
                    </a:lnTo>
                    <a:lnTo>
                      <a:pt x="9956" y="8739"/>
                    </a:lnTo>
                    <a:lnTo>
                      <a:pt x="10327" y="7524"/>
                    </a:lnTo>
                    <a:lnTo>
                      <a:pt x="10685" y="6294"/>
                    </a:lnTo>
                    <a:lnTo>
                      <a:pt x="11028" y="5035"/>
                    </a:lnTo>
                    <a:lnTo>
                      <a:pt x="11186" y="4406"/>
                    </a:lnTo>
                    <a:lnTo>
                      <a:pt x="11343" y="3776"/>
                    </a:lnTo>
                    <a:lnTo>
                      <a:pt x="11472" y="3147"/>
                    </a:lnTo>
                    <a:lnTo>
                      <a:pt x="11600" y="2532"/>
                    </a:lnTo>
                    <a:lnTo>
                      <a:pt x="11715" y="1917"/>
                    </a:lnTo>
                    <a:lnTo>
                      <a:pt x="11815" y="1302"/>
                    </a:lnTo>
                    <a:lnTo>
                      <a:pt x="11901" y="715"/>
                    </a:lnTo>
                    <a:lnTo>
                      <a:pt x="11958" y="129"/>
                    </a:lnTo>
                    <a:lnTo>
                      <a:pt x="2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9"/>
              <p:cNvSpPr/>
              <p:nvPr/>
            </p:nvSpPr>
            <p:spPr>
              <a:xfrm>
                <a:off x="5357814" y="2518147"/>
                <a:ext cx="773011" cy="1011535"/>
              </a:xfrm>
              <a:custGeom>
                <a:avLst/>
                <a:gdLst/>
                <a:ahLst/>
                <a:cxnLst/>
                <a:rect l="l" t="t" r="r" b="b"/>
                <a:pathLst>
                  <a:path w="24102" h="31539" extrusionOk="0">
                    <a:moveTo>
                      <a:pt x="9240" y="0"/>
                    </a:moveTo>
                    <a:lnTo>
                      <a:pt x="9212" y="15"/>
                    </a:lnTo>
                    <a:lnTo>
                      <a:pt x="9154" y="29"/>
                    </a:lnTo>
                    <a:lnTo>
                      <a:pt x="9097" y="86"/>
                    </a:lnTo>
                    <a:lnTo>
                      <a:pt x="9011" y="158"/>
                    </a:lnTo>
                    <a:lnTo>
                      <a:pt x="8911" y="243"/>
                    </a:lnTo>
                    <a:lnTo>
                      <a:pt x="8783" y="315"/>
                    </a:lnTo>
                    <a:lnTo>
                      <a:pt x="8611" y="415"/>
                    </a:lnTo>
                    <a:lnTo>
                      <a:pt x="8425" y="501"/>
                    </a:lnTo>
                    <a:lnTo>
                      <a:pt x="8067" y="673"/>
                    </a:lnTo>
                    <a:lnTo>
                      <a:pt x="7724" y="858"/>
                    </a:lnTo>
                    <a:lnTo>
                      <a:pt x="7381" y="1059"/>
                    </a:lnTo>
                    <a:lnTo>
                      <a:pt x="7052" y="1273"/>
                    </a:lnTo>
                    <a:lnTo>
                      <a:pt x="6737" y="1502"/>
                    </a:lnTo>
                    <a:lnTo>
                      <a:pt x="6423" y="1745"/>
                    </a:lnTo>
                    <a:lnTo>
                      <a:pt x="6136" y="1988"/>
                    </a:lnTo>
                    <a:lnTo>
                      <a:pt x="5850" y="2260"/>
                    </a:lnTo>
                    <a:lnTo>
                      <a:pt x="5579" y="2532"/>
                    </a:lnTo>
                    <a:lnTo>
                      <a:pt x="5307" y="2818"/>
                    </a:lnTo>
                    <a:lnTo>
                      <a:pt x="5064" y="3118"/>
                    </a:lnTo>
                    <a:lnTo>
                      <a:pt x="4821" y="3433"/>
                    </a:lnTo>
                    <a:lnTo>
                      <a:pt x="4606" y="3748"/>
                    </a:lnTo>
                    <a:lnTo>
                      <a:pt x="4391" y="4091"/>
                    </a:lnTo>
                    <a:lnTo>
                      <a:pt x="4206" y="4434"/>
                    </a:lnTo>
                    <a:lnTo>
                      <a:pt x="4034" y="4778"/>
                    </a:lnTo>
                    <a:lnTo>
                      <a:pt x="0" y="18194"/>
                    </a:lnTo>
                    <a:lnTo>
                      <a:pt x="3505" y="20025"/>
                    </a:lnTo>
                    <a:lnTo>
                      <a:pt x="2675" y="29980"/>
                    </a:lnTo>
                    <a:lnTo>
                      <a:pt x="3047" y="30137"/>
                    </a:lnTo>
                    <a:lnTo>
                      <a:pt x="3519" y="30294"/>
                    </a:lnTo>
                    <a:lnTo>
                      <a:pt x="4148" y="30494"/>
                    </a:lnTo>
                    <a:lnTo>
                      <a:pt x="4935" y="30723"/>
                    </a:lnTo>
                    <a:lnTo>
                      <a:pt x="5393" y="30838"/>
                    </a:lnTo>
                    <a:lnTo>
                      <a:pt x="5879" y="30938"/>
                    </a:lnTo>
                    <a:lnTo>
                      <a:pt x="6408" y="31052"/>
                    </a:lnTo>
                    <a:lnTo>
                      <a:pt x="6966" y="31152"/>
                    </a:lnTo>
                    <a:lnTo>
                      <a:pt x="7552" y="31253"/>
                    </a:lnTo>
                    <a:lnTo>
                      <a:pt x="8182" y="31338"/>
                    </a:lnTo>
                    <a:lnTo>
                      <a:pt x="8825" y="31410"/>
                    </a:lnTo>
                    <a:lnTo>
                      <a:pt x="9512" y="31467"/>
                    </a:lnTo>
                    <a:lnTo>
                      <a:pt x="10227" y="31510"/>
                    </a:lnTo>
                    <a:lnTo>
                      <a:pt x="10971" y="31539"/>
                    </a:lnTo>
                    <a:lnTo>
                      <a:pt x="11743" y="31539"/>
                    </a:lnTo>
                    <a:lnTo>
                      <a:pt x="12530" y="31524"/>
                    </a:lnTo>
                    <a:lnTo>
                      <a:pt x="13345" y="31481"/>
                    </a:lnTo>
                    <a:lnTo>
                      <a:pt x="14189" y="31424"/>
                    </a:lnTo>
                    <a:lnTo>
                      <a:pt x="15047" y="31324"/>
                    </a:lnTo>
                    <a:lnTo>
                      <a:pt x="15934" y="31195"/>
                    </a:lnTo>
                    <a:lnTo>
                      <a:pt x="16835" y="31038"/>
                    </a:lnTo>
                    <a:lnTo>
                      <a:pt x="17751" y="30838"/>
                    </a:lnTo>
                    <a:lnTo>
                      <a:pt x="18680" y="30609"/>
                    </a:lnTo>
                    <a:lnTo>
                      <a:pt x="19167" y="30480"/>
                    </a:lnTo>
                    <a:lnTo>
                      <a:pt x="19639" y="30337"/>
                    </a:lnTo>
                    <a:lnTo>
                      <a:pt x="20125" y="30194"/>
                    </a:lnTo>
                    <a:lnTo>
                      <a:pt x="20611" y="30022"/>
                    </a:lnTo>
                    <a:lnTo>
                      <a:pt x="21098" y="29851"/>
                    </a:lnTo>
                    <a:lnTo>
                      <a:pt x="21584" y="29679"/>
                    </a:lnTo>
                    <a:lnTo>
                      <a:pt x="22385" y="19638"/>
                    </a:lnTo>
                    <a:lnTo>
                      <a:pt x="24101" y="11400"/>
                    </a:lnTo>
                    <a:lnTo>
                      <a:pt x="24087" y="11014"/>
                    </a:lnTo>
                    <a:lnTo>
                      <a:pt x="24058" y="10570"/>
                    </a:lnTo>
                    <a:lnTo>
                      <a:pt x="23987" y="9984"/>
                    </a:lnTo>
                    <a:lnTo>
                      <a:pt x="23887" y="9297"/>
                    </a:lnTo>
                    <a:lnTo>
                      <a:pt x="23815" y="8911"/>
                    </a:lnTo>
                    <a:lnTo>
                      <a:pt x="23729" y="8511"/>
                    </a:lnTo>
                    <a:lnTo>
                      <a:pt x="23644" y="8096"/>
                    </a:lnTo>
                    <a:lnTo>
                      <a:pt x="23529" y="7667"/>
                    </a:lnTo>
                    <a:lnTo>
                      <a:pt x="23400" y="7223"/>
                    </a:lnTo>
                    <a:lnTo>
                      <a:pt x="23243" y="6780"/>
                    </a:lnTo>
                    <a:lnTo>
                      <a:pt x="23086" y="6337"/>
                    </a:lnTo>
                    <a:lnTo>
                      <a:pt x="22900" y="5879"/>
                    </a:lnTo>
                    <a:lnTo>
                      <a:pt x="22685" y="5435"/>
                    </a:lnTo>
                    <a:lnTo>
                      <a:pt x="22456" y="4992"/>
                    </a:lnTo>
                    <a:lnTo>
                      <a:pt x="22199" y="4563"/>
                    </a:lnTo>
                    <a:lnTo>
                      <a:pt x="21927" y="4134"/>
                    </a:lnTo>
                    <a:lnTo>
                      <a:pt x="21613" y="3719"/>
                    </a:lnTo>
                    <a:lnTo>
                      <a:pt x="21284" y="3333"/>
                    </a:lnTo>
                    <a:lnTo>
                      <a:pt x="21112" y="3147"/>
                    </a:lnTo>
                    <a:lnTo>
                      <a:pt x="20926" y="2961"/>
                    </a:lnTo>
                    <a:lnTo>
                      <a:pt x="20740" y="2775"/>
                    </a:lnTo>
                    <a:lnTo>
                      <a:pt x="20540" y="2603"/>
                    </a:lnTo>
                    <a:lnTo>
                      <a:pt x="20325" y="2446"/>
                    </a:lnTo>
                    <a:lnTo>
                      <a:pt x="20111" y="2289"/>
                    </a:lnTo>
                    <a:lnTo>
                      <a:pt x="19896" y="2131"/>
                    </a:lnTo>
                    <a:lnTo>
                      <a:pt x="19667" y="1988"/>
                    </a:lnTo>
                    <a:lnTo>
                      <a:pt x="19424" y="1860"/>
                    </a:lnTo>
                    <a:lnTo>
                      <a:pt x="19181" y="1731"/>
                    </a:lnTo>
                    <a:lnTo>
                      <a:pt x="18924" y="1617"/>
                    </a:lnTo>
                    <a:lnTo>
                      <a:pt x="18652" y="1516"/>
                    </a:lnTo>
                    <a:lnTo>
                      <a:pt x="18380" y="1416"/>
                    </a:lnTo>
                    <a:lnTo>
                      <a:pt x="18108" y="1330"/>
                    </a:lnTo>
                    <a:lnTo>
                      <a:pt x="17808" y="1245"/>
                    </a:lnTo>
                    <a:lnTo>
                      <a:pt x="17508" y="1173"/>
                    </a:lnTo>
                    <a:lnTo>
                      <a:pt x="17064" y="1230"/>
                    </a:lnTo>
                    <a:lnTo>
                      <a:pt x="16564" y="1273"/>
                    </a:lnTo>
                    <a:lnTo>
                      <a:pt x="16020" y="1288"/>
                    </a:lnTo>
                    <a:lnTo>
                      <a:pt x="15434" y="1288"/>
                    </a:lnTo>
                    <a:lnTo>
                      <a:pt x="14833" y="1273"/>
                    </a:lnTo>
                    <a:lnTo>
                      <a:pt x="14203" y="1259"/>
                    </a:lnTo>
                    <a:lnTo>
                      <a:pt x="13574" y="1216"/>
                    </a:lnTo>
                    <a:lnTo>
                      <a:pt x="12959" y="1173"/>
                    </a:lnTo>
                    <a:lnTo>
                      <a:pt x="12358" y="1130"/>
                    </a:lnTo>
                    <a:lnTo>
                      <a:pt x="11801" y="1073"/>
                    </a:lnTo>
                    <a:lnTo>
                      <a:pt x="11271" y="1001"/>
                    </a:lnTo>
                    <a:lnTo>
                      <a:pt x="10799" y="944"/>
                    </a:lnTo>
                    <a:lnTo>
                      <a:pt x="10385" y="873"/>
                    </a:lnTo>
                    <a:lnTo>
                      <a:pt x="10056" y="816"/>
                    </a:lnTo>
                    <a:lnTo>
                      <a:pt x="9812" y="758"/>
                    </a:lnTo>
                    <a:lnTo>
                      <a:pt x="9655" y="687"/>
                    </a:lnTo>
                    <a:lnTo>
                      <a:pt x="9584" y="630"/>
                    </a:lnTo>
                    <a:lnTo>
                      <a:pt x="9512" y="572"/>
                    </a:lnTo>
                    <a:lnTo>
                      <a:pt x="9455" y="501"/>
                    </a:lnTo>
                    <a:lnTo>
                      <a:pt x="9426" y="429"/>
                    </a:lnTo>
                    <a:lnTo>
                      <a:pt x="9369" y="272"/>
                    </a:lnTo>
                    <a:lnTo>
                      <a:pt x="9326" y="143"/>
                    </a:lnTo>
                    <a:lnTo>
                      <a:pt x="9297" y="43"/>
                    </a:lnTo>
                    <a:lnTo>
                      <a:pt x="9269" y="15"/>
                    </a:lnTo>
                    <a:lnTo>
                      <a:pt x="9240"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9"/>
              <p:cNvSpPr/>
              <p:nvPr/>
            </p:nvSpPr>
            <p:spPr>
              <a:xfrm>
                <a:off x="5357814" y="2518147"/>
                <a:ext cx="773011" cy="1011535"/>
              </a:xfrm>
              <a:custGeom>
                <a:avLst/>
                <a:gdLst/>
                <a:ahLst/>
                <a:cxnLst/>
                <a:rect l="l" t="t" r="r" b="b"/>
                <a:pathLst>
                  <a:path w="24102" h="31539" fill="none" extrusionOk="0">
                    <a:moveTo>
                      <a:pt x="24101" y="11400"/>
                    </a:moveTo>
                    <a:lnTo>
                      <a:pt x="24101" y="11400"/>
                    </a:lnTo>
                    <a:lnTo>
                      <a:pt x="24087" y="11014"/>
                    </a:lnTo>
                    <a:lnTo>
                      <a:pt x="24058" y="10570"/>
                    </a:lnTo>
                    <a:lnTo>
                      <a:pt x="23987" y="9984"/>
                    </a:lnTo>
                    <a:lnTo>
                      <a:pt x="23887" y="9297"/>
                    </a:lnTo>
                    <a:lnTo>
                      <a:pt x="23815" y="8911"/>
                    </a:lnTo>
                    <a:lnTo>
                      <a:pt x="23729" y="8511"/>
                    </a:lnTo>
                    <a:lnTo>
                      <a:pt x="23644" y="8096"/>
                    </a:lnTo>
                    <a:lnTo>
                      <a:pt x="23529" y="7667"/>
                    </a:lnTo>
                    <a:lnTo>
                      <a:pt x="23400" y="7223"/>
                    </a:lnTo>
                    <a:lnTo>
                      <a:pt x="23243" y="6780"/>
                    </a:lnTo>
                    <a:lnTo>
                      <a:pt x="23086" y="6337"/>
                    </a:lnTo>
                    <a:lnTo>
                      <a:pt x="22900" y="5879"/>
                    </a:lnTo>
                    <a:lnTo>
                      <a:pt x="22685" y="5435"/>
                    </a:lnTo>
                    <a:lnTo>
                      <a:pt x="22456" y="4992"/>
                    </a:lnTo>
                    <a:lnTo>
                      <a:pt x="22199" y="4563"/>
                    </a:lnTo>
                    <a:lnTo>
                      <a:pt x="21927" y="4134"/>
                    </a:lnTo>
                    <a:lnTo>
                      <a:pt x="21613" y="3719"/>
                    </a:lnTo>
                    <a:lnTo>
                      <a:pt x="21284" y="3333"/>
                    </a:lnTo>
                    <a:lnTo>
                      <a:pt x="21112" y="3147"/>
                    </a:lnTo>
                    <a:lnTo>
                      <a:pt x="20926" y="2961"/>
                    </a:lnTo>
                    <a:lnTo>
                      <a:pt x="20740" y="2775"/>
                    </a:lnTo>
                    <a:lnTo>
                      <a:pt x="20540" y="2603"/>
                    </a:lnTo>
                    <a:lnTo>
                      <a:pt x="20325" y="2446"/>
                    </a:lnTo>
                    <a:lnTo>
                      <a:pt x="20111" y="2289"/>
                    </a:lnTo>
                    <a:lnTo>
                      <a:pt x="19896" y="2131"/>
                    </a:lnTo>
                    <a:lnTo>
                      <a:pt x="19667" y="1988"/>
                    </a:lnTo>
                    <a:lnTo>
                      <a:pt x="19424" y="1860"/>
                    </a:lnTo>
                    <a:lnTo>
                      <a:pt x="19181" y="1731"/>
                    </a:lnTo>
                    <a:lnTo>
                      <a:pt x="18924" y="1617"/>
                    </a:lnTo>
                    <a:lnTo>
                      <a:pt x="18652" y="1516"/>
                    </a:lnTo>
                    <a:lnTo>
                      <a:pt x="18380" y="1416"/>
                    </a:lnTo>
                    <a:lnTo>
                      <a:pt x="18108" y="1330"/>
                    </a:lnTo>
                    <a:lnTo>
                      <a:pt x="17808" y="1245"/>
                    </a:lnTo>
                    <a:lnTo>
                      <a:pt x="17508" y="1173"/>
                    </a:lnTo>
                    <a:lnTo>
                      <a:pt x="17508" y="1173"/>
                    </a:lnTo>
                    <a:lnTo>
                      <a:pt x="17064" y="1230"/>
                    </a:lnTo>
                    <a:lnTo>
                      <a:pt x="16564" y="1273"/>
                    </a:lnTo>
                    <a:lnTo>
                      <a:pt x="16020" y="1288"/>
                    </a:lnTo>
                    <a:lnTo>
                      <a:pt x="15434" y="1288"/>
                    </a:lnTo>
                    <a:lnTo>
                      <a:pt x="14833" y="1273"/>
                    </a:lnTo>
                    <a:lnTo>
                      <a:pt x="14203" y="1259"/>
                    </a:lnTo>
                    <a:lnTo>
                      <a:pt x="13574" y="1216"/>
                    </a:lnTo>
                    <a:lnTo>
                      <a:pt x="12959" y="1173"/>
                    </a:lnTo>
                    <a:lnTo>
                      <a:pt x="12358" y="1130"/>
                    </a:lnTo>
                    <a:lnTo>
                      <a:pt x="11801" y="1073"/>
                    </a:lnTo>
                    <a:lnTo>
                      <a:pt x="11271" y="1001"/>
                    </a:lnTo>
                    <a:lnTo>
                      <a:pt x="10799" y="944"/>
                    </a:lnTo>
                    <a:lnTo>
                      <a:pt x="10385" y="873"/>
                    </a:lnTo>
                    <a:lnTo>
                      <a:pt x="10056" y="816"/>
                    </a:lnTo>
                    <a:lnTo>
                      <a:pt x="9812" y="758"/>
                    </a:lnTo>
                    <a:lnTo>
                      <a:pt x="9655" y="687"/>
                    </a:lnTo>
                    <a:lnTo>
                      <a:pt x="9655" y="687"/>
                    </a:lnTo>
                    <a:lnTo>
                      <a:pt x="9584" y="630"/>
                    </a:lnTo>
                    <a:lnTo>
                      <a:pt x="9512" y="572"/>
                    </a:lnTo>
                    <a:lnTo>
                      <a:pt x="9455" y="501"/>
                    </a:lnTo>
                    <a:lnTo>
                      <a:pt x="9426" y="429"/>
                    </a:lnTo>
                    <a:lnTo>
                      <a:pt x="9369" y="272"/>
                    </a:lnTo>
                    <a:lnTo>
                      <a:pt x="9326" y="143"/>
                    </a:lnTo>
                    <a:lnTo>
                      <a:pt x="9297" y="43"/>
                    </a:lnTo>
                    <a:lnTo>
                      <a:pt x="9269" y="15"/>
                    </a:lnTo>
                    <a:lnTo>
                      <a:pt x="9240" y="0"/>
                    </a:lnTo>
                    <a:lnTo>
                      <a:pt x="9212" y="15"/>
                    </a:lnTo>
                    <a:lnTo>
                      <a:pt x="9154" y="29"/>
                    </a:lnTo>
                    <a:lnTo>
                      <a:pt x="9097" y="86"/>
                    </a:lnTo>
                    <a:lnTo>
                      <a:pt x="9011" y="158"/>
                    </a:lnTo>
                    <a:lnTo>
                      <a:pt x="9011" y="158"/>
                    </a:lnTo>
                    <a:lnTo>
                      <a:pt x="8911" y="243"/>
                    </a:lnTo>
                    <a:lnTo>
                      <a:pt x="8783" y="315"/>
                    </a:lnTo>
                    <a:lnTo>
                      <a:pt x="8611" y="415"/>
                    </a:lnTo>
                    <a:lnTo>
                      <a:pt x="8425" y="501"/>
                    </a:lnTo>
                    <a:lnTo>
                      <a:pt x="8425" y="501"/>
                    </a:lnTo>
                    <a:lnTo>
                      <a:pt x="8067" y="673"/>
                    </a:lnTo>
                    <a:lnTo>
                      <a:pt x="7724" y="858"/>
                    </a:lnTo>
                    <a:lnTo>
                      <a:pt x="7381" y="1059"/>
                    </a:lnTo>
                    <a:lnTo>
                      <a:pt x="7052" y="1273"/>
                    </a:lnTo>
                    <a:lnTo>
                      <a:pt x="6737" y="1502"/>
                    </a:lnTo>
                    <a:lnTo>
                      <a:pt x="6423" y="1745"/>
                    </a:lnTo>
                    <a:lnTo>
                      <a:pt x="6136" y="1988"/>
                    </a:lnTo>
                    <a:lnTo>
                      <a:pt x="5850" y="2260"/>
                    </a:lnTo>
                    <a:lnTo>
                      <a:pt x="5579" y="2532"/>
                    </a:lnTo>
                    <a:lnTo>
                      <a:pt x="5307" y="2818"/>
                    </a:lnTo>
                    <a:lnTo>
                      <a:pt x="5064" y="3118"/>
                    </a:lnTo>
                    <a:lnTo>
                      <a:pt x="4821" y="3433"/>
                    </a:lnTo>
                    <a:lnTo>
                      <a:pt x="4606" y="3748"/>
                    </a:lnTo>
                    <a:lnTo>
                      <a:pt x="4391" y="4091"/>
                    </a:lnTo>
                    <a:lnTo>
                      <a:pt x="4206" y="4434"/>
                    </a:lnTo>
                    <a:lnTo>
                      <a:pt x="4034" y="4778"/>
                    </a:lnTo>
                    <a:lnTo>
                      <a:pt x="0" y="18194"/>
                    </a:lnTo>
                    <a:lnTo>
                      <a:pt x="3505" y="20025"/>
                    </a:lnTo>
                    <a:lnTo>
                      <a:pt x="2675" y="29980"/>
                    </a:lnTo>
                    <a:lnTo>
                      <a:pt x="2675" y="29980"/>
                    </a:lnTo>
                    <a:lnTo>
                      <a:pt x="3047" y="30137"/>
                    </a:lnTo>
                    <a:lnTo>
                      <a:pt x="3519" y="30294"/>
                    </a:lnTo>
                    <a:lnTo>
                      <a:pt x="4148" y="30494"/>
                    </a:lnTo>
                    <a:lnTo>
                      <a:pt x="4935" y="30723"/>
                    </a:lnTo>
                    <a:lnTo>
                      <a:pt x="5393" y="30838"/>
                    </a:lnTo>
                    <a:lnTo>
                      <a:pt x="5879" y="30938"/>
                    </a:lnTo>
                    <a:lnTo>
                      <a:pt x="6408" y="31052"/>
                    </a:lnTo>
                    <a:lnTo>
                      <a:pt x="6966" y="31152"/>
                    </a:lnTo>
                    <a:lnTo>
                      <a:pt x="7552" y="31253"/>
                    </a:lnTo>
                    <a:lnTo>
                      <a:pt x="8182" y="31338"/>
                    </a:lnTo>
                    <a:lnTo>
                      <a:pt x="8825" y="31410"/>
                    </a:lnTo>
                    <a:lnTo>
                      <a:pt x="9512" y="31467"/>
                    </a:lnTo>
                    <a:lnTo>
                      <a:pt x="10227" y="31510"/>
                    </a:lnTo>
                    <a:lnTo>
                      <a:pt x="10971" y="31539"/>
                    </a:lnTo>
                    <a:lnTo>
                      <a:pt x="11743" y="31539"/>
                    </a:lnTo>
                    <a:lnTo>
                      <a:pt x="12530" y="31524"/>
                    </a:lnTo>
                    <a:lnTo>
                      <a:pt x="13345" y="31481"/>
                    </a:lnTo>
                    <a:lnTo>
                      <a:pt x="14189" y="31424"/>
                    </a:lnTo>
                    <a:lnTo>
                      <a:pt x="15047" y="31324"/>
                    </a:lnTo>
                    <a:lnTo>
                      <a:pt x="15934" y="31195"/>
                    </a:lnTo>
                    <a:lnTo>
                      <a:pt x="16835" y="31038"/>
                    </a:lnTo>
                    <a:lnTo>
                      <a:pt x="17751" y="30838"/>
                    </a:lnTo>
                    <a:lnTo>
                      <a:pt x="18680" y="30609"/>
                    </a:lnTo>
                    <a:lnTo>
                      <a:pt x="19167" y="30480"/>
                    </a:lnTo>
                    <a:lnTo>
                      <a:pt x="19639" y="30337"/>
                    </a:lnTo>
                    <a:lnTo>
                      <a:pt x="20125" y="30194"/>
                    </a:lnTo>
                    <a:lnTo>
                      <a:pt x="20611" y="30022"/>
                    </a:lnTo>
                    <a:lnTo>
                      <a:pt x="21098" y="29851"/>
                    </a:lnTo>
                    <a:lnTo>
                      <a:pt x="21584" y="29679"/>
                    </a:lnTo>
                    <a:lnTo>
                      <a:pt x="22385" y="19638"/>
                    </a:lnTo>
                    <a:lnTo>
                      <a:pt x="24101" y="114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9"/>
              <p:cNvSpPr/>
              <p:nvPr/>
            </p:nvSpPr>
            <p:spPr>
              <a:xfrm>
                <a:off x="5394953" y="3469999"/>
                <a:ext cx="655113" cy="425281"/>
              </a:xfrm>
              <a:custGeom>
                <a:avLst/>
                <a:gdLst/>
                <a:ahLst/>
                <a:cxnLst/>
                <a:rect l="l" t="t" r="r" b="b"/>
                <a:pathLst>
                  <a:path w="20426" h="13260" extrusionOk="0">
                    <a:moveTo>
                      <a:pt x="20426" y="0"/>
                    </a:moveTo>
                    <a:lnTo>
                      <a:pt x="19897" y="115"/>
                    </a:lnTo>
                    <a:lnTo>
                      <a:pt x="19253" y="243"/>
                    </a:lnTo>
                    <a:lnTo>
                      <a:pt x="18409" y="415"/>
                    </a:lnTo>
                    <a:lnTo>
                      <a:pt x="17379" y="601"/>
                    </a:lnTo>
                    <a:lnTo>
                      <a:pt x="16192" y="787"/>
                    </a:lnTo>
                    <a:lnTo>
                      <a:pt x="14876" y="973"/>
                    </a:lnTo>
                    <a:lnTo>
                      <a:pt x="14175" y="1059"/>
                    </a:lnTo>
                    <a:lnTo>
                      <a:pt x="13460" y="1130"/>
                    </a:lnTo>
                    <a:lnTo>
                      <a:pt x="12717" y="1202"/>
                    </a:lnTo>
                    <a:lnTo>
                      <a:pt x="11958" y="1273"/>
                    </a:lnTo>
                    <a:lnTo>
                      <a:pt x="11186" y="1316"/>
                    </a:lnTo>
                    <a:lnTo>
                      <a:pt x="10414" y="1359"/>
                    </a:lnTo>
                    <a:lnTo>
                      <a:pt x="9627" y="1388"/>
                    </a:lnTo>
                    <a:lnTo>
                      <a:pt x="8840" y="1402"/>
                    </a:lnTo>
                    <a:lnTo>
                      <a:pt x="8039" y="1388"/>
                    </a:lnTo>
                    <a:lnTo>
                      <a:pt x="7267" y="1359"/>
                    </a:lnTo>
                    <a:lnTo>
                      <a:pt x="6480" y="1316"/>
                    </a:lnTo>
                    <a:lnTo>
                      <a:pt x="5722" y="1245"/>
                    </a:lnTo>
                    <a:lnTo>
                      <a:pt x="4964" y="1159"/>
                    </a:lnTo>
                    <a:lnTo>
                      <a:pt x="4220" y="1044"/>
                    </a:lnTo>
                    <a:lnTo>
                      <a:pt x="3505" y="901"/>
                    </a:lnTo>
                    <a:lnTo>
                      <a:pt x="2819" y="730"/>
                    </a:lnTo>
                    <a:lnTo>
                      <a:pt x="2475" y="630"/>
                    </a:lnTo>
                    <a:lnTo>
                      <a:pt x="2146" y="529"/>
                    </a:lnTo>
                    <a:lnTo>
                      <a:pt x="1832" y="415"/>
                    </a:lnTo>
                    <a:lnTo>
                      <a:pt x="1517" y="301"/>
                    </a:lnTo>
                    <a:lnTo>
                      <a:pt x="1403" y="715"/>
                    </a:lnTo>
                    <a:lnTo>
                      <a:pt x="1131" y="1817"/>
                    </a:lnTo>
                    <a:lnTo>
                      <a:pt x="959" y="2575"/>
                    </a:lnTo>
                    <a:lnTo>
                      <a:pt x="773" y="3419"/>
                    </a:lnTo>
                    <a:lnTo>
                      <a:pt x="587" y="4334"/>
                    </a:lnTo>
                    <a:lnTo>
                      <a:pt x="401" y="5292"/>
                    </a:lnTo>
                    <a:lnTo>
                      <a:pt x="244" y="6265"/>
                    </a:lnTo>
                    <a:lnTo>
                      <a:pt x="130" y="7252"/>
                    </a:lnTo>
                    <a:lnTo>
                      <a:pt x="72" y="7724"/>
                    </a:lnTo>
                    <a:lnTo>
                      <a:pt x="44" y="8196"/>
                    </a:lnTo>
                    <a:lnTo>
                      <a:pt x="15" y="8639"/>
                    </a:lnTo>
                    <a:lnTo>
                      <a:pt x="1" y="9083"/>
                    </a:lnTo>
                    <a:lnTo>
                      <a:pt x="1" y="9497"/>
                    </a:lnTo>
                    <a:lnTo>
                      <a:pt x="30" y="9884"/>
                    </a:lnTo>
                    <a:lnTo>
                      <a:pt x="58" y="10241"/>
                    </a:lnTo>
                    <a:lnTo>
                      <a:pt x="115" y="10570"/>
                    </a:lnTo>
                    <a:lnTo>
                      <a:pt x="201" y="10871"/>
                    </a:lnTo>
                    <a:lnTo>
                      <a:pt x="244" y="11014"/>
                    </a:lnTo>
                    <a:lnTo>
                      <a:pt x="301" y="11142"/>
                    </a:lnTo>
                    <a:lnTo>
                      <a:pt x="359" y="11257"/>
                    </a:lnTo>
                    <a:lnTo>
                      <a:pt x="416" y="11357"/>
                    </a:lnTo>
                    <a:lnTo>
                      <a:pt x="487" y="11457"/>
                    </a:lnTo>
                    <a:lnTo>
                      <a:pt x="559" y="11543"/>
                    </a:lnTo>
                    <a:lnTo>
                      <a:pt x="745" y="11700"/>
                    </a:lnTo>
                    <a:lnTo>
                      <a:pt x="945" y="11843"/>
                    </a:lnTo>
                    <a:lnTo>
                      <a:pt x="1202" y="12000"/>
                    </a:lnTo>
                    <a:lnTo>
                      <a:pt x="1474" y="12129"/>
                    </a:lnTo>
                    <a:lnTo>
                      <a:pt x="1789" y="12272"/>
                    </a:lnTo>
                    <a:lnTo>
                      <a:pt x="2132" y="12401"/>
                    </a:lnTo>
                    <a:lnTo>
                      <a:pt x="2490" y="12515"/>
                    </a:lnTo>
                    <a:lnTo>
                      <a:pt x="2876" y="12630"/>
                    </a:lnTo>
                    <a:lnTo>
                      <a:pt x="3276" y="12730"/>
                    </a:lnTo>
                    <a:lnTo>
                      <a:pt x="3705" y="12830"/>
                    </a:lnTo>
                    <a:lnTo>
                      <a:pt x="4149" y="12916"/>
                    </a:lnTo>
                    <a:lnTo>
                      <a:pt x="4607" y="13002"/>
                    </a:lnTo>
                    <a:lnTo>
                      <a:pt x="5064" y="13073"/>
                    </a:lnTo>
                    <a:lnTo>
                      <a:pt x="5536" y="13130"/>
                    </a:lnTo>
                    <a:lnTo>
                      <a:pt x="6008" y="13173"/>
                    </a:lnTo>
                    <a:lnTo>
                      <a:pt x="6495" y="13216"/>
                    </a:lnTo>
                    <a:lnTo>
                      <a:pt x="6981" y="13245"/>
                    </a:lnTo>
                    <a:lnTo>
                      <a:pt x="7467" y="13259"/>
                    </a:lnTo>
                    <a:lnTo>
                      <a:pt x="8411" y="13259"/>
                    </a:lnTo>
                    <a:lnTo>
                      <a:pt x="8883" y="13231"/>
                    </a:lnTo>
                    <a:lnTo>
                      <a:pt x="9341" y="13202"/>
                    </a:lnTo>
                    <a:lnTo>
                      <a:pt x="9770" y="13145"/>
                    </a:lnTo>
                    <a:lnTo>
                      <a:pt x="10199" y="13088"/>
                    </a:lnTo>
                    <a:lnTo>
                      <a:pt x="10614" y="13016"/>
                    </a:lnTo>
                    <a:lnTo>
                      <a:pt x="11000" y="12916"/>
                    </a:lnTo>
                    <a:lnTo>
                      <a:pt x="11372" y="12801"/>
                    </a:lnTo>
                    <a:lnTo>
                      <a:pt x="11715" y="12687"/>
                    </a:lnTo>
                    <a:lnTo>
                      <a:pt x="12030" y="12544"/>
                    </a:lnTo>
                    <a:lnTo>
                      <a:pt x="12316" y="12387"/>
                    </a:lnTo>
                    <a:lnTo>
                      <a:pt x="12573" y="12215"/>
                    </a:lnTo>
                    <a:lnTo>
                      <a:pt x="12688" y="12115"/>
                    </a:lnTo>
                    <a:lnTo>
                      <a:pt x="12788" y="12015"/>
                    </a:lnTo>
                    <a:lnTo>
                      <a:pt x="12988" y="11800"/>
                    </a:lnTo>
                    <a:lnTo>
                      <a:pt x="13160" y="11557"/>
                    </a:lnTo>
                    <a:lnTo>
                      <a:pt x="13332" y="11300"/>
                    </a:lnTo>
                    <a:lnTo>
                      <a:pt x="13489" y="11028"/>
                    </a:lnTo>
                    <a:lnTo>
                      <a:pt x="13632" y="10728"/>
                    </a:lnTo>
                    <a:lnTo>
                      <a:pt x="13775" y="10413"/>
                    </a:lnTo>
                    <a:lnTo>
                      <a:pt x="13889" y="10084"/>
                    </a:lnTo>
                    <a:lnTo>
                      <a:pt x="14004" y="9741"/>
                    </a:lnTo>
                    <a:lnTo>
                      <a:pt x="14104" y="9397"/>
                    </a:lnTo>
                    <a:lnTo>
                      <a:pt x="14204" y="9040"/>
                    </a:lnTo>
                    <a:lnTo>
                      <a:pt x="14276" y="8682"/>
                    </a:lnTo>
                    <a:lnTo>
                      <a:pt x="14361" y="8310"/>
                    </a:lnTo>
                    <a:lnTo>
                      <a:pt x="14476" y="7581"/>
                    </a:lnTo>
                    <a:lnTo>
                      <a:pt x="14576" y="6851"/>
                    </a:lnTo>
                    <a:lnTo>
                      <a:pt x="14647" y="6151"/>
                    </a:lnTo>
                    <a:lnTo>
                      <a:pt x="14705" y="5493"/>
                    </a:lnTo>
                    <a:lnTo>
                      <a:pt x="14733" y="4892"/>
                    </a:lnTo>
                    <a:lnTo>
                      <a:pt x="14748" y="4363"/>
                    </a:lnTo>
                    <a:lnTo>
                      <a:pt x="14762" y="3590"/>
                    </a:lnTo>
                    <a:lnTo>
                      <a:pt x="14748" y="3319"/>
                    </a:lnTo>
                    <a:lnTo>
                      <a:pt x="20426" y="1874"/>
                    </a:lnTo>
                    <a:lnTo>
                      <a:pt x="204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9"/>
              <p:cNvSpPr/>
              <p:nvPr/>
            </p:nvSpPr>
            <p:spPr>
              <a:xfrm>
                <a:off x="5394953" y="3469999"/>
                <a:ext cx="655113" cy="425281"/>
              </a:xfrm>
              <a:custGeom>
                <a:avLst/>
                <a:gdLst/>
                <a:ahLst/>
                <a:cxnLst/>
                <a:rect l="l" t="t" r="r" b="b"/>
                <a:pathLst>
                  <a:path w="20426" h="13260" fill="none" extrusionOk="0">
                    <a:moveTo>
                      <a:pt x="1517" y="301"/>
                    </a:moveTo>
                    <a:lnTo>
                      <a:pt x="1517" y="301"/>
                    </a:lnTo>
                    <a:lnTo>
                      <a:pt x="1403" y="715"/>
                    </a:lnTo>
                    <a:lnTo>
                      <a:pt x="1131" y="1817"/>
                    </a:lnTo>
                    <a:lnTo>
                      <a:pt x="959" y="2575"/>
                    </a:lnTo>
                    <a:lnTo>
                      <a:pt x="773" y="3419"/>
                    </a:lnTo>
                    <a:lnTo>
                      <a:pt x="587" y="4334"/>
                    </a:lnTo>
                    <a:lnTo>
                      <a:pt x="401" y="5292"/>
                    </a:lnTo>
                    <a:lnTo>
                      <a:pt x="244" y="6265"/>
                    </a:lnTo>
                    <a:lnTo>
                      <a:pt x="130" y="7252"/>
                    </a:lnTo>
                    <a:lnTo>
                      <a:pt x="72" y="7724"/>
                    </a:lnTo>
                    <a:lnTo>
                      <a:pt x="44" y="8196"/>
                    </a:lnTo>
                    <a:lnTo>
                      <a:pt x="15" y="8639"/>
                    </a:lnTo>
                    <a:lnTo>
                      <a:pt x="1" y="9083"/>
                    </a:lnTo>
                    <a:lnTo>
                      <a:pt x="1" y="9497"/>
                    </a:lnTo>
                    <a:lnTo>
                      <a:pt x="30" y="9884"/>
                    </a:lnTo>
                    <a:lnTo>
                      <a:pt x="58" y="10241"/>
                    </a:lnTo>
                    <a:lnTo>
                      <a:pt x="115" y="10570"/>
                    </a:lnTo>
                    <a:lnTo>
                      <a:pt x="201" y="10871"/>
                    </a:lnTo>
                    <a:lnTo>
                      <a:pt x="244" y="11014"/>
                    </a:lnTo>
                    <a:lnTo>
                      <a:pt x="301" y="11142"/>
                    </a:lnTo>
                    <a:lnTo>
                      <a:pt x="359" y="11257"/>
                    </a:lnTo>
                    <a:lnTo>
                      <a:pt x="416" y="11357"/>
                    </a:lnTo>
                    <a:lnTo>
                      <a:pt x="487" y="11457"/>
                    </a:lnTo>
                    <a:lnTo>
                      <a:pt x="559" y="11543"/>
                    </a:lnTo>
                    <a:lnTo>
                      <a:pt x="559" y="11543"/>
                    </a:lnTo>
                    <a:lnTo>
                      <a:pt x="745" y="11700"/>
                    </a:lnTo>
                    <a:lnTo>
                      <a:pt x="945" y="11843"/>
                    </a:lnTo>
                    <a:lnTo>
                      <a:pt x="1202" y="12000"/>
                    </a:lnTo>
                    <a:lnTo>
                      <a:pt x="1474" y="12129"/>
                    </a:lnTo>
                    <a:lnTo>
                      <a:pt x="1789" y="12272"/>
                    </a:lnTo>
                    <a:lnTo>
                      <a:pt x="2132" y="12401"/>
                    </a:lnTo>
                    <a:lnTo>
                      <a:pt x="2490" y="12515"/>
                    </a:lnTo>
                    <a:lnTo>
                      <a:pt x="2876" y="12630"/>
                    </a:lnTo>
                    <a:lnTo>
                      <a:pt x="3276" y="12730"/>
                    </a:lnTo>
                    <a:lnTo>
                      <a:pt x="3705" y="12830"/>
                    </a:lnTo>
                    <a:lnTo>
                      <a:pt x="4149" y="12916"/>
                    </a:lnTo>
                    <a:lnTo>
                      <a:pt x="4607" y="13002"/>
                    </a:lnTo>
                    <a:lnTo>
                      <a:pt x="5064" y="13073"/>
                    </a:lnTo>
                    <a:lnTo>
                      <a:pt x="5536" y="13130"/>
                    </a:lnTo>
                    <a:lnTo>
                      <a:pt x="6008" y="13173"/>
                    </a:lnTo>
                    <a:lnTo>
                      <a:pt x="6495" y="13216"/>
                    </a:lnTo>
                    <a:lnTo>
                      <a:pt x="6981" y="13245"/>
                    </a:lnTo>
                    <a:lnTo>
                      <a:pt x="7467" y="13259"/>
                    </a:lnTo>
                    <a:lnTo>
                      <a:pt x="7939" y="13259"/>
                    </a:lnTo>
                    <a:lnTo>
                      <a:pt x="8411" y="13259"/>
                    </a:lnTo>
                    <a:lnTo>
                      <a:pt x="8883" y="13231"/>
                    </a:lnTo>
                    <a:lnTo>
                      <a:pt x="9341" y="13202"/>
                    </a:lnTo>
                    <a:lnTo>
                      <a:pt x="9770" y="13145"/>
                    </a:lnTo>
                    <a:lnTo>
                      <a:pt x="10199" y="13088"/>
                    </a:lnTo>
                    <a:lnTo>
                      <a:pt x="10614" y="13016"/>
                    </a:lnTo>
                    <a:lnTo>
                      <a:pt x="11000" y="12916"/>
                    </a:lnTo>
                    <a:lnTo>
                      <a:pt x="11372" y="12801"/>
                    </a:lnTo>
                    <a:lnTo>
                      <a:pt x="11715" y="12687"/>
                    </a:lnTo>
                    <a:lnTo>
                      <a:pt x="12030" y="12544"/>
                    </a:lnTo>
                    <a:lnTo>
                      <a:pt x="12316" y="12387"/>
                    </a:lnTo>
                    <a:lnTo>
                      <a:pt x="12573" y="12215"/>
                    </a:lnTo>
                    <a:lnTo>
                      <a:pt x="12688" y="12115"/>
                    </a:lnTo>
                    <a:lnTo>
                      <a:pt x="12788" y="12015"/>
                    </a:lnTo>
                    <a:lnTo>
                      <a:pt x="12788" y="12015"/>
                    </a:lnTo>
                    <a:lnTo>
                      <a:pt x="12988" y="11800"/>
                    </a:lnTo>
                    <a:lnTo>
                      <a:pt x="13160" y="11557"/>
                    </a:lnTo>
                    <a:lnTo>
                      <a:pt x="13332" y="11300"/>
                    </a:lnTo>
                    <a:lnTo>
                      <a:pt x="13489" y="11028"/>
                    </a:lnTo>
                    <a:lnTo>
                      <a:pt x="13632" y="10728"/>
                    </a:lnTo>
                    <a:lnTo>
                      <a:pt x="13775" y="10413"/>
                    </a:lnTo>
                    <a:lnTo>
                      <a:pt x="13889" y="10084"/>
                    </a:lnTo>
                    <a:lnTo>
                      <a:pt x="14004" y="9741"/>
                    </a:lnTo>
                    <a:lnTo>
                      <a:pt x="14104" y="9397"/>
                    </a:lnTo>
                    <a:lnTo>
                      <a:pt x="14204" y="9040"/>
                    </a:lnTo>
                    <a:lnTo>
                      <a:pt x="14276" y="8682"/>
                    </a:lnTo>
                    <a:lnTo>
                      <a:pt x="14361" y="8310"/>
                    </a:lnTo>
                    <a:lnTo>
                      <a:pt x="14476" y="7581"/>
                    </a:lnTo>
                    <a:lnTo>
                      <a:pt x="14576" y="6851"/>
                    </a:lnTo>
                    <a:lnTo>
                      <a:pt x="14647" y="6151"/>
                    </a:lnTo>
                    <a:lnTo>
                      <a:pt x="14705" y="5493"/>
                    </a:lnTo>
                    <a:lnTo>
                      <a:pt x="14733" y="4892"/>
                    </a:lnTo>
                    <a:lnTo>
                      <a:pt x="14748" y="4363"/>
                    </a:lnTo>
                    <a:lnTo>
                      <a:pt x="14762" y="3590"/>
                    </a:lnTo>
                    <a:lnTo>
                      <a:pt x="14748" y="3319"/>
                    </a:lnTo>
                    <a:lnTo>
                      <a:pt x="20426" y="1874"/>
                    </a:lnTo>
                    <a:lnTo>
                      <a:pt x="20426" y="0"/>
                    </a:lnTo>
                    <a:lnTo>
                      <a:pt x="20426" y="0"/>
                    </a:lnTo>
                    <a:lnTo>
                      <a:pt x="19897" y="115"/>
                    </a:lnTo>
                    <a:lnTo>
                      <a:pt x="19253" y="243"/>
                    </a:lnTo>
                    <a:lnTo>
                      <a:pt x="18409" y="415"/>
                    </a:lnTo>
                    <a:lnTo>
                      <a:pt x="17379" y="601"/>
                    </a:lnTo>
                    <a:lnTo>
                      <a:pt x="16192" y="787"/>
                    </a:lnTo>
                    <a:lnTo>
                      <a:pt x="14876" y="973"/>
                    </a:lnTo>
                    <a:lnTo>
                      <a:pt x="14175" y="1059"/>
                    </a:lnTo>
                    <a:lnTo>
                      <a:pt x="13460" y="1130"/>
                    </a:lnTo>
                    <a:lnTo>
                      <a:pt x="12717" y="1202"/>
                    </a:lnTo>
                    <a:lnTo>
                      <a:pt x="11958" y="1273"/>
                    </a:lnTo>
                    <a:lnTo>
                      <a:pt x="11186" y="1316"/>
                    </a:lnTo>
                    <a:lnTo>
                      <a:pt x="10414" y="1359"/>
                    </a:lnTo>
                    <a:lnTo>
                      <a:pt x="9627" y="1388"/>
                    </a:lnTo>
                    <a:lnTo>
                      <a:pt x="8840" y="1402"/>
                    </a:lnTo>
                    <a:lnTo>
                      <a:pt x="8039" y="1388"/>
                    </a:lnTo>
                    <a:lnTo>
                      <a:pt x="7267" y="1359"/>
                    </a:lnTo>
                    <a:lnTo>
                      <a:pt x="6480" y="1316"/>
                    </a:lnTo>
                    <a:lnTo>
                      <a:pt x="5722" y="1245"/>
                    </a:lnTo>
                    <a:lnTo>
                      <a:pt x="4964" y="1159"/>
                    </a:lnTo>
                    <a:lnTo>
                      <a:pt x="4220" y="1044"/>
                    </a:lnTo>
                    <a:lnTo>
                      <a:pt x="3505" y="901"/>
                    </a:lnTo>
                    <a:lnTo>
                      <a:pt x="2819" y="730"/>
                    </a:lnTo>
                    <a:lnTo>
                      <a:pt x="2475" y="630"/>
                    </a:lnTo>
                    <a:lnTo>
                      <a:pt x="2146" y="529"/>
                    </a:lnTo>
                    <a:lnTo>
                      <a:pt x="1832" y="415"/>
                    </a:lnTo>
                    <a:lnTo>
                      <a:pt x="1517" y="30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9"/>
              <p:cNvSpPr/>
              <p:nvPr/>
            </p:nvSpPr>
            <p:spPr>
              <a:xfrm>
                <a:off x="5961494" y="2668146"/>
                <a:ext cx="167932" cy="926222"/>
              </a:xfrm>
              <a:custGeom>
                <a:avLst/>
                <a:gdLst/>
                <a:ahLst/>
                <a:cxnLst/>
                <a:rect l="l" t="t" r="r" b="b"/>
                <a:pathLst>
                  <a:path w="5236" h="28879" extrusionOk="0">
                    <a:moveTo>
                      <a:pt x="3090" y="0"/>
                    </a:moveTo>
                    <a:lnTo>
                      <a:pt x="2933" y="58"/>
                    </a:lnTo>
                    <a:lnTo>
                      <a:pt x="2761" y="129"/>
                    </a:lnTo>
                    <a:lnTo>
                      <a:pt x="2604" y="244"/>
                    </a:lnTo>
                    <a:lnTo>
                      <a:pt x="2446" y="387"/>
                    </a:lnTo>
                    <a:lnTo>
                      <a:pt x="2275" y="544"/>
                    </a:lnTo>
                    <a:lnTo>
                      <a:pt x="2117" y="730"/>
                    </a:lnTo>
                    <a:lnTo>
                      <a:pt x="1946" y="944"/>
                    </a:lnTo>
                    <a:lnTo>
                      <a:pt x="1788" y="1159"/>
                    </a:lnTo>
                    <a:lnTo>
                      <a:pt x="1631" y="1402"/>
                    </a:lnTo>
                    <a:lnTo>
                      <a:pt x="1474" y="1645"/>
                    </a:lnTo>
                    <a:lnTo>
                      <a:pt x="1173" y="2160"/>
                    </a:lnTo>
                    <a:lnTo>
                      <a:pt x="902" y="2689"/>
                    </a:lnTo>
                    <a:lnTo>
                      <a:pt x="644" y="3190"/>
                    </a:lnTo>
                    <a:lnTo>
                      <a:pt x="430" y="3662"/>
                    </a:lnTo>
                    <a:lnTo>
                      <a:pt x="115" y="4391"/>
                    </a:lnTo>
                    <a:lnTo>
                      <a:pt x="0" y="4663"/>
                    </a:lnTo>
                    <a:lnTo>
                      <a:pt x="1202" y="28878"/>
                    </a:lnTo>
                    <a:lnTo>
                      <a:pt x="4377" y="28764"/>
                    </a:lnTo>
                    <a:lnTo>
                      <a:pt x="4477" y="27777"/>
                    </a:lnTo>
                    <a:lnTo>
                      <a:pt x="4563" y="26618"/>
                    </a:lnTo>
                    <a:lnTo>
                      <a:pt x="4678" y="25102"/>
                    </a:lnTo>
                    <a:lnTo>
                      <a:pt x="4806" y="23300"/>
                    </a:lnTo>
                    <a:lnTo>
                      <a:pt x="4935" y="21240"/>
                    </a:lnTo>
                    <a:lnTo>
                      <a:pt x="5049" y="19009"/>
                    </a:lnTo>
                    <a:lnTo>
                      <a:pt x="5150" y="16663"/>
                    </a:lnTo>
                    <a:lnTo>
                      <a:pt x="5178" y="15462"/>
                    </a:lnTo>
                    <a:lnTo>
                      <a:pt x="5207" y="14246"/>
                    </a:lnTo>
                    <a:lnTo>
                      <a:pt x="5235" y="13031"/>
                    </a:lnTo>
                    <a:lnTo>
                      <a:pt x="5235" y="11829"/>
                    </a:lnTo>
                    <a:lnTo>
                      <a:pt x="5221" y="10642"/>
                    </a:lnTo>
                    <a:lnTo>
                      <a:pt x="5207" y="9469"/>
                    </a:lnTo>
                    <a:lnTo>
                      <a:pt x="5164" y="8325"/>
                    </a:lnTo>
                    <a:lnTo>
                      <a:pt x="5121" y="7223"/>
                    </a:lnTo>
                    <a:lnTo>
                      <a:pt x="5049" y="6165"/>
                    </a:lnTo>
                    <a:lnTo>
                      <a:pt x="4949" y="5164"/>
                    </a:lnTo>
                    <a:lnTo>
                      <a:pt x="4849" y="4206"/>
                    </a:lnTo>
                    <a:lnTo>
                      <a:pt x="4706" y="3333"/>
                    </a:lnTo>
                    <a:lnTo>
                      <a:pt x="4635" y="2918"/>
                    </a:lnTo>
                    <a:lnTo>
                      <a:pt x="4563" y="2518"/>
                    </a:lnTo>
                    <a:lnTo>
                      <a:pt x="4463" y="2146"/>
                    </a:lnTo>
                    <a:lnTo>
                      <a:pt x="4377" y="1788"/>
                    </a:lnTo>
                    <a:lnTo>
                      <a:pt x="4277" y="1459"/>
                    </a:lnTo>
                    <a:lnTo>
                      <a:pt x="4177" y="1159"/>
                    </a:lnTo>
                    <a:lnTo>
                      <a:pt x="4063" y="873"/>
                    </a:lnTo>
                    <a:lnTo>
                      <a:pt x="3934" y="615"/>
                    </a:lnTo>
                    <a:lnTo>
                      <a:pt x="3805" y="387"/>
                    </a:lnTo>
                    <a:lnTo>
                      <a:pt x="3748" y="301"/>
                    </a:lnTo>
                    <a:lnTo>
                      <a:pt x="3676" y="215"/>
                    </a:lnTo>
                    <a:lnTo>
                      <a:pt x="3605" y="158"/>
                    </a:lnTo>
                    <a:lnTo>
                      <a:pt x="3533" y="101"/>
                    </a:lnTo>
                    <a:lnTo>
                      <a:pt x="3462" y="58"/>
                    </a:lnTo>
                    <a:lnTo>
                      <a:pt x="3390" y="29"/>
                    </a:lnTo>
                    <a:lnTo>
                      <a:pt x="3319"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9"/>
              <p:cNvSpPr/>
              <p:nvPr/>
            </p:nvSpPr>
            <p:spPr>
              <a:xfrm>
                <a:off x="5602326" y="2534664"/>
                <a:ext cx="20655" cy="12861"/>
              </a:xfrm>
              <a:custGeom>
                <a:avLst/>
                <a:gdLst/>
                <a:ahLst/>
                <a:cxnLst/>
                <a:rect l="l" t="t" r="r" b="b"/>
                <a:pathLst>
                  <a:path w="644" h="401" extrusionOk="0">
                    <a:moveTo>
                      <a:pt x="572" y="0"/>
                    </a:moveTo>
                    <a:lnTo>
                      <a:pt x="0" y="401"/>
                    </a:lnTo>
                    <a:lnTo>
                      <a:pt x="0" y="401"/>
                    </a:lnTo>
                    <a:lnTo>
                      <a:pt x="315" y="229"/>
                    </a:lnTo>
                    <a:lnTo>
                      <a:pt x="644" y="57"/>
                    </a:lnTo>
                    <a:lnTo>
                      <a:pt x="572"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9"/>
              <p:cNvSpPr/>
              <p:nvPr/>
            </p:nvSpPr>
            <p:spPr>
              <a:xfrm>
                <a:off x="5602326" y="2534664"/>
                <a:ext cx="20655" cy="12861"/>
              </a:xfrm>
              <a:custGeom>
                <a:avLst/>
                <a:gdLst/>
                <a:ahLst/>
                <a:cxnLst/>
                <a:rect l="l" t="t" r="r" b="b"/>
                <a:pathLst>
                  <a:path w="644" h="401" fill="none" extrusionOk="0">
                    <a:moveTo>
                      <a:pt x="572" y="0"/>
                    </a:moveTo>
                    <a:lnTo>
                      <a:pt x="0" y="401"/>
                    </a:lnTo>
                    <a:lnTo>
                      <a:pt x="0" y="401"/>
                    </a:lnTo>
                    <a:lnTo>
                      <a:pt x="315" y="229"/>
                    </a:lnTo>
                    <a:lnTo>
                      <a:pt x="644" y="57"/>
                    </a:lnTo>
                    <a:lnTo>
                      <a:pt x="5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9"/>
              <p:cNvSpPr/>
              <p:nvPr/>
            </p:nvSpPr>
            <p:spPr>
              <a:xfrm>
                <a:off x="5602326" y="2536492"/>
                <a:ext cx="335799" cy="94518"/>
              </a:xfrm>
              <a:custGeom>
                <a:avLst/>
                <a:gdLst/>
                <a:ahLst/>
                <a:cxnLst/>
                <a:rect l="l" t="t" r="r" b="b"/>
                <a:pathLst>
                  <a:path w="10470" h="2947" extrusionOk="0">
                    <a:moveTo>
                      <a:pt x="644" y="0"/>
                    </a:moveTo>
                    <a:lnTo>
                      <a:pt x="315" y="172"/>
                    </a:lnTo>
                    <a:lnTo>
                      <a:pt x="0" y="344"/>
                    </a:lnTo>
                    <a:lnTo>
                      <a:pt x="3218" y="2832"/>
                    </a:lnTo>
                    <a:lnTo>
                      <a:pt x="4019" y="1903"/>
                    </a:lnTo>
                    <a:lnTo>
                      <a:pt x="4749" y="2947"/>
                    </a:lnTo>
                    <a:lnTo>
                      <a:pt x="4877" y="2933"/>
                    </a:lnTo>
                    <a:lnTo>
                      <a:pt x="5235" y="2904"/>
                    </a:lnTo>
                    <a:lnTo>
                      <a:pt x="5507" y="2861"/>
                    </a:lnTo>
                    <a:lnTo>
                      <a:pt x="5807" y="2818"/>
                    </a:lnTo>
                    <a:lnTo>
                      <a:pt x="6150" y="2747"/>
                    </a:lnTo>
                    <a:lnTo>
                      <a:pt x="6537" y="2646"/>
                    </a:lnTo>
                    <a:lnTo>
                      <a:pt x="6966" y="2532"/>
                    </a:lnTo>
                    <a:lnTo>
                      <a:pt x="7409" y="2389"/>
                    </a:lnTo>
                    <a:lnTo>
                      <a:pt x="7881" y="2217"/>
                    </a:lnTo>
                    <a:lnTo>
                      <a:pt x="8382" y="2003"/>
                    </a:lnTo>
                    <a:lnTo>
                      <a:pt x="8882" y="1760"/>
                    </a:lnTo>
                    <a:lnTo>
                      <a:pt x="9412" y="1474"/>
                    </a:lnTo>
                    <a:lnTo>
                      <a:pt x="9669" y="1316"/>
                    </a:lnTo>
                    <a:lnTo>
                      <a:pt x="9941" y="1159"/>
                    </a:lnTo>
                    <a:lnTo>
                      <a:pt x="10213" y="973"/>
                    </a:lnTo>
                    <a:lnTo>
                      <a:pt x="10470" y="787"/>
                    </a:lnTo>
                    <a:lnTo>
                      <a:pt x="9884" y="601"/>
                    </a:lnTo>
                    <a:lnTo>
                      <a:pt x="9226" y="901"/>
                    </a:lnTo>
                    <a:lnTo>
                      <a:pt x="7709" y="1531"/>
                    </a:lnTo>
                    <a:lnTo>
                      <a:pt x="6866" y="1888"/>
                    </a:lnTo>
                    <a:lnTo>
                      <a:pt x="6079" y="2189"/>
                    </a:lnTo>
                    <a:lnTo>
                      <a:pt x="5450" y="2418"/>
                    </a:lnTo>
                    <a:lnTo>
                      <a:pt x="5235" y="2475"/>
                    </a:lnTo>
                    <a:lnTo>
                      <a:pt x="5078" y="2518"/>
                    </a:lnTo>
                    <a:lnTo>
                      <a:pt x="5035" y="2475"/>
                    </a:lnTo>
                    <a:lnTo>
                      <a:pt x="4978" y="2418"/>
                    </a:lnTo>
                    <a:lnTo>
                      <a:pt x="4834" y="2246"/>
                    </a:lnTo>
                    <a:lnTo>
                      <a:pt x="4677" y="2017"/>
                    </a:lnTo>
                    <a:lnTo>
                      <a:pt x="4506" y="1760"/>
                    </a:lnTo>
                    <a:lnTo>
                      <a:pt x="4219" y="1273"/>
                    </a:lnTo>
                    <a:lnTo>
                      <a:pt x="4091" y="1059"/>
                    </a:lnTo>
                    <a:lnTo>
                      <a:pt x="3147" y="2275"/>
                    </a:lnTo>
                    <a:lnTo>
                      <a:pt x="644"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9"/>
              <p:cNvSpPr/>
              <p:nvPr/>
            </p:nvSpPr>
            <p:spPr>
              <a:xfrm>
                <a:off x="5602326" y="2536492"/>
                <a:ext cx="335799" cy="94518"/>
              </a:xfrm>
              <a:custGeom>
                <a:avLst/>
                <a:gdLst/>
                <a:ahLst/>
                <a:cxnLst/>
                <a:rect l="l" t="t" r="r" b="b"/>
                <a:pathLst>
                  <a:path w="10470" h="2947" fill="none" extrusionOk="0">
                    <a:moveTo>
                      <a:pt x="644" y="0"/>
                    </a:moveTo>
                    <a:lnTo>
                      <a:pt x="644" y="0"/>
                    </a:lnTo>
                    <a:lnTo>
                      <a:pt x="315" y="172"/>
                    </a:lnTo>
                    <a:lnTo>
                      <a:pt x="0" y="344"/>
                    </a:lnTo>
                    <a:lnTo>
                      <a:pt x="3218" y="2832"/>
                    </a:lnTo>
                    <a:lnTo>
                      <a:pt x="4019" y="1903"/>
                    </a:lnTo>
                    <a:lnTo>
                      <a:pt x="4749" y="2947"/>
                    </a:lnTo>
                    <a:lnTo>
                      <a:pt x="4749" y="2947"/>
                    </a:lnTo>
                    <a:lnTo>
                      <a:pt x="4877" y="2933"/>
                    </a:lnTo>
                    <a:lnTo>
                      <a:pt x="5235" y="2904"/>
                    </a:lnTo>
                    <a:lnTo>
                      <a:pt x="5507" y="2861"/>
                    </a:lnTo>
                    <a:lnTo>
                      <a:pt x="5807" y="2818"/>
                    </a:lnTo>
                    <a:lnTo>
                      <a:pt x="6150" y="2747"/>
                    </a:lnTo>
                    <a:lnTo>
                      <a:pt x="6537" y="2646"/>
                    </a:lnTo>
                    <a:lnTo>
                      <a:pt x="6966" y="2532"/>
                    </a:lnTo>
                    <a:lnTo>
                      <a:pt x="7409" y="2389"/>
                    </a:lnTo>
                    <a:lnTo>
                      <a:pt x="7881" y="2217"/>
                    </a:lnTo>
                    <a:lnTo>
                      <a:pt x="8382" y="2003"/>
                    </a:lnTo>
                    <a:lnTo>
                      <a:pt x="8882" y="1760"/>
                    </a:lnTo>
                    <a:lnTo>
                      <a:pt x="9412" y="1474"/>
                    </a:lnTo>
                    <a:lnTo>
                      <a:pt x="9669" y="1316"/>
                    </a:lnTo>
                    <a:lnTo>
                      <a:pt x="9941" y="1159"/>
                    </a:lnTo>
                    <a:lnTo>
                      <a:pt x="10213" y="973"/>
                    </a:lnTo>
                    <a:lnTo>
                      <a:pt x="10470" y="787"/>
                    </a:lnTo>
                    <a:lnTo>
                      <a:pt x="9884" y="601"/>
                    </a:lnTo>
                    <a:lnTo>
                      <a:pt x="9884" y="601"/>
                    </a:lnTo>
                    <a:lnTo>
                      <a:pt x="9884" y="601"/>
                    </a:lnTo>
                    <a:lnTo>
                      <a:pt x="9884" y="601"/>
                    </a:lnTo>
                    <a:lnTo>
                      <a:pt x="9226" y="901"/>
                    </a:lnTo>
                    <a:lnTo>
                      <a:pt x="7709" y="1531"/>
                    </a:lnTo>
                    <a:lnTo>
                      <a:pt x="6866" y="1888"/>
                    </a:lnTo>
                    <a:lnTo>
                      <a:pt x="6079" y="2189"/>
                    </a:lnTo>
                    <a:lnTo>
                      <a:pt x="5450" y="2418"/>
                    </a:lnTo>
                    <a:lnTo>
                      <a:pt x="5235" y="2475"/>
                    </a:lnTo>
                    <a:lnTo>
                      <a:pt x="5078" y="2518"/>
                    </a:lnTo>
                    <a:lnTo>
                      <a:pt x="5078" y="2518"/>
                    </a:lnTo>
                    <a:lnTo>
                      <a:pt x="5035" y="2475"/>
                    </a:lnTo>
                    <a:lnTo>
                      <a:pt x="4978" y="2418"/>
                    </a:lnTo>
                    <a:lnTo>
                      <a:pt x="4834" y="2246"/>
                    </a:lnTo>
                    <a:lnTo>
                      <a:pt x="4677" y="2017"/>
                    </a:lnTo>
                    <a:lnTo>
                      <a:pt x="4506" y="1760"/>
                    </a:lnTo>
                    <a:lnTo>
                      <a:pt x="4219" y="1273"/>
                    </a:lnTo>
                    <a:lnTo>
                      <a:pt x="4091" y="1059"/>
                    </a:lnTo>
                    <a:lnTo>
                      <a:pt x="3147" y="2275"/>
                    </a:lnTo>
                    <a:lnTo>
                      <a:pt x="6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9"/>
              <p:cNvSpPr/>
              <p:nvPr/>
            </p:nvSpPr>
            <p:spPr>
              <a:xfrm>
                <a:off x="5707360" y="2639250"/>
                <a:ext cx="34446" cy="48654"/>
              </a:xfrm>
              <a:custGeom>
                <a:avLst/>
                <a:gdLst/>
                <a:ahLst/>
                <a:cxnLst/>
                <a:rect l="l" t="t" r="r" b="b"/>
                <a:pathLst>
                  <a:path w="1074" h="1517" extrusionOk="0">
                    <a:moveTo>
                      <a:pt x="558" y="0"/>
                    </a:moveTo>
                    <a:lnTo>
                      <a:pt x="458" y="15"/>
                    </a:lnTo>
                    <a:lnTo>
                      <a:pt x="358" y="58"/>
                    </a:lnTo>
                    <a:lnTo>
                      <a:pt x="272" y="129"/>
                    </a:lnTo>
                    <a:lnTo>
                      <a:pt x="186" y="215"/>
                    </a:lnTo>
                    <a:lnTo>
                      <a:pt x="115" y="315"/>
                    </a:lnTo>
                    <a:lnTo>
                      <a:pt x="58" y="429"/>
                    </a:lnTo>
                    <a:lnTo>
                      <a:pt x="15" y="572"/>
                    </a:lnTo>
                    <a:lnTo>
                      <a:pt x="0" y="715"/>
                    </a:lnTo>
                    <a:lnTo>
                      <a:pt x="0" y="873"/>
                    </a:lnTo>
                    <a:lnTo>
                      <a:pt x="15" y="1016"/>
                    </a:lnTo>
                    <a:lnTo>
                      <a:pt x="58" y="1145"/>
                    </a:lnTo>
                    <a:lnTo>
                      <a:pt x="115" y="1259"/>
                    </a:lnTo>
                    <a:lnTo>
                      <a:pt x="186" y="1359"/>
                    </a:lnTo>
                    <a:lnTo>
                      <a:pt x="272" y="1431"/>
                    </a:lnTo>
                    <a:lnTo>
                      <a:pt x="372" y="1488"/>
                    </a:lnTo>
                    <a:lnTo>
                      <a:pt x="472" y="1516"/>
                    </a:lnTo>
                    <a:lnTo>
                      <a:pt x="501" y="1516"/>
                    </a:lnTo>
                    <a:lnTo>
                      <a:pt x="601" y="1502"/>
                    </a:lnTo>
                    <a:lnTo>
                      <a:pt x="701" y="1459"/>
                    </a:lnTo>
                    <a:lnTo>
                      <a:pt x="801" y="1388"/>
                    </a:lnTo>
                    <a:lnTo>
                      <a:pt x="873" y="1302"/>
                    </a:lnTo>
                    <a:lnTo>
                      <a:pt x="944" y="1202"/>
                    </a:lnTo>
                    <a:lnTo>
                      <a:pt x="1002" y="1073"/>
                    </a:lnTo>
                    <a:lnTo>
                      <a:pt x="1045" y="944"/>
                    </a:lnTo>
                    <a:lnTo>
                      <a:pt x="1059" y="801"/>
                    </a:lnTo>
                    <a:lnTo>
                      <a:pt x="1073" y="644"/>
                    </a:lnTo>
                    <a:lnTo>
                      <a:pt x="1045" y="501"/>
                    </a:lnTo>
                    <a:lnTo>
                      <a:pt x="1002" y="372"/>
                    </a:lnTo>
                    <a:lnTo>
                      <a:pt x="944" y="258"/>
                    </a:lnTo>
                    <a:lnTo>
                      <a:pt x="873" y="158"/>
                    </a:lnTo>
                    <a:lnTo>
                      <a:pt x="787" y="72"/>
                    </a:lnTo>
                    <a:lnTo>
                      <a:pt x="701" y="29"/>
                    </a:lnTo>
                    <a:lnTo>
                      <a:pt x="587"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9"/>
              <p:cNvSpPr/>
              <p:nvPr/>
            </p:nvSpPr>
            <p:spPr>
              <a:xfrm>
                <a:off x="5707360" y="2639250"/>
                <a:ext cx="34446" cy="48654"/>
              </a:xfrm>
              <a:custGeom>
                <a:avLst/>
                <a:gdLst/>
                <a:ahLst/>
                <a:cxnLst/>
                <a:rect l="l" t="t" r="r" b="b"/>
                <a:pathLst>
                  <a:path w="1074" h="1517" fill="none" extrusionOk="0">
                    <a:moveTo>
                      <a:pt x="558" y="0"/>
                    </a:moveTo>
                    <a:lnTo>
                      <a:pt x="558" y="0"/>
                    </a:lnTo>
                    <a:lnTo>
                      <a:pt x="458" y="15"/>
                    </a:lnTo>
                    <a:lnTo>
                      <a:pt x="358" y="58"/>
                    </a:lnTo>
                    <a:lnTo>
                      <a:pt x="272" y="129"/>
                    </a:lnTo>
                    <a:lnTo>
                      <a:pt x="186" y="215"/>
                    </a:lnTo>
                    <a:lnTo>
                      <a:pt x="115" y="315"/>
                    </a:lnTo>
                    <a:lnTo>
                      <a:pt x="58" y="429"/>
                    </a:lnTo>
                    <a:lnTo>
                      <a:pt x="15" y="572"/>
                    </a:lnTo>
                    <a:lnTo>
                      <a:pt x="0" y="715"/>
                    </a:lnTo>
                    <a:lnTo>
                      <a:pt x="0" y="715"/>
                    </a:lnTo>
                    <a:lnTo>
                      <a:pt x="0" y="873"/>
                    </a:lnTo>
                    <a:lnTo>
                      <a:pt x="15" y="1016"/>
                    </a:lnTo>
                    <a:lnTo>
                      <a:pt x="58" y="1145"/>
                    </a:lnTo>
                    <a:lnTo>
                      <a:pt x="115" y="1259"/>
                    </a:lnTo>
                    <a:lnTo>
                      <a:pt x="186" y="1359"/>
                    </a:lnTo>
                    <a:lnTo>
                      <a:pt x="272" y="1431"/>
                    </a:lnTo>
                    <a:lnTo>
                      <a:pt x="372" y="1488"/>
                    </a:lnTo>
                    <a:lnTo>
                      <a:pt x="472" y="1516"/>
                    </a:lnTo>
                    <a:lnTo>
                      <a:pt x="472" y="1516"/>
                    </a:lnTo>
                    <a:lnTo>
                      <a:pt x="501" y="1516"/>
                    </a:lnTo>
                    <a:lnTo>
                      <a:pt x="501" y="1516"/>
                    </a:lnTo>
                    <a:lnTo>
                      <a:pt x="601" y="1502"/>
                    </a:lnTo>
                    <a:lnTo>
                      <a:pt x="701" y="1459"/>
                    </a:lnTo>
                    <a:lnTo>
                      <a:pt x="801" y="1388"/>
                    </a:lnTo>
                    <a:lnTo>
                      <a:pt x="873" y="1302"/>
                    </a:lnTo>
                    <a:lnTo>
                      <a:pt x="944" y="1202"/>
                    </a:lnTo>
                    <a:lnTo>
                      <a:pt x="1002" y="1073"/>
                    </a:lnTo>
                    <a:lnTo>
                      <a:pt x="1045" y="944"/>
                    </a:lnTo>
                    <a:lnTo>
                      <a:pt x="1059" y="801"/>
                    </a:lnTo>
                    <a:lnTo>
                      <a:pt x="1059" y="801"/>
                    </a:lnTo>
                    <a:lnTo>
                      <a:pt x="1073" y="644"/>
                    </a:lnTo>
                    <a:lnTo>
                      <a:pt x="1045" y="501"/>
                    </a:lnTo>
                    <a:lnTo>
                      <a:pt x="1002" y="372"/>
                    </a:lnTo>
                    <a:lnTo>
                      <a:pt x="944" y="258"/>
                    </a:lnTo>
                    <a:lnTo>
                      <a:pt x="873" y="158"/>
                    </a:lnTo>
                    <a:lnTo>
                      <a:pt x="787" y="72"/>
                    </a:lnTo>
                    <a:lnTo>
                      <a:pt x="701" y="29"/>
                    </a:lnTo>
                    <a:lnTo>
                      <a:pt x="587" y="0"/>
                    </a:lnTo>
                    <a:lnTo>
                      <a:pt x="587" y="0"/>
                    </a:lnTo>
                    <a:lnTo>
                      <a:pt x="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9"/>
              <p:cNvSpPr/>
              <p:nvPr/>
            </p:nvSpPr>
            <p:spPr>
              <a:xfrm>
                <a:off x="5689914" y="2898869"/>
                <a:ext cx="34446" cy="48654"/>
              </a:xfrm>
              <a:custGeom>
                <a:avLst/>
                <a:gdLst/>
                <a:ahLst/>
                <a:cxnLst/>
                <a:rect l="l" t="t" r="r" b="b"/>
                <a:pathLst>
                  <a:path w="1074" h="1517" extrusionOk="0">
                    <a:moveTo>
                      <a:pt x="573" y="1"/>
                    </a:moveTo>
                    <a:lnTo>
                      <a:pt x="459" y="15"/>
                    </a:lnTo>
                    <a:lnTo>
                      <a:pt x="373" y="58"/>
                    </a:lnTo>
                    <a:lnTo>
                      <a:pt x="273" y="130"/>
                    </a:lnTo>
                    <a:lnTo>
                      <a:pt x="201" y="215"/>
                    </a:lnTo>
                    <a:lnTo>
                      <a:pt x="130" y="316"/>
                    </a:lnTo>
                    <a:lnTo>
                      <a:pt x="72" y="444"/>
                    </a:lnTo>
                    <a:lnTo>
                      <a:pt x="30" y="573"/>
                    </a:lnTo>
                    <a:lnTo>
                      <a:pt x="1" y="716"/>
                    </a:lnTo>
                    <a:lnTo>
                      <a:pt x="1" y="873"/>
                    </a:lnTo>
                    <a:lnTo>
                      <a:pt x="30" y="1016"/>
                    </a:lnTo>
                    <a:lnTo>
                      <a:pt x="72" y="1145"/>
                    </a:lnTo>
                    <a:lnTo>
                      <a:pt x="130" y="1260"/>
                    </a:lnTo>
                    <a:lnTo>
                      <a:pt x="201" y="1360"/>
                    </a:lnTo>
                    <a:lnTo>
                      <a:pt x="287" y="1445"/>
                    </a:lnTo>
                    <a:lnTo>
                      <a:pt x="373" y="1488"/>
                    </a:lnTo>
                    <a:lnTo>
                      <a:pt x="487" y="1517"/>
                    </a:lnTo>
                    <a:lnTo>
                      <a:pt x="516" y="1517"/>
                    </a:lnTo>
                    <a:lnTo>
                      <a:pt x="616" y="1503"/>
                    </a:lnTo>
                    <a:lnTo>
                      <a:pt x="716" y="1460"/>
                    </a:lnTo>
                    <a:lnTo>
                      <a:pt x="802" y="1388"/>
                    </a:lnTo>
                    <a:lnTo>
                      <a:pt x="888" y="1302"/>
                    </a:lnTo>
                    <a:lnTo>
                      <a:pt x="959" y="1202"/>
                    </a:lnTo>
                    <a:lnTo>
                      <a:pt x="1016" y="1088"/>
                    </a:lnTo>
                    <a:lnTo>
                      <a:pt x="1045" y="945"/>
                    </a:lnTo>
                    <a:lnTo>
                      <a:pt x="1074" y="802"/>
                    </a:lnTo>
                    <a:lnTo>
                      <a:pt x="1074" y="644"/>
                    </a:lnTo>
                    <a:lnTo>
                      <a:pt x="1059" y="501"/>
                    </a:lnTo>
                    <a:lnTo>
                      <a:pt x="1016" y="373"/>
                    </a:lnTo>
                    <a:lnTo>
                      <a:pt x="959" y="258"/>
                    </a:lnTo>
                    <a:lnTo>
                      <a:pt x="888" y="158"/>
                    </a:lnTo>
                    <a:lnTo>
                      <a:pt x="802" y="87"/>
                    </a:lnTo>
                    <a:lnTo>
                      <a:pt x="702" y="29"/>
                    </a:lnTo>
                    <a:lnTo>
                      <a:pt x="602"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9"/>
              <p:cNvSpPr/>
              <p:nvPr/>
            </p:nvSpPr>
            <p:spPr>
              <a:xfrm>
                <a:off x="5689914" y="2898869"/>
                <a:ext cx="34446" cy="48654"/>
              </a:xfrm>
              <a:custGeom>
                <a:avLst/>
                <a:gdLst/>
                <a:ahLst/>
                <a:cxnLst/>
                <a:rect l="l" t="t" r="r" b="b"/>
                <a:pathLst>
                  <a:path w="1074" h="1517" fill="none" extrusionOk="0">
                    <a:moveTo>
                      <a:pt x="573" y="1"/>
                    </a:moveTo>
                    <a:lnTo>
                      <a:pt x="573" y="1"/>
                    </a:lnTo>
                    <a:lnTo>
                      <a:pt x="459" y="15"/>
                    </a:lnTo>
                    <a:lnTo>
                      <a:pt x="373" y="58"/>
                    </a:lnTo>
                    <a:lnTo>
                      <a:pt x="273" y="130"/>
                    </a:lnTo>
                    <a:lnTo>
                      <a:pt x="201" y="215"/>
                    </a:lnTo>
                    <a:lnTo>
                      <a:pt x="130" y="316"/>
                    </a:lnTo>
                    <a:lnTo>
                      <a:pt x="72" y="444"/>
                    </a:lnTo>
                    <a:lnTo>
                      <a:pt x="30" y="573"/>
                    </a:lnTo>
                    <a:lnTo>
                      <a:pt x="1" y="716"/>
                    </a:lnTo>
                    <a:lnTo>
                      <a:pt x="1" y="716"/>
                    </a:lnTo>
                    <a:lnTo>
                      <a:pt x="1" y="873"/>
                    </a:lnTo>
                    <a:lnTo>
                      <a:pt x="30" y="1016"/>
                    </a:lnTo>
                    <a:lnTo>
                      <a:pt x="72" y="1145"/>
                    </a:lnTo>
                    <a:lnTo>
                      <a:pt x="130" y="1260"/>
                    </a:lnTo>
                    <a:lnTo>
                      <a:pt x="201" y="1360"/>
                    </a:lnTo>
                    <a:lnTo>
                      <a:pt x="287" y="1445"/>
                    </a:lnTo>
                    <a:lnTo>
                      <a:pt x="373" y="1488"/>
                    </a:lnTo>
                    <a:lnTo>
                      <a:pt x="487" y="1517"/>
                    </a:lnTo>
                    <a:lnTo>
                      <a:pt x="487" y="1517"/>
                    </a:lnTo>
                    <a:lnTo>
                      <a:pt x="516" y="1517"/>
                    </a:lnTo>
                    <a:lnTo>
                      <a:pt x="516" y="1517"/>
                    </a:lnTo>
                    <a:lnTo>
                      <a:pt x="616" y="1503"/>
                    </a:lnTo>
                    <a:lnTo>
                      <a:pt x="716" y="1460"/>
                    </a:lnTo>
                    <a:lnTo>
                      <a:pt x="802" y="1388"/>
                    </a:lnTo>
                    <a:lnTo>
                      <a:pt x="888" y="1302"/>
                    </a:lnTo>
                    <a:lnTo>
                      <a:pt x="959" y="1202"/>
                    </a:lnTo>
                    <a:lnTo>
                      <a:pt x="1016" y="1088"/>
                    </a:lnTo>
                    <a:lnTo>
                      <a:pt x="1045" y="945"/>
                    </a:lnTo>
                    <a:lnTo>
                      <a:pt x="1074" y="802"/>
                    </a:lnTo>
                    <a:lnTo>
                      <a:pt x="1074" y="802"/>
                    </a:lnTo>
                    <a:lnTo>
                      <a:pt x="1074" y="644"/>
                    </a:lnTo>
                    <a:lnTo>
                      <a:pt x="1059" y="501"/>
                    </a:lnTo>
                    <a:lnTo>
                      <a:pt x="1016" y="373"/>
                    </a:lnTo>
                    <a:lnTo>
                      <a:pt x="959" y="258"/>
                    </a:lnTo>
                    <a:lnTo>
                      <a:pt x="888" y="158"/>
                    </a:lnTo>
                    <a:lnTo>
                      <a:pt x="802" y="87"/>
                    </a:lnTo>
                    <a:lnTo>
                      <a:pt x="702" y="29"/>
                    </a:lnTo>
                    <a:lnTo>
                      <a:pt x="602" y="1"/>
                    </a:lnTo>
                    <a:lnTo>
                      <a:pt x="602" y="1"/>
                    </a:lnTo>
                    <a:lnTo>
                      <a:pt x="57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9"/>
              <p:cNvSpPr/>
              <p:nvPr/>
            </p:nvSpPr>
            <p:spPr>
              <a:xfrm>
                <a:off x="5666084" y="3212176"/>
                <a:ext cx="34414" cy="48654"/>
              </a:xfrm>
              <a:custGeom>
                <a:avLst/>
                <a:gdLst/>
                <a:ahLst/>
                <a:cxnLst/>
                <a:rect l="l" t="t" r="r" b="b"/>
                <a:pathLst>
                  <a:path w="1073" h="1517" extrusionOk="0">
                    <a:moveTo>
                      <a:pt x="558" y="1"/>
                    </a:moveTo>
                    <a:lnTo>
                      <a:pt x="458" y="15"/>
                    </a:lnTo>
                    <a:lnTo>
                      <a:pt x="358" y="58"/>
                    </a:lnTo>
                    <a:lnTo>
                      <a:pt x="272" y="130"/>
                    </a:lnTo>
                    <a:lnTo>
                      <a:pt x="186" y="215"/>
                    </a:lnTo>
                    <a:lnTo>
                      <a:pt x="115" y="316"/>
                    </a:lnTo>
                    <a:lnTo>
                      <a:pt x="57" y="430"/>
                    </a:lnTo>
                    <a:lnTo>
                      <a:pt x="29" y="573"/>
                    </a:lnTo>
                    <a:lnTo>
                      <a:pt x="0" y="716"/>
                    </a:lnTo>
                    <a:lnTo>
                      <a:pt x="0" y="873"/>
                    </a:lnTo>
                    <a:lnTo>
                      <a:pt x="14" y="1016"/>
                    </a:lnTo>
                    <a:lnTo>
                      <a:pt x="57" y="1145"/>
                    </a:lnTo>
                    <a:lnTo>
                      <a:pt x="115" y="1260"/>
                    </a:lnTo>
                    <a:lnTo>
                      <a:pt x="186" y="1360"/>
                    </a:lnTo>
                    <a:lnTo>
                      <a:pt x="272" y="1431"/>
                    </a:lnTo>
                    <a:lnTo>
                      <a:pt x="372" y="1488"/>
                    </a:lnTo>
                    <a:lnTo>
                      <a:pt x="472" y="1517"/>
                    </a:lnTo>
                    <a:lnTo>
                      <a:pt x="501" y="1517"/>
                    </a:lnTo>
                    <a:lnTo>
                      <a:pt x="615" y="1503"/>
                    </a:lnTo>
                    <a:lnTo>
                      <a:pt x="715" y="1460"/>
                    </a:lnTo>
                    <a:lnTo>
                      <a:pt x="801" y="1388"/>
                    </a:lnTo>
                    <a:lnTo>
                      <a:pt x="887" y="1302"/>
                    </a:lnTo>
                    <a:lnTo>
                      <a:pt x="944" y="1202"/>
                    </a:lnTo>
                    <a:lnTo>
                      <a:pt x="1001" y="1074"/>
                    </a:lnTo>
                    <a:lnTo>
                      <a:pt x="1044" y="945"/>
                    </a:lnTo>
                    <a:lnTo>
                      <a:pt x="1073" y="802"/>
                    </a:lnTo>
                    <a:lnTo>
                      <a:pt x="1073" y="644"/>
                    </a:lnTo>
                    <a:lnTo>
                      <a:pt x="1044" y="501"/>
                    </a:lnTo>
                    <a:lnTo>
                      <a:pt x="1001" y="373"/>
                    </a:lnTo>
                    <a:lnTo>
                      <a:pt x="958" y="258"/>
                    </a:lnTo>
                    <a:lnTo>
                      <a:pt x="887" y="158"/>
                    </a:lnTo>
                    <a:lnTo>
                      <a:pt x="801" y="72"/>
                    </a:lnTo>
                    <a:lnTo>
                      <a:pt x="701" y="29"/>
                    </a:lnTo>
                    <a:lnTo>
                      <a:pt x="587"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9"/>
              <p:cNvSpPr/>
              <p:nvPr/>
            </p:nvSpPr>
            <p:spPr>
              <a:xfrm>
                <a:off x="5666084" y="3212176"/>
                <a:ext cx="34414" cy="48654"/>
              </a:xfrm>
              <a:custGeom>
                <a:avLst/>
                <a:gdLst/>
                <a:ahLst/>
                <a:cxnLst/>
                <a:rect l="l" t="t" r="r" b="b"/>
                <a:pathLst>
                  <a:path w="1073" h="1517" fill="none" extrusionOk="0">
                    <a:moveTo>
                      <a:pt x="558" y="1"/>
                    </a:moveTo>
                    <a:lnTo>
                      <a:pt x="558" y="1"/>
                    </a:lnTo>
                    <a:lnTo>
                      <a:pt x="458" y="15"/>
                    </a:lnTo>
                    <a:lnTo>
                      <a:pt x="358" y="58"/>
                    </a:lnTo>
                    <a:lnTo>
                      <a:pt x="272" y="130"/>
                    </a:lnTo>
                    <a:lnTo>
                      <a:pt x="186" y="215"/>
                    </a:lnTo>
                    <a:lnTo>
                      <a:pt x="115" y="316"/>
                    </a:lnTo>
                    <a:lnTo>
                      <a:pt x="57" y="430"/>
                    </a:lnTo>
                    <a:lnTo>
                      <a:pt x="29" y="573"/>
                    </a:lnTo>
                    <a:lnTo>
                      <a:pt x="0" y="716"/>
                    </a:lnTo>
                    <a:lnTo>
                      <a:pt x="0" y="716"/>
                    </a:lnTo>
                    <a:lnTo>
                      <a:pt x="0" y="873"/>
                    </a:lnTo>
                    <a:lnTo>
                      <a:pt x="14" y="1016"/>
                    </a:lnTo>
                    <a:lnTo>
                      <a:pt x="57" y="1145"/>
                    </a:lnTo>
                    <a:lnTo>
                      <a:pt x="115" y="1260"/>
                    </a:lnTo>
                    <a:lnTo>
                      <a:pt x="186" y="1360"/>
                    </a:lnTo>
                    <a:lnTo>
                      <a:pt x="272" y="1431"/>
                    </a:lnTo>
                    <a:lnTo>
                      <a:pt x="372" y="1488"/>
                    </a:lnTo>
                    <a:lnTo>
                      <a:pt x="472" y="1517"/>
                    </a:lnTo>
                    <a:lnTo>
                      <a:pt x="472" y="1517"/>
                    </a:lnTo>
                    <a:lnTo>
                      <a:pt x="501" y="1517"/>
                    </a:lnTo>
                    <a:lnTo>
                      <a:pt x="501" y="1517"/>
                    </a:lnTo>
                    <a:lnTo>
                      <a:pt x="615" y="1503"/>
                    </a:lnTo>
                    <a:lnTo>
                      <a:pt x="715" y="1460"/>
                    </a:lnTo>
                    <a:lnTo>
                      <a:pt x="801" y="1388"/>
                    </a:lnTo>
                    <a:lnTo>
                      <a:pt x="887" y="1302"/>
                    </a:lnTo>
                    <a:lnTo>
                      <a:pt x="944" y="1202"/>
                    </a:lnTo>
                    <a:lnTo>
                      <a:pt x="1001" y="1074"/>
                    </a:lnTo>
                    <a:lnTo>
                      <a:pt x="1044" y="945"/>
                    </a:lnTo>
                    <a:lnTo>
                      <a:pt x="1073" y="802"/>
                    </a:lnTo>
                    <a:lnTo>
                      <a:pt x="1073" y="802"/>
                    </a:lnTo>
                    <a:lnTo>
                      <a:pt x="1073" y="644"/>
                    </a:lnTo>
                    <a:lnTo>
                      <a:pt x="1044" y="501"/>
                    </a:lnTo>
                    <a:lnTo>
                      <a:pt x="1001" y="373"/>
                    </a:lnTo>
                    <a:lnTo>
                      <a:pt x="958" y="258"/>
                    </a:lnTo>
                    <a:lnTo>
                      <a:pt x="887" y="158"/>
                    </a:lnTo>
                    <a:lnTo>
                      <a:pt x="801" y="72"/>
                    </a:lnTo>
                    <a:lnTo>
                      <a:pt x="701" y="29"/>
                    </a:lnTo>
                    <a:lnTo>
                      <a:pt x="587" y="1"/>
                    </a:lnTo>
                    <a:lnTo>
                      <a:pt x="587" y="1"/>
                    </a:lnTo>
                    <a:lnTo>
                      <a:pt x="55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9"/>
              <p:cNvSpPr/>
              <p:nvPr/>
            </p:nvSpPr>
            <p:spPr>
              <a:xfrm>
                <a:off x="5700946" y="2769524"/>
                <a:ext cx="34414" cy="48205"/>
              </a:xfrm>
              <a:custGeom>
                <a:avLst/>
                <a:gdLst/>
                <a:ahLst/>
                <a:cxnLst/>
                <a:rect l="l" t="t" r="r" b="b"/>
                <a:pathLst>
                  <a:path w="1073" h="1503" extrusionOk="0">
                    <a:moveTo>
                      <a:pt x="558" y="0"/>
                    </a:moveTo>
                    <a:lnTo>
                      <a:pt x="458" y="15"/>
                    </a:lnTo>
                    <a:lnTo>
                      <a:pt x="358" y="58"/>
                    </a:lnTo>
                    <a:lnTo>
                      <a:pt x="272" y="115"/>
                    </a:lnTo>
                    <a:lnTo>
                      <a:pt x="186" y="201"/>
                    </a:lnTo>
                    <a:lnTo>
                      <a:pt x="115" y="315"/>
                    </a:lnTo>
                    <a:lnTo>
                      <a:pt x="57" y="429"/>
                    </a:lnTo>
                    <a:lnTo>
                      <a:pt x="29" y="572"/>
                    </a:lnTo>
                    <a:lnTo>
                      <a:pt x="0" y="716"/>
                    </a:lnTo>
                    <a:lnTo>
                      <a:pt x="0" y="873"/>
                    </a:lnTo>
                    <a:lnTo>
                      <a:pt x="29" y="1016"/>
                    </a:lnTo>
                    <a:lnTo>
                      <a:pt x="57" y="1145"/>
                    </a:lnTo>
                    <a:lnTo>
                      <a:pt x="115" y="1259"/>
                    </a:lnTo>
                    <a:lnTo>
                      <a:pt x="186" y="1359"/>
                    </a:lnTo>
                    <a:lnTo>
                      <a:pt x="272" y="1431"/>
                    </a:lnTo>
                    <a:lnTo>
                      <a:pt x="372" y="1488"/>
                    </a:lnTo>
                    <a:lnTo>
                      <a:pt x="472" y="1502"/>
                    </a:lnTo>
                    <a:lnTo>
                      <a:pt x="501" y="1502"/>
                    </a:lnTo>
                    <a:lnTo>
                      <a:pt x="615" y="1488"/>
                    </a:lnTo>
                    <a:lnTo>
                      <a:pt x="715" y="1459"/>
                    </a:lnTo>
                    <a:lnTo>
                      <a:pt x="801" y="1388"/>
                    </a:lnTo>
                    <a:lnTo>
                      <a:pt x="887" y="1302"/>
                    </a:lnTo>
                    <a:lnTo>
                      <a:pt x="959" y="1202"/>
                    </a:lnTo>
                    <a:lnTo>
                      <a:pt x="1001" y="1073"/>
                    </a:lnTo>
                    <a:lnTo>
                      <a:pt x="1044" y="944"/>
                    </a:lnTo>
                    <a:lnTo>
                      <a:pt x="1073" y="801"/>
                    </a:lnTo>
                    <a:lnTo>
                      <a:pt x="1073" y="644"/>
                    </a:lnTo>
                    <a:lnTo>
                      <a:pt x="1044" y="501"/>
                    </a:lnTo>
                    <a:lnTo>
                      <a:pt x="1016" y="372"/>
                    </a:lnTo>
                    <a:lnTo>
                      <a:pt x="959" y="244"/>
                    </a:lnTo>
                    <a:lnTo>
                      <a:pt x="887" y="158"/>
                    </a:lnTo>
                    <a:lnTo>
                      <a:pt x="801" y="72"/>
                    </a:lnTo>
                    <a:lnTo>
                      <a:pt x="701" y="29"/>
                    </a:lnTo>
                    <a:lnTo>
                      <a:pt x="587"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9"/>
              <p:cNvSpPr/>
              <p:nvPr/>
            </p:nvSpPr>
            <p:spPr>
              <a:xfrm>
                <a:off x="5700946" y="2769524"/>
                <a:ext cx="34414" cy="48205"/>
              </a:xfrm>
              <a:custGeom>
                <a:avLst/>
                <a:gdLst/>
                <a:ahLst/>
                <a:cxnLst/>
                <a:rect l="l" t="t" r="r" b="b"/>
                <a:pathLst>
                  <a:path w="1073" h="1503" fill="none" extrusionOk="0">
                    <a:moveTo>
                      <a:pt x="558" y="0"/>
                    </a:moveTo>
                    <a:lnTo>
                      <a:pt x="558" y="0"/>
                    </a:lnTo>
                    <a:lnTo>
                      <a:pt x="458" y="15"/>
                    </a:lnTo>
                    <a:lnTo>
                      <a:pt x="358" y="58"/>
                    </a:lnTo>
                    <a:lnTo>
                      <a:pt x="272" y="115"/>
                    </a:lnTo>
                    <a:lnTo>
                      <a:pt x="186" y="201"/>
                    </a:lnTo>
                    <a:lnTo>
                      <a:pt x="115" y="315"/>
                    </a:lnTo>
                    <a:lnTo>
                      <a:pt x="57" y="429"/>
                    </a:lnTo>
                    <a:lnTo>
                      <a:pt x="29" y="572"/>
                    </a:lnTo>
                    <a:lnTo>
                      <a:pt x="0" y="716"/>
                    </a:lnTo>
                    <a:lnTo>
                      <a:pt x="0" y="716"/>
                    </a:lnTo>
                    <a:lnTo>
                      <a:pt x="0" y="873"/>
                    </a:lnTo>
                    <a:lnTo>
                      <a:pt x="29" y="1016"/>
                    </a:lnTo>
                    <a:lnTo>
                      <a:pt x="57" y="1145"/>
                    </a:lnTo>
                    <a:lnTo>
                      <a:pt x="115" y="1259"/>
                    </a:lnTo>
                    <a:lnTo>
                      <a:pt x="186" y="1359"/>
                    </a:lnTo>
                    <a:lnTo>
                      <a:pt x="272" y="1431"/>
                    </a:lnTo>
                    <a:lnTo>
                      <a:pt x="372" y="1488"/>
                    </a:lnTo>
                    <a:lnTo>
                      <a:pt x="472" y="1502"/>
                    </a:lnTo>
                    <a:lnTo>
                      <a:pt x="472" y="1502"/>
                    </a:lnTo>
                    <a:lnTo>
                      <a:pt x="501" y="1502"/>
                    </a:lnTo>
                    <a:lnTo>
                      <a:pt x="501" y="1502"/>
                    </a:lnTo>
                    <a:lnTo>
                      <a:pt x="615" y="1488"/>
                    </a:lnTo>
                    <a:lnTo>
                      <a:pt x="715" y="1459"/>
                    </a:lnTo>
                    <a:lnTo>
                      <a:pt x="801" y="1388"/>
                    </a:lnTo>
                    <a:lnTo>
                      <a:pt x="887" y="1302"/>
                    </a:lnTo>
                    <a:lnTo>
                      <a:pt x="959" y="1202"/>
                    </a:lnTo>
                    <a:lnTo>
                      <a:pt x="1001" y="1073"/>
                    </a:lnTo>
                    <a:lnTo>
                      <a:pt x="1044" y="944"/>
                    </a:lnTo>
                    <a:lnTo>
                      <a:pt x="1073" y="801"/>
                    </a:lnTo>
                    <a:lnTo>
                      <a:pt x="1073" y="801"/>
                    </a:lnTo>
                    <a:lnTo>
                      <a:pt x="1073" y="644"/>
                    </a:lnTo>
                    <a:lnTo>
                      <a:pt x="1044" y="501"/>
                    </a:lnTo>
                    <a:lnTo>
                      <a:pt x="1016" y="372"/>
                    </a:lnTo>
                    <a:lnTo>
                      <a:pt x="959" y="244"/>
                    </a:lnTo>
                    <a:lnTo>
                      <a:pt x="887" y="158"/>
                    </a:lnTo>
                    <a:lnTo>
                      <a:pt x="801" y="72"/>
                    </a:lnTo>
                    <a:lnTo>
                      <a:pt x="701" y="29"/>
                    </a:lnTo>
                    <a:lnTo>
                      <a:pt x="587" y="0"/>
                    </a:lnTo>
                    <a:lnTo>
                      <a:pt x="587" y="0"/>
                    </a:lnTo>
                    <a:lnTo>
                      <a:pt x="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9"/>
              <p:cNvSpPr/>
              <p:nvPr/>
            </p:nvSpPr>
            <p:spPr>
              <a:xfrm>
                <a:off x="5672948" y="3070451"/>
                <a:ext cx="34446" cy="48205"/>
              </a:xfrm>
              <a:custGeom>
                <a:avLst/>
                <a:gdLst/>
                <a:ahLst/>
                <a:cxnLst/>
                <a:rect l="l" t="t" r="r" b="b"/>
                <a:pathLst>
                  <a:path w="1074" h="1503" extrusionOk="0">
                    <a:moveTo>
                      <a:pt x="559" y="0"/>
                    </a:moveTo>
                    <a:lnTo>
                      <a:pt x="458" y="15"/>
                    </a:lnTo>
                    <a:lnTo>
                      <a:pt x="358" y="57"/>
                    </a:lnTo>
                    <a:lnTo>
                      <a:pt x="272" y="115"/>
                    </a:lnTo>
                    <a:lnTo>
                      <a:pt x="187" y="200"/>
                    </a:lnTo>
                    <a:lnTo>
                      <a:pt x="115" y="315"/>
                    </a:lnTo>
                    <a:lnTo>
                      <a:pt x="58" y="429"/>
                    </a:lnTo>
                    <a:lnTo>
                      <a:pt x="15" y="572"/>
                    </a:lnTo>
                    <a:lnTo>
                      <a:pt x="1" y="715"/>
                    </a:lnTo>
                    <a:lnTo>
                      <a:pt x="1" y="873"/>
                    </a:lnTo>
                    <a:lnTo>
                      <a:pt x="15" y="1016"/>
                    </a:lnTo>
                    <a:lnTo>
                      <a:pt x="58" y="1144"/>
                    </a:lnTo>
                    <a:lnTo>
                      <a:pt x="115" y="1259"/>
                    </a:lnTo>
                    <a:lnTo>
                      <a:pt x="187" y="1359"/>
                    </a:lnTo>
                    <a:lnTo>
                      <a:pt x="272" y="1431"/>
                    </a:lnTo>
                    <a:lnTo>
                      <a:pt x="373" y="1488"/>
                    </a:lnTo>
                    <a:lnTo>
                      <a:pt x="473" y="1502"/>
                    </a:lnTo>
                    <a:lnTo>
                      <a:pt x="501" y="1502"/>
                    </a:lnTo>
                    <a:lnTo>
                      <a:pt x="616" y="1488"/>
                    </a:lnTo>
                    <a:lnTo>
                      <a:pt x="702" y="1459"/>
                    </a:lnTo>
                    <a:lnTo>
                      <a:pt x="802" y="1388"/>
                    </a:lnTo>
                    <a:lnTo>
                      <a:pt x="873" y="1302"/>
                    </a:lnTo>
                    <a:lnTo>
                      <a:pt x="945" y="1202"/>
                    </a:lnTo>
                    <a:lnTo>
                      <a:pt x="1002" y="1073"/>
                    </a:lnTo>
                    <a:lnTo>
                      <a:pt x="1045" y="944"/>
                    </a:lnTo>
                    <a:lnTo>
                      <a:pt x="1073" y="801"/>
                    </a:lnTo>
                    <a:lnTo>
                      <a:pt x="1073" y="644"/>
                    </a:lnTo>
                    <a:lnTo>
                      <a:pt x="1045" y="501"/>
                    </a:lnTo>
                    <a:lnTo>
                      <a:pt x="1002" y="372"/>
                    </a:lnTo>
                    <a:lnTo>
                      <a:pt x="945" y="243"/>
                    </a:lnTo>
                    <a:lnTo>
                      <a:pt x="873" y="158"/>
                    </a:lnTo>
                    <a:lnTo>
                      <a:pt x="787" y="72"/>
                    </a:lnTo>
                    <a:lnTo>
                      <a:pt x="702" y="29"/>
                    </a:lnTo>
                    <a:lnTo>
                      <a:pt x="587"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9"/>
              <p:cNvSpPr/>
              <p:nvPr/>
            </p:nvSpPr>
            <p:spPr>
              <a:xfrm>
                <a:off x="5672948" y="3070451"/>
                <a:ext cx="34446" cy="48205"/>
              </a:xfrm>
              <a:custGeom>
                <a:avLst/>
                <a:gdLst/>
                <a:ahLst/>
                <a:cxnLst/>
                <a:rect l="l" t="t" r="r" b="b"/>
                <a:pathLst>
                  <a:path w="1074" h="1503" fill="none" extrusionOk="0">
                    <a:moveTo>
                      <a:pt x="559" y="0"/>
                    </a:moveTo>
                    <a:lnTo>
                      <a:pt x="559" y="0"/>
                    </a:lnTo>
                    <a:lnTo>
                      <a:pt x="458" y="15"/>
                    </a:lnTo>
                    <a:lnTo>
                      <a:pt x="358" y="57"/>
                    </a:lnTo>
                    <a:lnTo>
                      <a:pt x="272" y="115"/>
                    </a:lnTo>
                    <a:lnTo>
                      <a:pt x="187" y="200"/>
                    </a:lnTo>
                    <a:lnTo>
                      <a:pt x="115" y="315"/>
                    </a:lnTo>
                    <a:lnTo>
                      <a:pt x="58" y="429"/>
                    </a:lnTo>
                    <a:lnTo>
                      <a:pt x="15" y="572"/>
                    </a:lnTo>
                    <a:lnTo>
                      <a:pt x="1" y="715"/>
                    </a:lnTo>
                    <a:lnTo>
                      <a:pt x="1" y="715"/>
                    </a:lnTo>
                    <a:lnTo>
                      <a:pt x="1" y="873"/>
                    </a:lnTo>
                    <a:lnTo>
                      <a:pt x="15" y="1016"/>
                    </a:lnTo>
                    <a:lnTo>
                      <a:pt x="58" y="1144"/>
                    </a:lnTo>
                    <a:lnTo>
                      <a:pt x="115" y="1259"/>
                    </a:lnTo>
                    <a:lnTo>
                      <a:pt x="187" y="1359"/>
                    </a:lnTo>
                    <a:lnTo>
                      <a:pt x="272" y="1431"/>
                    </a:lnTo>
                    <a:lnTo>
                      <a:pt x="373" y="1488"/>
                    </a:lnTo>
                    <a:lnTo>
                      <a:pt x="473" y="1502"/>
                    </a:lnTo>
                    <a:lnTo>
                      <a:pt x="473" y="1502"/>
                    </a:lnTo>
                    <a:lnTo>
                      <a:pt x="501" y="1502"/>
                    </a:lnTo>
                    <a:lnTo>
                      <a:pt x="501" y="1502"/>
                    </a:lnTo>
                    <a:lnTo>
                      <a:pt x="616" y="1488"/>
                    </a:lnTo>
                    <a:lnTo>
                      <a:pt x="702" y="1459"/>
                    </a:lnTo>
                    <a:lnTo>
                      <a:pt x="802" y="1388"/>
                    </a:lnTo>
                    <a:lnTo>
                      <a:pt x="873" y="1302"/>
                    </a:lnTo>
                    <a:lnTo>
                      <a:pt x="945" y="1202"/>
                    </a:lnTo>
                    <a:lnTo>
                      <a:pt x="1002" y="1073"/>
                    </a:lnTo>
                    <a:lnTo>
                      <a:pt x="1045" y="944"/>
                    </a:lnTo>
                    <a:lnTo>
                      <a:pt x="1073" y="801"/>
                    </a:lnTo>
                    <a:lnTo>
                      <a:pt x="1073" y="801"/>
                    </a:lnTo>
                    <a:lnTo>
                      <a:pt x="1073" y="644"/>
                    </a:lnTo>
                    <a:lnTo>
                      <a:pt x="1045" y="501"/>
                    </a:lnTo>
                    <a:lnTo>
                      <a:pt x="1002" y="372"/>
                    </a:lnTo>
                    <a:lnTo>
                      <a:pt x="945" y="243"/>
                    </a:lnTo>
                    <a:lnTo>
                      <a:pt x="873" y="158"/>
                    </a:lnTo>
                    <a:lnTo>
                      <a:pt x="787" y="72"/>
                    </a:lnTo>
                    <a:lnTo>
                      <a:pt x="702" y="29"/>
                    </a:lnTo>
                    <a:lnTo>
                      <a:pt x="587" y="0"/>
                    </a:lnTo>
                    <a:lnTo>
                      <a:pt x="587" y="0"/>
                    </a:lnTo>
                    <a:lnTo>
                      <a:pt x="55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9"/>
              <p:cNvSpPr/>
              <p:nvPr/>
            </p:nvSpPr>
            <p:spPr>
              <a:xfrm>
                <a:off x="5655533" y="3398896"/>
                <a:ext cx="34414" cy="48654"/>
              </a:xfrm>
              <a:custGeom>
                <a:avLst/>
                <a:gdLst/>
                <a:ahLst/>
                <a:cxnLst/>
                <a:rect l="l" t="t" r="r" b="b"/>
                <a:pathLst>
                  <a:path w="1073" h="1517" extrusionOk="0">
                    <a:moveTo>
                      <a:pt x="572" y="0"/>
                    </a:moveTo>
                    <a:lnTo>
                      <a:pt x="472" y="15"/>
                    </a:lnTo>
                    <a:lnTo>
                      <a:pt x="372" y="57"/>
                    </a:lnTo>
                    <a:lnTo>
                      <a:pt x="272" y="129"/>
                    </a:lnTo>
                    <a:lnTo>
                      <a:pt x="200" y="215"/>
                    </a:lnTo>
                    <a:lnTo>
                      <a:pt x="129" y="315"/>
                    </a:lnTo>
                    <a:lnTo>
                      <a:pt x="72" y="444"/>
                    </a:lnTo>
                    <a:lnTo>
                      <a:pt x="29" y="572"/>
                    </a:lnTo>
                    <a:lnTo>
                      <a:pt x="14" y="715"/>
                    </a:lnTo>
                    <a:lnTo>
                      <a:pt x="0" y="873"/>
                    </a:lnTo>
                    <a:lnTo>
                      <a:pt x="29" y="1016"/>
                    </a:lnTo>
                    <a:lnTo>
                      <a:pt x="72" y="1144"/>
                    </a:lnTo>
                    <a:lnTo>
                      <a:pt x="129" y="1259"/>
                    </a:lnTo>
                    <a:lnTo>
                      <a:pt x="200" y="1359"/>
                    </a:lnTo>
                    <a:lnTo>
                      <a:pt x="286" y="1445"/>
                    </a:lnTo>
                    <a:lnTo>
                      <a:pt x="372" y="1488"/>
                    </a:lnTo>
                    <a:lnTo>
                      <a:pt x="486" y="1516"/>
                    </a:lnTo>
                    <a:lnTo>
                      <a:pt x="515" y="1516"/>
                    </a:lnTo>
                    <a:lnTo>
                      <a:pt x="615" y="1502"/>
                    </a:lnTo>
                    <a:lnTo>
                      <a:pt x="715" y="1459"/>
                    </a:lnTo>
                    <a:lnTo>
                      <a:pt x="801" y="1402"/>
                    </a:lnTo>
                    <a:lnTo>
                      <a:pt x="887" y="1302"/>
                    </a:lnTo>
                    <a:lnTo>
                      <a:pt x="958" y="1202"/>
                    </a:lnTo>
                    <a:lnTo>
                      <a:pt x="1016" y="1087"/>
                    </a:lnTo>
                    <a:lnTo>
                      <a:pt x="1059" y="944"/>
                    </a:lnTo>
                    <a:lnTo>
                      <a:pt x="1073" y="801"/>
                    </a:lnTo>
                    <a:lnTo>
                      <a:pt x="1073" y="644"/>
                    </a:lnTo>
                    <a:lnTo>
                      <a:pt x="1059" y="501"/>
                    </a:lnTo>
                    <a:lnTo>
                      <a:pt x="1016" y="372"/>
                    </a:lnTo>
                    <a:lnTo>
                      <a:pt x="958" y="258"/>
                    </a:lnTo>
                    <a:lnTo>
                      <a:pt x="887" y="158"/>
                    </a:lnTo>
                    <a:lnTo>
                      <a:pt x="801" y="86"/>
                    </a:lnTo>
                    <a:lnTo>
                      <a:pt x="701" y="29"/>
                    </a:lnTo>
                    <a:lnTo>
                      <a:pt x="601"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9"/>
              <p:cNvSpPr/>
              <p:nvPr/>
            </p:nvSpPr>
            <p:spPr>
              <a:xfrm>
                <a:off x="5655533" y="3398896"/>
                <a:ext cx="34414" cy="48654"/>
              </a:xfrm>
              <a:custGeom>
                <a:avLst/>
                <a:gdLst/>
                <a:ahLst/>
                <a:cxnLst/>
                <a:rect l="l" t="t" r="r" b="b"/>
                <a:pathLst>
                  <a:path w="1073" h="1517" fill="none" extrusionOk="0">
                    <a:moveTo>
                      <a:pt x="572" y="0"/>
                    </a:moveTo>
                    <a:lnTo>
                      <a:pt x="572" y="0"/>
                    </a:lnTo>
                    <a:lnTo>
                      <a:pt x="472" y="15"/>
                    </a:lnTo>
                    <a:lnTo>
                      <a:pt x="372" y="57"/>
                    </a:lnTo>
                    <a:lnTo>
                      <a:pt x="272" y="129"/>
                    </a:lnTo>
                    <a:lnTo>
                      <a:pt x="200" y="215"/>
                    </a:lnTo>
                    <a:lnTo>
                      <a:pt x="129" y="315"/>
                    </a:lnTo>
                    <a:lnTo>
                      <a:pt x="72" y="444"/>
                    </a:lnTo>
                    <a:lnTo>
                      <a:pt x="29" y="572"/>
                    </a:lnTo>
                    <a:lnTo>
                      <a:pt x="14" y="715"/>
                    </a:lnTo>
                    <a:lnTo>
                      <a:pt x="14" y="715"/>
                    </a:lnTo>
                    <a:lnTo>
                      <a:pt x="0" y="873"/>
                    </a:lnTo>
                    <a:lnTo>
                      <a:pt x="29" y="1016"/>
                    </a:lnTo>
                    <a:lnTo>
                      <a:pt x="72" y="1144"/>
                    </a:lnTo>
                    <a:lnTo>
                      <a:pt x="129" y="1259"/>
                    </a:lnTo>
                    <a:lnTo>
                      <a:pt x="200" y="1359"/>
                    </a:lnTo>
                    <a:lnTo>
                      <a:pt x="286" y="1445"/>
                    </a:lnTo>
                    <a:lnTo>
                      <a:pt x="372" y="1488"/>
                    </a:lnTo>
                    <a:lnTo>
                      <a:pt x="486" y="1516"/>
                    </a:lnTo>
                    <a:lnTo>
                      <a:pt x="486" y="1516"/>
                    </a:lnTo>
                    <a:lnTo>
                      <a:pt x="515" y="1516"/>
                    </a:lnTo>
                    <a:lnTo>
                      <a:pt x="515" y="1516"/>
                    </a:lnTo>
                    <a:lnTo>
                      <a:pt x="615" y="1502"/>
                    </a:lnTo>
                    <a:lnTo>
                      <a:pt x="715" y="1459"/>
                    </a:lnTo>
                    <a:lnTo>
                      <a:pt x="801" y="1402"/>
                    </a:lnTo>
                    <a:lnTo>
                      <a:pt x="887" y="1302"/>
                    </a:lnTo>
                    <a:lnTo>
                      <a:pt x="958" y="1202"/>
                    </a:lnTo>
                    <a:lnTo>
                      <a:pt x="1016" y="1087"/>
                    </a:lnTo>
                    <a:lnTo>
                      <a:pt x="1059" y="944"/>
                    </a:lnTo>
                    <a:lnTo>
                      <a:pt x="1073" y="801"/>
                    </a:lnTo>
                    <a:lnTo>
                      <a:pt x="1073" y="801"/>
                    </a:lnTo>
                    <a:lnTo>
                      <a:pt x="1073" y="644"/>
                    </a:lnTo>
                    <a:lnTo>
                      <a:pt x="1059" y="501"/>
                    </a:lnTo>
                    <a:lnTo>
                      <a:pt x="1016" y="372"/>
                    </a:lnTo>
                    <a:lnTo>
                      <a:pt x="958" y="258"/>
                    </a:lnTo>
                    <a:lnTo>
                      <a:pt x="887" y="158"/>
                    </a:lnTo>
                    <a:lnTo>
                      <a:pt x="801" y="86"/>
                    </a:lnTo>
                    <a:lnTo>
                      <a:pt x="701" y="29"/>
                    </a:lnTo>
                    <a:lnTo>
                      <a:pt x="601" y="0"/>
                    </a:lnTo>
                    <a:lnTo>
                      <a:pt x="601" y="0"/>
                    </a:lnTo>
                    <a:lnTo>
                      <a:pt x="5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9"/>
              <p:cNvSpPr/>
              <p:nvPr/>
            </p:nvSpPr>
            <p:spPr>
              <a:xfrm>
                <a:off x="5439468" y="3146140"/>
                <a:ext cx="30758" cy="14240"/>
              </a:xfrm>
              <a:custGeom>
                <a:avLst/>
                <a:gdLst/>
                <a:ahLst/>
                <a:cxnLst/>
                <a:rect l="l" t="t" r="r" b="b"/>
                <a:pathLst>
                  <a:path w="959" h="444" extrusionOk="0">
                    <a:moveTo>
                      <a:pt x="100" y="0"/>
                    </a:moveTo>
                    <a:lnTo>
                      <a:pt x="0" y="286"/>
                    </a:lnTo>
                    <a:lnTo>
                      <a:pt x="959" y="444"/>
                    </a:lnTo>
                    <a:lnTo>
                      <a:pt x="959" y="444"/>
                    </a:lnTo>
                    <a:lnTo>
                      <a:pt x="100"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9"/>
              <p:cNvSpPr/>
              <p:nvPr/>
            </p:nvSpPr>
            <p:spPr>
              <a:xfrm>
                <a:off x="5439468" y="3146140"/>
                <a:ext cx="30758" cy="14240"/>
              </a:xfrm>
              <a:custGeom>
                <a:avLst/>
                <a:gdLst/>
                <a:ahLst/>
                <a:cxnLst/>
                <a:rect l="l" t="t" r="r" b="b"/>
                <a:pathLst>
                  <a:path w="959" h="444" fill="none" extrusionOk="0">
                    <a:moveTo>
                      <a:pt x="100" y="0"/>
                    </a:moveTo>
                    <a:lnTo>
                      <a:pt x="0" y="286"/>
                    </a:lnTo>
                    <a:lnTo>
                      <a:pt x="959" y="444"/>
                    </a:lnTo>
                    <a:lnTo>
                      <a:pt x="10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9"/>
              <p:cNvSpPr/>
              <p:nvPr/>
            </p:nvSpPr>
            <p:spPr>
              <a:xfrm>
                <a:off x="5442675" y="2856214"/>
                <a:ext cx="92241" cy="304176"/>
              </a:xfrm>
              <a:custGeom>
                <a:avLst/>
                <a:gdLst/>
                <a:ahLst/>
                <a:cxnLst/>
                <a:rect l="l" t="t" r="r" b="b"/>
                <a:pathLst>
                  <a:path w="2876" h="9484" extrusionOk="0">
                    <a:moveTo>
                      <a:pt x="2875" y="1"/>
                    </a:moveTo>
                    <a:lnTo>
                      <a:pt x="0" y="9040"/>
                    </a:lnTo>
                    <a:lnTo>
                      <a:pt x="859" y="9484"/>
                    </a:lnTo>
                    <a:lnTo>
                      <a:pt x="2875"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9"/>
              <p:cNvSpPr/>
              <p:nvPr/>
            </p:nvSpPr>
            <p:spPr>
              <a:xfrm>
                <a:off x="5442675" y="2856214"/>
                <a:ext cx="92241" cy="304176"/>
              </a:xfrm>
              <a:custGeom>
                <a:avLst/>
                <a:gdLst/>
                <a:ahLst/>
                <a:cxnLst/>
                <a:rect l="l" t="t" r="r" b="b"/>
                <a:pathLst>
                  <a:path w="2876" h="9484" fill="none" extrusionOk="0">
                    <a:moveTo>
                      <a:pt x="2875" y="1"/>
                    </a:moveTo>
                    <a:lnTo>
                      <a:pt x="0" y="9040"/>
                    </a:lnTo>
                    <a:lnTo>
                      <a:pt x="859" y="9484"/>
                    </a:lnTo>
                    <a:lnTo>
                      <a:pt x="28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9"/>
              <p:cNvSpPr/>
              <p:nvPr/>
            </p:nvSpPr>
            <p:spPr>
              <a:xfrm>
                <a:off x="5953701" y="2842006"/>
                <a:ext cx="30309" cy="646838"/>
              </a:xfrm>
              <a:custGeom>
                <a:avLst/>
                <a:gdLst/>
                <a:ahLst/>
                <a:cxnLst/>
                <a:rect l="l" t="t" r="r" b="b"/>
                <a:pathLst>
                  <a:path w="945" h="20168" extrusionOk="0">
                    <a:moveTo>
                      <a:pt x="72" y="0"/>
                    </a:moveTo>
                    <a:lnTo>
                      <a:pt x="0" y="20168"/>
                    </a:lnTo>
                    <a:lnTo>
                      <a:pt x="944" y="19996"/>
                    </a:lnTo>
                    <a:lnTo>
                      <a:pt x="72" y="0"/>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9"/>
              <p:cNvSpPr/>
              <p:nvPr/>
            </p:nvSpPr>
            <p:spPr>
              <a:xfrm>
                <a:off x="5953701" y="2842006"/>
                <a:ext cx="30309" cy="646838"/>
              </a:xfrm>
              <a:custGeom>
                <a:avLst/>
                <a:gdLst/>
                <a:ahLst/>
                <a:cxnLst/>
                <a:rect l="l" t="t" r="r" b="b"/>
                <a:pathLst>
                  <a:path w="945" h="20168" fill="none" extrusionOk="0">
                    <a:moveTo>
                      <a:pt x="72" y="0"/>
                    </a:moveTo>
                    <a:lnTo>
                      <a:pt x="72" y="0"/>
                    </a:lnTo>
                    <a:lnTo>
                      <a:pt x="0" y="20168"/>
                    </a:lnTo>
                    <a:lnTo>
                      <a:pt x="944" y="19996"/>
                    </a:lnTo>
                    <a:lnTo>
                      <a:pt x="7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9"/>
              <p:cNvSpPr/>
              <p:nvPr/>
            </p:nvSpPr>
            <p:spPr>
              <a:xfrm>
                <a:off x="5989012" y="3591101"/>
                <a:ext cx="117000" cy="143140"/>
              </a:xfrm>
              <a:custGeom>
                <a:avLst/>
                <a:gdLst/>
                <a:ahLst/>
                <a:cxnLst/>
                <a:rect l="l" t="t" r="r" b="b"/>
                <a:pathLst>
                  <a:path w="3648" h="4463" extrusionOk="0">
                    <a:moveTo>
                      <a:pt x="3162" y="0"/>
                    </a:moveTo>
                    <a:lnTo>
                      <a:pt x="830" y="100"/>
                    </a:lnTo>
                    <a:lnTo>
                      <a:pt x="673" y="472"/>
                    </a:lnTo>
                    <a:lnTo>
                      <a:pt x="516" y="873"/>
                    </a:lnTo>
                    <a:lnTo>
                      <a:pt x="330" y="1330"/>
                    </a:lnTo>
                    <a:lnTo>
                      <a:pt x="172" y="1802"/>
                    </a:lnTo>
                    <a:lnTo>
                      <a:pt x="44" y="2217"/>
                    </a:lnTo>
                    <a:lnTo>
                      <a:pt x="15" y="2389"/>
                    </a:lnTo>
                    <a:lnTo>
                      <a:pt x="1" y="2532"/>
                    </a:lnTo>
                    <a:lnTo>
                      <a:pt x="1" y="2632"/>
                    </a:lnTo>
                    <a:lnTo>
                      <a:pt x="15" y="2661"/>
                    </a:lnTo>
                    <a:lnTo>
                      <a:pt x="29" y="2689"/>
                    </a:lnTo>
                    <a:lnTo>
                      <a:pt x="86" y="2703"/>
                    </a:lnTo>
                    <a:lnTo>
                      <a:pt x="144" y="2703"/>
                    </a:lnTo>
                    <a:lnTo>
                      <a:pt x="215" y="2675"/>
                    </a:lnTo>
                    <a:lnTo>
                      <a:pt x="272" y="2646"/>
                    </a:lnTo>
                    <a:lnTo>
                      <a:pt x="415" y="2546"/>
                    </a:lnTo>
                    <a:lnTo>
                      <a:pt x="544" y="2417"/>
                    </a:lnTo>
                    <a:lnTo>
                      <a:pt x="673" y="2274"/>
                    </a:lnTo>
                    <a:lnTo>
                      <a:pt x="773" y="2160"/>
                    </a:lnTo>
                    <a:lnTo>
                      <a:pt x="873" y="2031"/>
                    </a:lnTo>
                    <a:lnTo>
                      <a:pt x="873" y="2031"/>
                    </a:lnTo>
                    <a:lnTo>
                      <a:pt x="759" y="2332"/>
                    </a:lnTo>
                    <a:lnTo>
                      <a:pt x="659" y="2646"/>
                    </a:lnTo>
                    <a:lnTo>
                      <a:pt x="558" y="3004"/>
                    </a:lnTo>
                    <a:lnTo>
                      <a:pt x="473" y="3361"/>
                    </a:lnTo>
                    <a:lnTo>
                      <a:pt x="444" y="3547"/>
                    </a:lnTo>
                    <a:lnTo>
                      <a:pt x="415" y="3705"/>
                    </a:lnTo>
                    <a:lnTo>
                      <a:pt x="415" y="3848"/>
                    </a:lnTo>
                    <a:lnTo>
                      <a:pt x="430" y="3962"/>
                    </a:lnTo>
                    <a:lnTo>
                      <a:pt x="458" y="4048"/>
                    </a:lnTo>
                    <a:lnTo>
                      <a:pt x="487" y="4077"/>
                    </a:lnTo>
                    <a:lnTo>
                      <a:pt x="516" y="4091"/>
                    </a:lnTo>
                    <a:lnTo>
                      <a:pt x="558" y="4105"/>
                    </a:lnTo>
                    <a:lnTo>
                      <a:pt x="601" y="4120"/>
                    </a:lnTo>
                    <a:lnTo>
                      <a:pt x="630" y="4105"/>
                    </a:lnTo>
                    <a:lnTo>
                      <a:pt x="673" y="4091"/>
                    </a:lnTo>
                    <a:lnTo>
                      <a:pt x="744" y="4048"/>
                    </a:lnTo>
                    <a:lnTo>
                      <a:pt x="816" y="3962"/>
                    </a:lnTo>
                    <a:lnTo>
                      <a:pt x="887" y="3862"/>
                    </a:lnTo>
                    <a:lnTo>
                      <a:pt x="945" y="3748"/>
                    </a:lnTo>
                    <a:lnTo>
                      <a:pt x="1059" y="3476"/>
                    </a:lnTo>
                    <a:lnTo>
                      <a:pt x="1159" y="3204"/>
                    </a:lnTo>
                    <a:lnTo>
                      <a:pt x="1231" y="2961"/>
                    </a:lnTo>
                    <a:lnTo>
                      <a:pt x="1288" y="2718"/>
                    </a:lnTo>
                    <a:lnTo>
                      <a:pt x="1259" y="2947"/>
                    </a:lnTo>
                    <a:lnTo>
                      <a:pt x="1259" y="3176"/>
                    </a:lnTo>
                    <a:lnTo>
                      <a:pt x="1245" y="3462"/>
                    </a:lnTo>
                    <a:lnTo>
                      <a:pt x="1259" y="3762"/>
                    </a:lnTo>
                    <a:lnTo>
                      <a:pt x="1288" y="4048"/>
                    </a:lnTo>
                    <a:lnTo>
                      <a:pt x="1317" y="4177"/>
                    </a:lnTo>
                    <a:lnTo>
                      <a:pt x="1345" y="4277"/>
                    </a:lnTo>
                    <a:lnTo>
                      <a:pt x="1388" y="4377"/>
                    </a:lnTo>
                    <a:lnTo>
                      <a:pt x="1431" y="4434"/>
                    </a:lnTo>
                    <a:lnTo>
                      <a:pt x="1460" y="4463"/>
                    </a:lnTo>
                    <a:lnTo>
                      <a:pt x="1517" y="4463"/>
                    </a:lnTo>
                    <a:lnTo>
                      <a:pt x="1545" y="4434"/>
                    </a:lnTo>
                    <a:lnTo>
                      <a:pt x="1588" y="4377"/>
                    </a:lnTo>
                    <a:lnTo>
                      <a:pt x="1646" y="4263"/>
                    </a:lnTo>
                    <a:lnTo>
                      <a:pt x="1688" y="4134"/>
                    </a:lnTo>
                    <a:lnTo>
                      <a:pt x="1731" y="3962"/>
                    </a:lnTo>
                    <a:lnTo>
                      <a:pt x="1817" y="3605"/>
                    </a:lnTo>
                    <a:lnTo>
                      <a:pt x="1889" y="3218"/>
                    </a:lnTo>
                    <a:lnTo>
                      <a:pt x="1932" y="2875"/>
                    </a:lnTo>
                    <a:lnTo>
                      <a:pt x="1974" y="2546"/>
                    </a:lnTo>
                    <a:lnTo>
                      <a:pt x="2017" y="2847"/>
                    </a:lnTo>
                    <a:lnTo>
                      <a:pt x="2075" y="3147"/>
                    </a:lnTo>
                    <a:lnTo>
                      <a:pt x="2132" y="3476"/>
                    </a:lnTo>
                    <a:lnTo>
                      <a:pt x="2203" y="3791"/>
                    </a:lnTo>
                    <a:lnTo>
                      <a:pt x="2246" y="3934"/>
                    </a:lnTo>
                    <a:lnTo>
                      <a:pt x="2289" y="4048"/>
                    </a:lnTo>
                    <a:lnTo>
                      <a:pt x="2346" y="4148"/>
                    </a:lnTo>
                    <a:lnTo>
                      <a:pt x="2389" y="4205"/>
                    </a:lnTo>
                    <a:lnTo>
                      <a:pt x="2418" y="4220"/>
                    </a:lnTo>
                    <a:lnTo>
                      <a:pt x="2446" y="4220"/>
                    </a:lnTo>
                    <a:lnTo>
                      <a:pt x="2475" y="4205"/>
                    </a:lnTo>
                    <a:lnTo>
                      <a:pt x="2489" y="4191"/>
                    </a:lnTo>
                    <a:lnTo>
                      <a:pt x="2547" y="4120"/>
                    </a:lnTo>
                    <a:lnTo>
                      <a:pt x="2590" y="4034"/>
                    </a:lnTo>
                    <a:lnTo>
                      <a:pt x="2632" y="3919"/>
                    </a:lnTo>
                    <a:lnTo>
                      <a:pt x="2661" y="3776"/>
                    </a:lnTo>
                    <a:lnTo>
                      <a:pt x="2704" y="3476"/>
                    </a:lnTo>
                    <a:lnTo>
                      <a:pt x="2747" y="3161"/>
                    </a:lnTo>
                    <a:lnTo>
                      <a:pt x="2761" y="2847"/>
                    </a:lnTo>
                    <a:lnTo>
                      <a:pt x="2775" y="2589"/>
                    </a:lnTo>
                    <a:lnTo>
                      <a:pt x="2775" y="2332"/>
                    </a:lnTo>
                    <a:lnTo>
                      <a:pt x="2861" y="2518"/>
                    </a:lnTo>
                    <a:lnTo>
                      <a:pt x="3047" y="2889"/>
                    </a:lnTo>
                    <a:lnTo>
                      <a:pt x="3176" y="3075"/>
                    </a:lnTo>
                    <a:lnTo>
                      <a:pt x="3290" y="3247"/>
                    </a:lnTo>
                    <a:lnTo>
                      <a:pt x="3348" y="3304"/>
                    </a:lnTo>
                    <a:lnTo>
                      <a:pt x="3405" y="3347"/>
                    </a:lnTo>
                    <a:lnTo>
                      <a:pt x="3448" y="3361"/>
                    </a:lnTo>
                    <a:lnTo>
                      <a:pt x="3491" y="3361"/>
                    </a:lnTo>
                    <a:lnTo>
                      <a:pt x="3534" y="3333"/>
                    </a:lnTo>
                    <a:lnTo>
                      <a:pt x="3576" y="3290"/>
                    </a:lnTo>
                    <a:lnTo>
                      <a:pt x="3591" y="3247"/>
                    </a:lnTo>
                    <a:lnTo>
                      <a:pt x="3619" y="3176"/>
                    </a:lnTo>
                    <a:lnTo>
                      <a:pt x="3648" y="3032"/>
                    </a:lnTo>
                    <a:lnTo>
                      <a:pt x="3648" y="2832"/>
                    </a:lnTo>
                    <a:lnTo>
                      <a:pt x="3648" y="2618"/>
                    </a:lnTo>
                    <a:lnTo>
                      <a:pt x="3619" y="2375"/>
                    </a:lnTo>
                    <a:lnTo>
                      <a:pt x="3534" y="1860"/>
                    </a:lnTo>
                    <a:lnTo>
                      <a:pt x="3433" y="1302"/>
                    </a:lnTo>
                    <a:lnTo>
                      <a:pt x="3319" y="787"/>
                    </a:lnTo>
                    <a:lnTo>
                      <a:pt x="3219" y="329"/>
                    </a:lnTo>
                    <a:lnTo>
                      <a:pt x="316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9"/>
              <p:cNvSpPr/>
              <p:nvPr/>
            </p:nvSpPr>
            <p:spPr>
              <a:xfrm>
                <a:off x="5614225" y="2514940"/>
                <a:ext cx="305106" cy="103241"/>
              </a:xfrm>
              <a:custGeom>
                <a:avLst/>
                <a:gdLst/>
                <a:ahLst/>
                <a:cxnLst/>
                <a:rect l="l" t="t" r="r" b="b"/>
                <a:pathLst>
                  <a:path w="9513" h="3219" extrusionOk="0">
                    <a:moveTo>
                      <a:pt x="988" y="0"/>
                    </a:moveTo>
                    <a:lnTo>
                      <a:pt x="1" y="773"/>
                    </a:lnTo>
                    <a:lnTo>
                      <a:pt x="273" y="1030"/>
                    </a:lnTo>
                    <a:lnTo>
                      <a:pt x="573" y="1316"/>
                    </a:lnTo>
                    <a:lnTo>
                      <a:pt x="945" y="1645"/>
                    </a:lnTo>
                    <a:lnTo>
                      <a:pt x="1388" y="2017"/>
                    </a:lnTo>
                    <a:lnTo>
                      <a:pt x="1846" y="2360"/>
                    </a:lnTo>
                    <a:lnTo>
                      <a:pt x="2089" y="2532"/>
                    </a:lnTo>
                    <a:lnTo>
                      <a:pt x="2318" y="2689"/>
                    </a:lnTo>
                    <a:lnTo>
                      <a:pt x="2547" y="2818"/>
                    </a:lnTo>
                    <a:lnTo>
                      <a:pt x="2776" y="2947"/>
                    </a:lnTo>
                    <a:lnTo>
                      <a:pt x="3334" y="2246"/>
                    </a:lnTo>
                    <a:lnTo>
                      <a:pt x="3620" y="1902"/>
                    </a:lnTo>
                    <a:lnTo>
                      <a:pt x="3705" y="1788"/>
                    </a:lnTo>
                    <a:lnTo>
                      <a:pt x="3720" y="1731"/>
                    </a:lnTo>
                    <a:lnTo>
                      <a:pt x="4564" y="3218"/>
                    </a:lnTo>
                    <a:lnTo>
                      <a:pt x="4678" y="3218"/>
                    </a:lnTo>
                    <a:lnTo>
                      <a:pt x="5021" y="3175"/>
                    </a:lnTo>
                    <a:lnTo>
                      <a:pt x="5536" y="3090"/>
                    </a:lnTo>
                    <a:lnTo>
                      <a:pt x="5837" y="3018"/>
                    </a:lnTo>
                    <a:lnTo>
                      <a:pt x="6180" y="2932"/>
                    </a:lnTo>
                    <a:lnTo>
                      <a:pt x="6552" y="2832"/>
                    </a:lnTo>
                    <a:lnTo>
                      <a:pt x="6952" y="2703"/>
                    </a:lnTo>
                    <a:lnTo>
                      <a:pt x="7353" y="2546"/>
                    </a:lnTo>
                    <a:lnTo>
                      <a:pt x="7782" y="2360"/>
                    </a:lnTo>
                    <a:lnTo>
                      <a:pt x="8211" y="2131"/>
                    </a:lnTo>
                    <a:lnTo>
                      <a:pt x="8654" y="1888"/>
                    </a:lnTo>
                    <a:lnTo>
                      <a:pt x="9083" y="1602"/>
                    </a:lnTo>
                    <a:lnTo>
                      <a:pt x="9298" y="1445"/>
                    </a:lnTo>
                    <a:lnTo>
                      <a:pt x="9513" y="1273"/>
                    </a:lnTo>
                    <a:lnTo>
                      <a:pt x="8411" y="100"/>
                    </a:lnTo>
                    <a:lnTo>
                      <a:pt x="8011" y="272"/>
                    </a:lnTo>
                    <a:lnTo>
                      <a:pt x="7567" y="444"/>
                    </a:lnTo>
                    <a:lnTo>
                      <a:pt x="6995" y="629"/>
                    </a:lnTo>
                    <a:lnTo>
                      <a:pt x="6681" y="730"/>
                    </a:lnTo>
                    <a:lnTo>
                      <a:pt x="6352" y="815"/>
                    </a:lnTo>
                    <a:lnTo>
                      <a:pt x="6008" y="901"/>
                    </a:lnTo>
                    <a:lnTo>
                      <a:pt x="5651" y="958"/>
                    </a:lnTo>
                    <a:lnTo>
                      <a:pt x="5293" y="1016"/>
                    </a:lnTo>
                    <a:lnTo>
                      <a:pt x="4950" y="1059"/>
                    </a:lnTo>
                    <a:lnTo>
                      <a:pt x="4592" y="1073"/>
                    </a:lnTo>
                    <a:lnTo>
                      <a:pt x="4249" y="1059"/>
                    </a:lnTo>
                    <a:lnTo>
                      <a:pt x="3920" y="1016"/>
                    </a:lnTo>
                    <a:lnTo>
                      <a:pt x="3605" y="973"/>
                    </a:lnTo>
                    <a:lnTo>
                      <a:pt x="3291" y="901"/>
                    </a:lnTo>
                    <a:lnTo>
                      <a:pt x="2990" y="830"/>
                    </a:lnTo>
                    <a:lnTo>
                      <a:pt x="2704" y="744"/>
                    </a:lnTo>
                    <a:lnTo>
                      <a:pt x="2432" y="658"/>
                    </a:lnTo>
                    <a:lnTo>
                      <a:pt x="1946" y="472"/>
                    </a:lnTo>
                    <a:lnTo>
                      <a:pt x="1546" y="301"/>
                    </a:lnTo>
                    <a:lnTo>
                      <a:pt x="1245" y="157"/>
                    </a:lnTo>
                    <a:lnTo>
                      <a:pt x="988"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47;p15">
            <a:extLst>
              <a:ext uri="{FF2B5EF4-FFF2-40B4-BE49-F238E27FC236}">
                <a16:creationId xmlns:a16="http://schemas.microsoft.com/office/drawing/2014/main" id="{CA0EEFA1-F726-7AE9-12EA-83FB65205D24}"/>
              </a:ext>
            </a:extLst>
          </p:cNvPr>
          <p:cNvSpPr txBox="1">
            <a:spLocks/>
          </p:cNvSpPr>
          <p:nvPr/>
        </p:nvSpPr>
        <p:spPr>
          <a:xfrm>
            <a:off x="457200" y="1007338"/>
            <a:ext cx="4114800" cy="30609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dirty="0"/>
              <a:t>Primary Users – Owner and Waiters </a:t>
            </a:r>
          </a:p>
        </p:txBody>
      </p:sp>
      <p:sp>
        <p:nvSpPr>
          <p:cNvPr id="3" name="Google Shape;47;p15">
            <a:extLst>
              <a:ext uri="{FF2B5EF4-FFF2-40B4-BE49-F238E27FC236}">
                <a16:creationId xmlns:a16="http://schemas.microsoft.com/office/drawing/2014/main" id="{B572D286-83F3-0ABC-2815-95FA6D9449EC}"/>
              </a:ext>
            </a:extLst>
          </p:cNvPr>
          <p:cNvSpPr txBox="1">
            <a:spLocks/>
          </p:cNvSpPr>
          <p:nvPr/>
        </p:nvSpPr>
        <p:spPr>
          <a:xfrm>
            <a:off x="490737" y="1046620"/>
            <a:ext cx="5908448" cy="409688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Owner:</a:t>
            </a:r>
            <a:br>
              <a:rPr lang="en-US" dirty="0"/>
            </a:br>
            <a:r>
              <a:rPr lang="en-US" dirty="0"/>
              <a:t>Acts as the admin of the system, monitoring restaurant performance, managing menu and pricing, and analyzing order and table data to improve efficiency and decision-making.</a:t>
            </a:r>
          </a:p>
          <a:p>
            <a:br>
              <a:rPr lang="en-US" dirty="0"/>
            </a:br>
            <a:endParaRPr lang="en-US" dirty="0"/>
          </a:p>
          <a:p>
            <a:r>
              <a:rPr lang="en-US" b="1" dirty="0"/>
              <a:t>Waiter:</a:t>
            </a:r>
            <a:br>
              <a:rPr lang="en-US" dirty="0"/>
            </a:br>
            <a:r>
              <a:rPr lang="en-US" dirty="0"/>
              <a:t>Uses the system to manage orders and update table status, helping improve coordination, reduce delays, and enhance overall service efficiency.</a:t>
            </a:r>
          </a:p>
          <a:p>
            <a:endParaRPr lang="en-US" dirty="0"/>
          </a:p>
          <a:p>
            <a:endParaRPr lang="en-US"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1">
          <a:extLst>
            <a:ext uri="{FF2B5EF4-FFF2-40B4-BE49-F238E27FC236}">
              <a16:creationId xmlns:a16="http://schemas.microsoft.com/office/drawing/2014/main" id="{8FE59722-6A77-D94E-4422-D7237593F854}"/>
            </a:ext>
          </a:extLst>
        </p:cNvPr>
        <p:cNvGrpSpPr/>
        <p:nvPr/>
      </p:nvGrpSpPr>
      <p:grpSpPr>
        <a:xfrm>
          <a:off x="0" y="0"/>
          <a:ext cx="0" cy="0"/>
          <a:chOff x="0" y="0"/>
          <a:chExt cx="0" cy="0"/>
        </a:xfrm>
      </p:grpSpPr>
      <p:sp>
        <p:nvSpPr>
          <p:cNvPr id="1032" name="Google Shape;1032;p19">
            <a:extLst>
              <a:ext uri="{FF2B5EF4-FFF2-40B4-BE49-F238E27FC236}">
                <a16:creationId xmlns:a16="http://schemas.microsoft.com/office/drawing/2014/main" id="{3EE1EF79-13FF-EAD5-457E-D36D9C25B6DD}"/>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Identified Users </a:t>
            </a:r>
            <a:endParaRPr dirty="0"/>
          </a:p>
        </p:txBody>
      </p:sp>
      <p:sp>
        <p:nvSpPr>
          <p:cNvPr id="2" name="Google Shape;47;p15">
            <a:extLst>
              <a:ext uri="{FF2B5EF4-FFF2-40B4-BE49-F238E27FC236}">
                <a16:creationId xmlns:a16="http://schemas.microsoft.com/office/drawing/2014/main" id="{22450A52-7945-C294-EF08-54694F557DA9}"/>
              </a:ext>
            </a:extLst>
          </p:cNvPr>
          <p:cNvSpPr txBox="1">
            <a:spLocks/>
          </p:cNvSpPr>
          <p:nvPr/>
        </p:nvSpPr>
        <p:spPr>
          <a:xfrm>
            <a:off x="457200" y="1007338"/>
            <a:ext cx="4114800" cy="30609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dirty="0"/>
              <a:t>Secondary Users – Customers</a:t>
            </a:r>
          </a:p>
        </p:txBody>
      </p:sp>
      <p:sp>
        <p:nvSpPr>
          <p:cNvPr id="3" name="Google Shape;47;p15">
            <a:extLst>
              <a:ext uri="{FF2B5EF4-FFF2-40B4-BE49-F238E27FC236}">
                <a16:creationId xmlns:a16="http://schemas.microsoft.com/office/drawing/2014/main" id="{4DBB18A2-690C-5137-C37F-5757D544C537}"/>
              </a:ext>
            </a:extLst>
          </p:cNvPr>
          <p:cNvSpPr txBox="1">
            <a:spLocks/>
          </p:cNvSpPr>
          <p:nvPr/>
        </p:nvSpPr>
        <p:spPr>
          <a:xfrm>
            <a:off x="4014438" y="1896781"/>
            <a:ext cx="4582937" cy="247497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Customers: </a:t>
            </a:r>
          </a:p>
          <a:p>
            <a:endParaRPr lang="en-US" b="1" dirty="0"/>
          </a:p>
          <a:p>
            <a:r>
              <a:rPr lang="en-US" dirty="0"/>
              <a:t>The Customer is considered to be a secondary user of this application as they only use a specific number of features within the application. These include viewing the food and prices on the menu, placing an order for food from their table, and providing feedback of their experience regarding the food, service, and ambience using a remarks and rating field</a:t>
            </a:r>
          </a:p>
          <a:p>
            <a:endParaRPr lang="en-US" dirty="0"/>
          </a:p>
          <a:p>
            <a:endParaRPr lang="en-US" dirty="0"/>
          </a:p>
          <a:p>
            <a:endParaRPr lang="en-US" dirty="0"/>
          </a:p>
        </p:txBody>
      </p:sp>
      <p:grpSp>
        <p:nvGrpSpPr>
          <p:cNvPr id="4" name="Google Shape;660;p18">
            <a:extLst>
              <a:ext uri="{FF2B5EF4-FFF2-40B4-BE49-F238E27FC236}">
                <a16:creationId xmlns:a16="http://schemas.microsoft.com/office/drawing/2014/main" id="{6BE7FCE7-F312-6977-8520-DDDC8130ADCF}"/>
              </a:ext>
            </a:extLst>
          </p:cNvPr>
          <p:cNvGrpSpPr/>
          <p:nvPr/>
        </p:nvGrpSpPr>
        <p:grpSpPr>
          <a:xfrm>
            <a:off x="922766" y="1989007"/>
            <a:ext cx="1816469" cy="1957838"/>
            <a:chOff x="238125" y="1694300"/>
            <a:chExt cx="2195925" cy="2366825"/>
          </a:xfrm>
        </p:grpSpPr>
        <p:sp>
          <p:nvSpPr>
            <p:cNvPr id="5" name="Google Shape;661;p18">
              <a:extLst>
                <a:ext uri="{FF2B5EF4-FFF2-40B4-BE49-F238E27FC236}">
                  <a16:creationId xmlns:a16="http://schemas.microsoft.com/office/drawing/2014/main" id="{65EDF9E1-0DAB-5127-E0BA-019906105E22}"/>
                </a:ext>
              </a:extLst>
            </p:cNvPr>
            <p:cNvSpPr/>
            <p:nvPr/>
          </p:nvSpPr>
          <p:spPr>
            <a:xfrm>
              <a:off x="859225" y="3393850"/>
              <a:ext cx="64750" cy="661200"/>
            </a:xfrm>
            <a:custGeom>
              <a:avLst/>
              <a:gdLst/>
              <a:ahLst/>
              <a:cxnLst/>
              <a:rect l="l" t="t" r="r" b="b"/>
              <a:pathLst>
                <a:path w="2590" h="26448" extrusionOk="0">
                  <a:moveTo>
                    <a:pt x="1" y="1"/>
                  </a:moveTo>
                  <a:lnTo>
                    <a:pt x="1" y="26447"/>
                  </a:lnTo>
                  <a:lnTo>
                    <a:pt x="2590" y="26447"/>
                  </a:lnTo>
                  <a:lnTo>
                    <a:pt x="2590" y="1"/>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62;p18">
              <a:extLst>
                <a:ext uri="{FF2B5EF4-FFF2-40B4-BE49-F238E27FC236}">
                  <a16:creationId xmlns:a16="http://schemas.microsoft.com/office/drawing/2014/main" id="{7782C6D0-CB2E-2F90-24A2-C1148B004B72}"/>
                </a:ext>
              </a:extLst>
            </p:cNvPr>
            <p:cNvSpPr/>
            <p:nvPr/>
          </p:nvSpPr>
          <p:spPr>
            <a:xfrm>
              <a:off x="859225" y="3393850"/>
              <a:ext cx="64750" cy="661200"/>
            </a:xfrm>
            <a:custGeom>
              <a:avLst/>
              <a:gdLst/>
              <a:ahLst/>
              <a:cxnLst/>
              <a:rect l="l" t="t" r="r" b="b"/>
              <a:pathLst>
                <a:path w="2590" h="26448" fill="none" extrusionOk="0">
                  <a:moveTo>
                    <a:pt x="2590" y="26447"/>
                  </a:moveTo>
                  <a:lnTo>
                    <a:pt x="1" y="26447"/>
                  </a:lnTo>
                  <a:lnTo>
                    <a:pt x="1" y="1"/>
                  </a:lnTo>
                  <a:lnTo>
                    <a:pt x="2590" y="1"/>
                  </a:lnTo>
                  <a:lnTo>
                    <a:pt x="2590" y="264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63;p18">
              <a:extLst>
                <a:ext uri="{FF2B5EF4-FFF2-40B4-BE49-F238E27FC236}">
                  <a16:creationId xmlns:a16="http://schemas.microsoft.com/office/drawing/2014/main" id="{9D54B6E0-5565-F82F-2D18-ABE6C4C9EF03}"/>
                </a:ext>
              </a:extLst>
            </p:cNvPr>
            <p:cNvSpPr/>
            <p:nvPr/>
          </p:nvSpPr>
          <p:spPr>
            <a:xfrm>
              <a:off x="891775" y="3393850"/>
              <a:ext cx="64375" cy="661200"/>
            </a:xfrm>
            <a:custGeom>
              <a:avLst/>
              <a:gdLst/>
              <a:ahLst/>
              <a:cxnLst/>
              <a:rect l="l" t="t" r="r" b="b"/>
              <a:pathLst>
                <a:path w="2575" h="26448" extrusionOk="0">
                  <a:moveTo>
                    <a:pt x="0" y="1"/>
                  </a:moveTo>
                  <a:lnTo>
                    <a:pt x="0" y="26447"/>
                  </a:lnTo>
                  <a:lnTo>
                    <a:pt x="2575" y="26447"/>
                  </a:lnTo>
                  <a:lnTo>
                    <a:pt x="2575"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64;p18">
              <a:extLst>
                <a:ext uri="{FF2B5EF4-FFF2-40B4-BE49-F238E27FC236}">
                  <a16:creationId xmlns:a16="http://schemas.microsoft.com/office/drawing/2014/main" id="{4BCFBF20-4BB6-1B82-2056-668228BD547D}"/>
                </a:ext>
              </a:extLst>
            </p:cNvPr>
            <p:cNvSpPr/>
            <p:nvPr/>
          </p:nvSpPr>
          <p:spPr>
            <a:xfrm>
              <a:off x="891775" y="3393850"/>
              <a:ext cx="64375" cy="661200"/>
            </a:xfrm>
            <a:custGeom>
              <a:avLst/>
              <a:gdLst/>
              <a:ahLst/>
              <a:cxnLst/>
              <a:rect l="l" t="t" r="r" b="b"/>
              <a:pathLst>
                <a:path w="2575" h="26448" fill="none" extrusionOk="0">
                  <a:moveTo>
                    <a:pt x="2575" y="26447"/>
                  </a:moveTo>
                  <a:lnTo>
                    <a:pt x="0" y="26447"/>
                  </a:lnTo>
                  <a:lnTo>
                    <a:pt x="0" y="1"/>
                  </a:lnTo>
                  <a:lnTo>
                    <a:pt x="2575" y="1"/>
                  </a:lnTo>
                  <a:lnTo>
                    <a:pt x="2575" y="264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5;p18">
              <a:extLst>
                <a:ext uri="{FF2B5EF4-FFF2-40B4-BE49-F238E27FC236}">
                  <a16:creationId xmlns:a16="http://schemas.microsoft.com/office/drawing/2014/main" id="{933488E1-7866-E30A-76BA-EEE9CAAED1ED}"/>
                </a:ext>
              </a:extLst>
            </p:cNvPr>
            <p:cNvSpPr/>
            <p:nvPr/>
          </p:nvSpPr>
          <p:spPr>
            <a:xfrm>
              <a:off x="1042300" y="3393850"/>
              <a:ext cx="64750" cy="661200"/>
            </a:xfrm>
            <a:custGeom>
              <a:avLst/>
              <a:gdLst/>
              <a:ahLst/>
              <a:cxnLst/>
              <a:rect l="l" t="t" r="r" b="b"/>
              <a:pathLst>
                <a:path w="2590" h="26448" extrusionOk="0">
                  <a:moveTo>
                    <a:pt x="1" y="1"/>
                  </a:moveTo>
                  <a:lnTo>
                    <a:pt x="1" y="26447"/>
                  </a:lnTo>
                  <a:lnTo>
                    <a:pt x="2590" y="26447"/>
                  </a:lnTo>
                  <a:lnTo>
                    <a:pt x="2590" y="1"/>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66;p18">
              <a:extLst>
                <a:ext uri="{FF2B5EF4-FFF2-40B4-BE49-F238E27FC236}">
                  <a16:creationId xmlns:a16="http://schemas.microsoft.com/office/drawing/2014/main" id="{820E1816-0ABB-4D87-1D76-F5EF80569141}"/>
                </a:ext>
              </a:extLst>
            </p:cNvPr>
            <p:cNvSpPr/>
            <p:nvPr/>
          </p:nvSpPr>
          <p:spPr>
            <a:xfrm>
              <a:off x="1074850" y="3393850"/>
              <a:ext cx="64400" cy="661200"/>
            </a:xfrm>
            <a:custGeom>
              <a:avLst/>
              <a:gdLst/>
              <a:ahLst/>
              <a:cxnLst/>
              <a:rect l="l" t="t" r="r" b="b"/>
              <a:pathLst>
                <a:path w="2576" h="26448" extrusionOk="0">
                  <a:moveTo>
                    <a:pt x="1" y="1"/>
                  </a:moveTo>
                  <a:lnTo>
                    <a:pt x="1" y="26447"/>
                  </a:lnTo>
                  <a:lnTo>
                    <a:pt x="2575" y="26447"/>
                  </a:lnTo>
                  <a:lnTo>
                    <a:pt x="2575"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67;p18">
              <a:extLst>
                <a:ext uri="{FF2B5EF4-FFF2-40B4-BE49-F238E27FC236}">
                  <a16:creationId xmlns:a16="http://schemas.microsoft.com/office/drawing/2014/main" id="{896611A2-F99F-6DAF-72B4-7417F386F76C}"/>
                </a:ext>
              </a:extLst>
            </p:cNvPr>
            <p:cNvSpPr/>
            <p:nvPr/>
          </p:nvSpPr>
          <p:spPr>
            <a:xfrm>
              <a:off x="1195000" y="3393850"/>
              <a:ext cx="64750" cy="661200"/>
            </a:xfrm>
            <a:custGeom>
              <a:avLst/>
              <a:gdLst/>
              <a:ahLst/>
              <a:cxnLst/>
              <a:rect l="l" t="t" r="r" b="b"/>
              <a:pathLst>
                <a:path w="2590" h="26448" extrusionOk="0">
                  <a:moveTo>
                    <a:pt x="0" y="1"/>
                  </a:moveTo>
                  <a:lnTo>
                    <a:pt x="0" y="26447"/>
                  </a:lnTo>
                  <a:lnTo>
                    <a:pt x="2589" y="26447"/>
                  </a:lnTo>
                  <a:lnTo>
                    <a:pt x="2589" y="1"/>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68;p18">
              <a:extLst>
                <a:ext uri="{FF2B5EF4-FFF2-40B4-BE49-F238E27FC236}">
                  <a16:creationId xmlns:a16="http://schemas.microsoft.com/office/drawing/2014/main" id="{9218A0A9-D36F-4798-1055-8554E32D3F50}"/>
                </a:ext>
              </a:extLst>
            </p:cNvPr>
            <p:cNvSpPr/>
            <p:nvPr/>
          </p:nvSpPr>
          <p:spPr>
            <a:xfrm>
              <a:off x="1227175" y="3393850"/>
              <a:ext cx="64750" cy="661200"/>
            </a:xfrm>
            <a:custGeom>
              <a:avLst/>
              <a:gdLst/>
              <a:ahLst/>
              <a:cxnLst/>
              <a:rect l="l" t="t" r="r" b="b"/>
              <a:pathLst>
                <a:path w="2590" h="26448" extrusionOk="0">
                  <a:moveTo>
                    <a:pt x="1" y="1"/>
                  </a:moveTo>
                  <a:lnTo>
                    <a:pt x="1" y="26447"/>
                  </a:lnTo>
                  <a:lnTo>
                    <a:pt x="2590" y="26447"/>
                  </a:lnTo>
                  <a:lnTo>
                    <a:pt x="2590"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69;p18">
              <a:extLst>
                <a:ext uri="{FF2B5EF4-FFF2-40B4-BE49-F238E27FC236}">
                  <a16:creationId xmlns:a16="http://schemas.microsoft.com/office/drawing/2014/main" id="{1052592A-942C-6F4A-E9B9-940301501971}"/>
                </a:ext>
              </a:extLst>
            </p:cNvPr>
            <p:cNvSpPr/>
            <p:nvPr/>
          </p:nvSpPr>
          <p:spPr>
            <a:xfrm>
              <a:off x="1378075" y="3393850"/>
              <a:ext cx="64750" cy="661200"/>
            </a:xfrm>
            <a:custGeom>
              <a:avLst/>
              <a:gdLst/>
              <a:ahLst/>
              <a:cxnLst/>
              <a:rect l="l" t="t" r="r" b="b"/>
              <a:pathLst>
                <a:path w="2590" h="26448" extrusionOk="0">
                  <a:moveTo>
                    <a:pt x="1" y="1"/>
                  </a:moveTo>
                  <a:lnTo>
                    <a:pt x="1" y="26447"/>
                  </a:lnTo>
                  <a:lnTo>
                    <a:pt x="2590" y="26447"/>
                  </a:lnTo>
                  <a:lnTo>
                    <a:pt x="2590" y="1"/>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70;p18">
              <a:extLst>
                <a:ext uri="{FF2B5EF4-FFF2-40B4-BE49-F238E27FC236}">
                  <a16:creationId xmlns:a16="http://schemas.microsoft.com/office/drawing/2014/main" id="{6C9F743C-3D85-0E85-611F-C80586CEB886}"/>
                </a:ext>
              </a:extLst>
            </p:cNvPr>
            <p:cNvSpPr/>
            <p:nvPr/>
          </p:nvSpPr>
          <p:spPr>
            <a:xfrm>
              <a:off x="1410275" y="3393850"/>
              <a:ext cx="64725" cy="661200"/>
            </a:xfrm>
            <a:custGeom>
              <a:avLst/>
              <a:gdLst/>
              <a:ahLst/>
              <a:cxnLst/>
              <a:rect l="l" t="t" r="r" b="b"/>
              <a:pathLst>
                <a:path w="2589" h="26448" extrusionOk="0">
                  <a:moveTo>
                    <a:pt x="0" y="1"/>
                  </a:moveTo>
                  <a:lnTo>
                    <a:pt x="0" y="26447"/>
                  </a:lnTo>
                  <a:lnTo>
                    <a:pt x="2589" y="26447"/>
                  </a:lnTo>
                  <a:lnTo>
                    <a:pt x="2589"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71;p18">
              <a:extLst>
                <a:ext uri="{FF2B5EF4-FFF2-40B4-BE49-F238E27FC236}">
                  <a16:creationId xmlns:a16="http://schemas.microsoft.com/office/drawing/2014/main" id="{BAFCD5C4-F772-311A-8BF7-FF4BA22FB8E9}"/>
                </a:ext>
              </a:extLst>
            </p:cNvPr>
            <p:cNvSpPr/>
            <p:nvPr/>
          </p:nvSpPr>
          <p:spPr>
            <a:xfrm>
              <a:off x="822050" y="3300525"/>
              <a:ext cx="683700" cy="120175"/>
            </a:xfrm>
            <a:custGeom>
              <a:avLst/>
              <a:gdLst/>
              <a:ahLst/>
              <a:cxnLst/>
              <a:rect l="l" t="t" r="r" b="b"/>
              <a:pathLst>
                <a:path w="27348" h="4807" extrusionOk="0">
                  <a:moveTo>
                    <a:pt x="2389" y="1"/>
                  </a:moveTo>
                  <a:lnTo>
                    <a:pt x="2146" y="15"/>
                  </a:lnTo>
                  <a:lnTo>
                    <a:pt x="1917" y="58"/>
                  </a:lnTo>
                  <a:lnTo>
                    <a:pt x="1674" y="115"/>
                  </a:lnTo>
                  <a:lnTo>
                    <a:pt x="1459" y="186"/>
                  </a:lnTo>
                  <a:lnTo>
                    <a:pt x="1245" y="287"/>
                  </a:lnTo>
                  <a:lnTo>
                    <a:pt x="1059" y="415"/>
                  </a:lnTo>
                  <a:lnTo>
                    <a:pt x="873" y="544"/>
                  </a:lnTo>
                  <a:lnTo>
                    <a:pt x="701" y="701"/>
                  </a:lnTo>
                  <a:lnTo>
                    <a:pt x="544" y="873"/>
                  </a:lnTo>
                  <a:lnTo>
                    <a:pt x="401" y="1059"/>
                  </a:lnTo>
                  <a:lnTo>
                    <a:pt x="286" y="1259"/>
                  </a:lnTo>
                  <a:lnTo>
                    <a:pt x="186" y="1474"/>
                  </a:lnTo>
                  <a:lnTo>
                    <a:pt x="100" y="1688"/>
                  </a:lnTo>
                  <a:lnTo>
                    <a:pt x="43" y="1917"/>
                  </a:lnTo>
                  <a:lnTo>
                    <a:pt x="0" y="2160"/>
                  </a:lnTo>
                  <a:lnTo>
                    <a:pt x="0" y="2403"/>
                  </a:lnTo>
                  <a:lnTo>
                    <a:pt x="0" y="2647"/>
                  </a:lnTo>
                  <a:lnTo>
                    <a:pt x="43" y="2890"/>
                  </a:lnTo>
                  <a:lnTo>
                    <a:pt x="100" y="3119"/>
                  </a:lnTo>
                  <a:lnTo>
                    <a:pt x="186" y="3333"/>
                  </a:lnTo>
                  <a:lnTo>
                    <a:pt x="286" y="3548"/>
                  </a:lnTo>
                  <a:lnTo>
                    <a:pt x="401" y="3748"/>
                  </a:lnTo>
                  <a:lnTo>
                    <a:pt x="544" y="3934"/>
                  </a:lnTo>
                  <a:lnTo>
                    <a:pt x="701" y="4091"/>
                  </a:lnTo>
                  <a:lnTo>
                    <a:pt x="873" y="4249"/>
                  </a:lnTo>
                  <a:lnTo>
                    <a:pt x="1059" y="4392"/>
                  </a:lnTo>
                  <a:lnTo>
                    <a:pt x="1245" y="4506"/>
                  </a:lnTo>
                  <a:lnTo>
                    <a:pt x="1459" y="4606"/>
                  </a:lnTo>
                  <a:lnTo>
                    <a:pt x="1674" y="4692"/>
                  </a:lnTo>
                  <a:lnTo>
                    <a:pt x="1917" y="4749"/>
                  </a:lnTo>
                  <a:lnTo>
                    <a:pt x="2146" y="4792"/>
                  </a:lnTo>
                  <a:lnTo>
                    <a:pt x="2389" y="4806"/>
                  </a:lnTo>
                  <a:lnTo>
                    <a:pt x="24959" y="4806"/>
                  </a:lnTo>
                  <a:lnTo>
                    <a:pt x="25202" y="4792"/>
                  </a:lnTo>
                  <a:lnTo>
                    <a:pt x="25431" y="4749"/>
                  </a:lnTo>
                  <a:lnTo>
                    <a:pt x="25674" y="4692"/>
                  </a:lnTo>
                  <a:lnTo>
                    <a:pt x="25889" y="4606"/>
                  </a:lnTo>
                  <a:lnTo>
                    <a:pt x="26104" y="4506"/>
                  </a:lnTo>
                  <a:lnTo>
                    <a:pt x="26290" y="4392"/>
                  </a:lnTo>
                  <a:lnTo>
                    <a:pt x="26475" y="4249"/>
                  </a:lnTo>
                  <a:lnTo>
                    <a:pt x="26647" y="4091"/>
                  </a:lnTo>
                  <a:lnTo>
                    <a:pt x="26804" y="3934"/>
                  </a:lnTo>
                  <a:lnTo>
                    <a:pt x="26947" y="3748"/>
                  </a:lnTo>
                  <a:lnTo>
                    <a:pt x="27062" y="3548"/>
                  </a:lnTo>
                  <a:lnTo>
                    <a:pt x="27162" y="3333"/>
                  </a:lnTo>
                  <a:lnTo>
                    <a:pt x="27248" y="3119"/>
                  </a:lnTo>
                  <a:lnTo>
                    <a:pt x="27305" y="2890"/>
                  </a:lnTo>
                  <a:lnTo>
                    <a:pt x="27334" y="2647"/>
                  </a:lnTo>
                  <a:lnTo>
                    <a:pt x="27348" y="2403"/>
                  </a:lnTo>
                  <a:lnTo>
                    <a:pt x="27334" y="2160"/>
                  </a:lnTo>
                  <a:lnTo>
                    <a:pt x="27305" y="1917"/>
                  </a:lnTo>
                  <a:lnTo>
                    <a:pt x="27248" y="1688"/>
                  </a:lnTo>
                  <a:lnTo>
                    <a:pt x="27162" y="1474"/>
                  </a:lnTo>
                  <a:lnTo>
                    <a:pt x="27062" y="1259"/>
                  </a:lnTo>
                  <a:lnTo>
                    <a:pt x="26947" y="1059"/>
                  </a:lnTo>
                  <a:lnTo>
                    <a:pt x="26804" y="873"/>
                  </a:lnTo>
                  <a:lnTo>
                    <a:pt x="26647" y="701"/>
                  </a:lnTo>
                  <a:lnTo>
                    <a:pt x="26475" y="544"/>
                  </a:lnTo>
                  <a:lnTo>
                    <a:pt x="26290" y="415"/>
                  </a:lnTo>
                  <a:lnTo>
                    <a:pt x="26104" y="287"/>
                  </a:lnTo>
                  <a:lnTo>
                    <a:pt x="25889" y="186"/>
                  </a:lnTo>
                  <a:lnTo>
                    <a:pt x="25674" y="115"/>
                  </a:lnTo>
                  <a:lnTo>
                    <a:pt x="25431" y="58"/>
                  </a:lnTo>
                  <a:lnTo>
                    <a:pt x="25202" y="15"/>
                  </a:lnTo>
                  <a:lnTo>
                    <a:pt x="24959"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72;p18">
              <a:extLst>
                <a:ext uri="{FF2B5EF4-FFF2-40B4-BE49-F238E27FC236}">
                  <a16:creationId xmlns:a16="http://schemas.microsoft.com/office/drawing/2014/main" id="{E3A76327-896A-7EEB-B206-44AD179B40E8}"/>
                </a:ext>
              </a:extLst>
            </p:cNvPr>
            <p:cNvSpPr/>
            <p:nvPr/>
          </p:nvSpPr>
          <p:spPr>
            <a:xfrm>
              <a:off x="764825" y="2594300"/>
              <a:ext cx="384775" cy="783475"/>
            </a:xfrm>
            <a:custGeom>
              <a:avLst/>
              <a:gdLst/>
              <a:ahLst/>
              <a:cxnLst/>
              <a:rect l="l" t="t" r="r" b="b"/>
              <a:pathLst>
                <a:path w="15391" h="31339" extrusionOk="0">
                  <a:moveTo>
                    <a:pt x="10328" y="1"/>
                  </a:moveTo>
                  <a:lnTo>
                    <a:pt x="9684" y="30"/>
                  </a:lnTo>
                  <a:lnTo>
                    <a:pt x="9012" y="72"/>
                  </a:lnTo>
                  <a:lnTo>
                    <a:pt x="8339" y="158"/>
                  </a:lnTo>
                  <a:lnTo>
                    <a:pt x="7996" y="215"/>
                  </a:lnTo>
                  <a:lnTo>
                    <a:pt x="7653" y="273"/>
                  </a:lnTo>
                  <a:lnTo>
                    <a:pt x="7324" y="359"/>
                  </a:lnTo>
                  <a:lnTo>
                    <a:pt x="6981" y="430"/>
                  </a:lnTo>
                  <a:lnTo>
                    <a:pt x="6637" y="530"/>
                  </a:lnTo>
                  <a:lnTo>
                    <a:pt x="6308" y="645"/>
                  </a:lnTo>
                  <a:lnTo>
                    <a:pt x="5979" y="759"/>
                  </a:lnTo>
                  <a:lnTo>
                    <a:pt x="5636" y="888"/>
                  </a:lnTo>
                  <a:lnTo>
                    <a:pt x="5321" y="1031"/>
                  </a:lnTo>
                  <a:lnTo>
                    <a:pt x="4992" y="1188"/>
                  </a:lnTo>
                  <a:lnTo>
                    <a:pt x="4678" y="1360"/>
                  </a:lnTo>
                  <a:lnTo>
                    <a:pt x="4363" y="1546"/>
                  </a:lnTo>
                  <a:lnTo>
                    <a:pt x="4063" y="1732"/>
                  </a:lnTo>
                  <a:lnTo>
                    <a:pt x="3762" y="1946"/>
                  </a:lnTo>
                  <a:lnTo>
                    <a:pt x="3476" y="2175"/>
                  </a:lnTo>
                  <a:lnTo>
                    <a:pt x="3190" y="2418"/>
                  </a:lnTo>
                  <a:lnTo>
                    <a:pt x="2904" y="2676"/>
                  </a:lnTo>
                  <a:lnTo>
                    <a:pt x="2647" y="2962"/>
                  </a:lnTo>
                  <a:lnTo>
                    <a:pt x="2389" y="3248"/>
                  </a:lnTo>
                  <a:lnTo>
                    <a:pt x="2146" y="3562"/>
                  </a:lnTo>
                  <a:lnTo>
                    <a:pt x="1903" y="3891"/>
                  </a:lnTo>
                  <a:lnTo>
                    <a:pt x="1688" y="4249"/>
                  </a:lnTo>
                  <a:lnTo>
                    <a:pt x="1474" y="4607"/>
                  </a:lnTo>
                  <a:lnTo>
                    <a:pt x="1274" y="4993"/>
                  </a:lnTo>
                  <a:lnTo>
                    <a:pt x="1088" y="5407"/>
                  </a:lnTo>
                  <a:lnTo>
                    <a:pt x="916" y="5837"/>
                  </a:lnTo>
                  <a:lnTo>
                    <a:pt x="759" y="6280"/>
                  </a:lnTo>
                  <a:lnTo>
                    <a:pt x="616" y="6752"/>
                  </a:lnTo>
                  <a:lnTo>
                    <a:pt x="487" y="7238"/>
                  </a:lnTo>
                  <a:lnTo>
                    <a:pt x="373" y="7753"/>
                  </a:lnTo>
                  <a:lnTo>
                    <a:pt x="287" y="8297"/>
                  </a:lnTo>
                  <a:lnTo>
                    <a:pt x="201" y="8855"/>
                  </a:lnTo>
                  <a:lnTo>
                    <a:pt x="115" y="9770"/>
                  </a:lnTo>
                  <a:lnTo>
                    <a:pt x="44" y="10685"/>
                  </a:lnTo>
                  <a:lnTo>
                    <a:pt x="15" y="11629"/>
                  </a:lnTo>
                  <a:lnTo>
                    <a:pt x="1" y="12573"/>
                  </a:lnTo>
                  <a:lnTo>
                    <a:pt x="1" y="13532"/>
                  </a:lnTo>
                  <a:lnTo>
                    <a:pt x="29" y="14504"/>
                  </a:lnTo>
                  <a:lnTo>
                    <a:pt x="86" y="15463"/>
                  </a:lnTo>
                  <a:lnTo>
                    <a:pt x="158" y="16421"/>
                  </a:lnTo>
                  <a:lnTo>
                    <a:pt x="230" y="17379"/>
                  </a:lnTo>
                  <a:lnTo>
                    <a:pt x="330" y="18323"/>
                  </a:lnTo>
                  <a:lnTo>
                    <a:pt x="444" y="19267"/>
                  </a:lnTo>
                  <a:lnTo>
                    <a:pt x="573" y="20197"/>
                  </a:lnTo>
                  <a:lnTo>
                    <a:pt x="702" y="21098"/>
                  </a:lnTo>
                  <a:lnTo>
                    <a:pt x="845" y="21985"/>
                  </a:lnTo>
                  <a:lnTo>
                    <a:pt x="1002" y="22857"/>
                  </a:lnTo>
                  <a:lnTo>
                    <a:pt x="1145" y="23701"/>
                  </a:lnTo>
                  <a:lnTo>
                    <a:pt x="1460" y="25303"/>
                  </a:lnTo>
                  <a:lnTo>
                    <a:pt x="1774" y="26762"/>
                  </a:lnTo>
                  <a:lnTo>
                    <a:pt x="2089" y="28064"/>
                  </a:lnTo>
                  <a:lnTo>
                    <a:pt x="2361" y="29179"/>
                  </a:lnTo>
                  <a:lnTo>
                    <a:pt x="2604" y="30080"/>
                  </a:lnTo>
                  <a:lnTo>
                    <a:pt x="2790" y="30767"/>
                  </a:lnTo>
                  <a:lnTo>
                    <a:pt x="2947" y="31339"/>
                  </a:lnTo>
                  <a:lnTo>
                    <a:pt x="13231" y="27892"/>
                  </a:lnTo>
                  <a:lnTo>
                    <a:pt x="15391" y="602"/>
                  </a:lnTo>
                  <a:lnTo>
                    <a:pt x="15234" y="559"/>
                  </a:lnTo>
                  <a:lnTo>
                    <a:pt x="14790" y="459"/>
                  </a:lnTo>
                  <a:lnTo>
                    <a:pt x="14104" y="316"/>
                  </a:lnTo>
                  <a:lnTo>
                    <a:pt x="13689" y="244"/>
                  </a:lnTo>
                  <a:lnTo>
                    <a:pt x="13217" y="173"/>
                  </a:lnTo>
                  <a:lnTo>
                    <a:pt x="12702" y="115"/>
                  </a:lnTo>
                  <a:lnTo>
                    <a:pt x="12158" y="58"/>
                  </a:lnTo>
                  <a:lnTo>
                    <a:pt x="11572" y="30"/>
                  </a:lnTo>
                  <a:lnTo>
                    <a:pt x="1095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73;p18">
              <a:extLst>
                <a:ext uri="{FF2B5EF4-FFF2-40B4-BE49-F238E27FC236}">
                  <a16:creationId xmlns:a16="http://schemas.microsoft.com/office/drawing/2014/main" id="{6B9A7F30-D572-7299-CF9E-A97C6B51C350}"/>
                </a:ext>
              </a:extLst>
            </p:cNvPr>
            <p:cNvSpPr/>
            <p:nvPr/>
          </p:nvSpPr>
          <p:spPr>
            <a:xfrm>
              <a:off x="764825" y="2594300"/>
              <a:ext cx="384775" cy="783475"/>
            </a:xfrm>
            <a:custGeom>
              <a:avLst/>
              <a:gdLst/>
              <a:ahLst/>
              <a:cxnLst/>
              <a:rect l="l" t="t" r="r" b="b"/>
              <a:pathLst>
                <a:path w="15391" h="31339" fill="none" extrusionOk="0">
                  <a:moveTo>
                    <a:pt x="2947" y="31339"/>
                  </a:moveTo>
                  <a:lnTo>
                    <a:pt x="2947" y="31339"/>
                  </a:lnTo>
                  <a:lnTo>
                    <a:pt x="2790" y="30767"/>
                  </a:lnTo>
                  <a:lnTo>
                    <a:pt x="2604" y="30080"/>
                  </a:lnTo>
                  <a:lnTo>
                    <a:pt x="2361" y="29179"/>
                  </a:lnTo>
                  <a:lnTo>
                    <a:pt x="2089" y="28064"/>
                  </a:lnTo>
                  <a:lnTo>
                    <a:pt x="1774" y="26762"/>
                  </a:lnTo>
                  <a:lnTo>
                    <a:pt x="1460" y="25303"/>
                  </a:lnTo>
                  <a:lnTo>
                    <a:pt x="1145" y="23701"/>
                  </a:lnTo>
                  <a:lnTo>
                    <a:pt x="1002" y="22857"/>
                  </a:lnTo>
                  <a:lnTo>
                    <a:pt x="845" y="21985"/>
                  </a:lnTo>
                  <a:lnTo>
                    <a:pt x="702" y="21098"/>
                  </a:lnTo>
                  <a:lnTo>
                    <a:pt x="573" y="20197"/>
                  </a:lnTo>
                  <a:lnTo>
                    <a:pt x="444" y="19267"/>
                  </a:lnTo>
                  <a:lnTo>
                    <a:pt x="330" y="18323"/>
                  </a:lnTo>
                  <a:lnTo>
                    <a:pt x="230" y="17379"/>
                  </a:lnTo>
                  <a:lnTo>
                    <a:pt x="158" y="16421"/>
                  </a:lnTo>
                  <a:lnTo>
                    <a:pt x="86" y="15463"/>
                  </a:lnTo>
                  <a:lnTo>
                    <a:pt x="29" y="14504"/>
                  </a:lnTo>
                  <a:lnTo>
                    <a:pt x="1" y="13532"/>
                  </a:lnTo>
                  <a:lnTo>
                    <a:pt x="1" y="12573"/>
                  </a:lnTo>
                  <a:lnTo>
                    <a:pt x="15" y="11629"/>
                  </a:lnTo>
                  <a:lnTo>
                    <a:pt x="44" y="10685"/>
                  </a:lnTo>
                  <a:lnTo>
                    <a:pt x="115" y="9770"/>
                  </a:lnTo>
                  <a:lnTo>
                    <a:pt x="201" y="8855"/>
                  </a:lnTo>
                  <a:lnTo>
                    <a:pt x="201" y="8855"/>
                  </a:lnTo>
                  <a:lnTo>
                    <a:pt x="287" y="8297"/>
                  </a:lnTo>
                  <a:lnTo>
                    <a:pt x="373" y="7753"/>
                  </a:lnTo>
                  <a:lnTo>
                    <a:pt x="487" y="7238"/>
                  </a:lnTo>
                  <a:lnTo>
                    <a:pt x="616" y="6752"/>
                  </a:lnTo>
                  <a:lnTo>
                    <a:pt x="759" y="6280"/>
                  </a:lnTo>
                  <a:lnTo>
                    <a:pt x="916" y="5837"/>
                  </a:lnTo>
                  <a:lnTo>
                    <a:pt x="1088" y="5407"/>
                  </a:lnTo>
                  <a:lnTo>
                    <a:pt x="1274" y="4993"/>
                  </a:lnTo>
                  <a:lnTo>
                    <a:pt x="1474" y="4607"/>
                  </a:lnTo>
                  <a:lnTo>
                    <a:pt x="1688" y="4249"/>
                  </a:lnTo>
                  <a:lnTo>
                    <a:pt x="1903" y="3891"/>
                  </a:lnTo>
                  <a:lnTo>
                    <a:pt x="2146" y="3562"/>
                  </a:lnTo>
                  <a:lnTo>
                    <a:pt x="2389" y="3248"/>
                  </a:lnTo>
                  <a:lnTo>
                    <a:pt x="2647" y="2962"/>
                  </a:lnTo>
                  <a:lnTo>
                    <a:pt x="2904" y="2676"/>
                  </a:lnTo>
                  <a:lnTo>
                    <a:pt x="3190" y="2418"/>
                  </a:lnTo>
                  <a:lnTo>
                    <a:pt x="3476" y="2175"/>
                  </a:lnTo>
                  <a:lnTo>
                    <a:pt x="3762" y="1946"/>
                  </a:lnTo>
                  <a:lnTo>
                    <a:pt x="4063" y="1732"/>
                  </a:lnTo>
                  <a:lnTo>
                    <a:pt x="4363" y="1546"/>
                  </a:lnTo>
                  <a:lnTo>
                    <a:pt x="4678" y="1360"/>
                  </a:lnTo>
                  <a:lnTo>
                    <a:pt x="4992" y="1188"/>
                  </a:lnTo>
                  <a:lnTo>
                    <a:pt x="5321" y="1031"/>
                  </a:lnTo>
                  <a:lnTo>
                    <a:pt x="5636" y="888"/>
                  </a:lnTo>
                  <a:lnTo>
                    <a:pt x="5979" y="759"/>
                  </a:lnTo>
                  <a:lnTo>
                    <a:pt x="6308" y="645"/>
                  </a:lnTo>
                  <a:lnTo>
                    <a:pt x="6637" y="530"/>
                  </a:lnTo>
                  <a:lnTo>
                    <a:pt x="6981" y="430"/>
                  </a:lnTo>
                  <a:lnTo>
                    <a:pt x="7324" y="359"/>
                  </a:lnTo>
                  <a:lnTo>
                    <a:pt x="7653" y="273"/>
                  </a:lnTo>
                  <a:lnTo>
                    <a:pt x="7996" y="215"/>
                  </a:lnTo>
                  <a:lnTo>
                    <a:pt x="8339" y="158"/>
                  </a:lnTo>
                  <a:lnTo>
                    <a:pt x="9012" y="72"/>
                  </a:lnTo>
                  <a:lnTo>
                    <a:pt x="9684" y="30"/>
                  </a:lnTo>
                  <a:lnTo>
                    <a:pt x="10328" y="1"/>
                  </a:lnTo>
                  <a:lnTo>
                    <a:pt x="10957" y="1"/>
                  </a:lnTo>
                  <a:lnTo>
                    <a:pt x="11572" y="30"/>
                  </a:lnTo>
                  <a:lnTo>
                    <a:pt x="12158" y="58"/>
                  </a:lnTo>
                  <a:lnTo>
                    <a:pt x="12702" y="115"/>
                  </a:lnTo>
                  <a:lnTo>
                    <a:pt x="13217" y="173"/>
                  </a:lnTo>
                  <a:lnTo>
                    <a:pt x="13689" y="244"/>
                  </a:lnTo>
                  <a:lnTo>
                    <a:pt x="14104" y="316"/>
                  </a:lnTo>
                  <a:lnTo>
                    <a:pt x="14790" y="459"/>
                  </a:lnTo>
                  <a:lnTo>
                    <a:pt x="15234" y="559"/>
                  </a:lnTo>
                  <a:lnTo>
                    <a:pt x="15391" y="602"/>
                  </a:lnTo>
                  <a:lnTo>
                    <a:pt x="13231" y="27892"/>
                  </a:lnTo>
                  <a:lnTo>
                    <a:pt x="2947" y="3133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74;p18">
              <a:extLst>
                <a:ext uri="{FF2B5EF4-FFF2-40B4-BE49-F238E27FC236}">
                  <a16:creationId xmlns:a16="http://schemas.microsoft.com/office/drawing/2014/main" id="{5198F7D9-F543-5375-A7CC-0D3E6E5F9ACD}"/>
                </a:ext>
              </a:extLst>
            </p:cNvPr>
            <p:cNvSpPr/>
            <p:nvPr/>
          </p:nvSpPr>
          <p:spPr>
            <a:xfrm>
              <a:off x="1590125" y="3980275"/>
              <a:ext cx="155225" cy="80850"/>
            </a:xfrm>
            <a:custGeom>
              <a:avLst/>
              <a:gdLst/>
              <a:ahLst/>
              <a:cxnLst/>
              <a:rect l="l" t="t" r="r" b="b"/>
              <a:pathLst>
                <a:path w="6209" h="3234" extrusionOk="0">
                  <a:moveTo>
                    <a:pt x="487" y="1"/>
                  </a:moveTo>
                  <a:lnTo>
                    <a:pt x="358" y="272"/>
                  </a:lnTo>
                  <a:lnTo>
                    <a:pt x="229" y="559"/>
                  </a:lnTo>
                  <a:lnTo>
                    <a:pt x="172" y="730"/>
                  </a:lnTo>
                  <a:lnTo>
                    <a:pt x="101" y="916"/>
                  </a:lnTo>
                  <a:lnTo>
                    <a:pt x="58" y="1102"/>
                  </a:lnTo>
                  <a:lnTo>
                    <a:pt x="15" y="1302"/>
                  </a:lnTo>
                  <a:lnTo>
                    <a:pt x="1" y="1488"/>
                  </a:lnTo>
                  <a:lnTo>
                    <a:pt x="1" y="1674"/>
                  </a:lnTo>
                  <a:lnTo>
                    <a:pt x="29" y="1846"/>
                  </a:lnTo>
                  <a:lnTo>
                    <a:pt x="43" y="1917"/>
                  </a:lnTo>
                  <a:lnTo>
                    <a:pt x="72" y="2003"/>
                  </a:lnTo>
                  <a:lnTo>
                    <a:pt x="115" y="2075"/>
                  </a:lnTo>
                  <a:lnTo>
                    <a:pt x="158" y="2146"/>
                  </a:lnTo>
                  <a:lnTo>
                    <a:pt x="215" y="2203"/>
                  </a:lnTo>
                  <a:lnTo>
                    <a:pt x="287" y="2261"/>
                  </a:lnTo>
                  <a:lnTo>
                    <a:pt x="601" y="2461"/>
                  </a:lnTo>
                  <a:lnTo>
                    <a:pt x="902" y="2647"/>
                  </a:lnTo>
                  <a:lnTo>
                    <a:pt x="1188" y="2790"/>
                  </a:lnTo>
                  <a:lnTo>
                    <a:pt x="1488" y="2919"/>
                  </a:lnTo>
                  <a:lnTo>
                    <a:pt x="1774" y="3019"/>
                  </a:lnTo>
                  <a:lnTo>
                    <a:pt x="2060" y="3090"/>
                  </a:lnTo>
                  <a:lnTo>
                    <a:pt x="2346" y="3147"/>
                  </a:lnTo>
                  <a:lnTo>
                    <a:pt x="2632" y="3190"/>
                  </a:lnTo>
                  <a:lnTo>
                    <a:pt x="2933" y="3219"/>
                  </a:lnTo>
                  <a:lnTo>
                    <a:pt x="3233" y="3233"/>
                  </a:lnTo>
                  <a:lnTo>
                    <a:pt x="3562" y="3233"/>
                  </a:lnTo>
                  <a:lnTo>
                    <a:pt x="3891" y="3219"/>
                  </a:lnTo>
                  <a:lnTo>
                    <a:pt x="4592" y="3176"/>
                  </a:lnTo>
                  <a:lnTo>
                    <a:pt x="5364" y="3133"/>
                  </a:lnTo>
                  <a:lnTo>
                    <a:pt x="5479" y="3119"/>
                  </a:lnTo>
                  <a:lnTo>
                    <a:pt x="5593" y="3090"/>
                  </a:lnTo>
                  <a:lnTo>
                    <a:pt x="5693" y="3047"/>
                  </a:lnTo>
                  <a:lnTo>
                    <a:pt x="5793" y="2990"/>
                  </a:lnTo>
                  <a:lnTo>
                    <a:pt x="5879" y="2919"/>
                  </a:lnTo>
                  <a:lnTo>
                    <a:pt x="5965" y="2847"/>
                  </a:lnTo>
                  <a:lnTo>
                    <a:pt x="6036" y="2776"/>
                  </a:lnTo>
                  <a:lnTo>
                    <a:pt x="6094" y="2690"/>
                  </a:lnTo>
                  <a:lnTo>
                    <a:pt x="6137" y="2618"/>
                  </a:lnTo>
                  <a:lnTo>
                    <a:pt x="6180" y="2532"/>
                  </a:lnTo>
                  <a:lnTo>
                    <a:pt x="6194" y="2461"/>
                  </a:lnTo>
                  <a:lnTo>
                    <a:pt x="6208" y="2389"/>
                  </a:lnTo>
                  <a:lnTo>
                    <a:pt x="6194" y="2332"/>
                  </a:lnTo>
                  <a:lnTo>
                    <a:pt x="6165" y="2275"/>
                  </a:lnTo>
                  <a:lnTo>
                    <a:pt x="6122" y="2232"/>
                  </a:lnTo>
                  <a:lnTo>
                    <a:pt x="6051" y="2203"/>
                  </a:lnTo>
                  <a:lnTo>
                    <a:pt x="5536" y="2060"/>
                  </a:lnTo>
                  <a:lnTo>
                    <a:pt x="5021" y="1917"/>
                  </a:lnTo>
                  <a:lnTo>
                    <a:pt x="4764" y="1832"/>
                  </a:lnTo>
                  <a:lnTo>
                    <a:pt x="4535" y="1760"/>
                  </a:lnTo>
                  <a:lnTo>
                    <a:pt x="4334" y="1660"/>
                  </a:lnTo>
                  <a:lnTo>
                    <a:pt x="4163" y="1560"/>
                  </a:lnTo>
                  <a:lnTo>
                    <a:pt x="4005" y="1445"/>
                  </a:lnTo>
                  <a:lnTo>
                    <a:pt x="3862" y="1317"/>
                  </a:lnTo>
                  <a:lnTo>
                    <a:pt x="3719" y="1188"/>
                  </a:lnTo>
                  <a:lnTo>
                    <a:pt x="3605" y="1059"/>
                  </a:lnTo>
                  <a:lnTo>
                    <a:pt x="3390" y="816"/>
                  </a:lnTo>
                  <a:lnTo>
                    <a:pt x="3219" y="573"/>
                  </a:lnTo>
                  <a:lnTo>
                    <a:pt x="3104" y="358"/>
                  </a:lnTo>
                  <a:lnTo>
                    <a:pt x="3004" y="187"/>
                  </a:lnTo>
                  <a:lnTo>
                    <a:pt x="2947" y="29"/>
                  </a:lnTo>
                  <a:lnTo>
                    <a:pt x="487" y="1"/>
                  </a:lnTo>
                  <a:close/>
                </a:path>
              </a:pathLst>
            </a:custGeom>
            <a:solidFill>
              <a:srgbClr val="E165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75;p18">
              <a:extLst>
                <a:ext uri="{FF2B5EF4-FFF2-40B4-BE49-F238E27FC236}">
                  <a16:creationId xmlns:a16="http://schemas.microsoft.com/office/drawing/2014/main" id="{2F400684-E217-1B66-E524-22119F9E68C3}"/>
                </a:ext>
              </a:extLst>
            </p:cNvPr>
            <p:cNvSpPr/>
            <p:nvPr/>
          </p:nvSpPr>
          <p:spPr>
            <a:xfrm>
              <a:off x="1348050" y="3980275"/>
              <a:ext cx="152000" cy="80475"/>
            </a:xfrm>
            <a:custGeom>
              <a:avLst/>
              <a:gdLst/>
              <a:ahLst/>
              <a:cxnLst/>
              <a:rect l="l" t="t" r="r" b="b"/>
              <a:pathLst>
                <a:path w="6080" h="3219" extrusionOk="0">
                  <a:moveTo>
                    <a:pt x="2603" y="1"/>
                  </a:moveTo>
                  <a:lnTo>
                    <a:pt x="158" y="187"/>
                  </a:lnTo>
                  <a:lnTo>
                    <a:pt x="86" y="444"/>
                  </a:lnTo>
                  <a:lnTo>
                    <a:pt x="43" y="716"/>
                  </a:lnTo>
                  <a:lnTo>
                    <a:pt x="0" y="1045"/>
                  </a:lnTo>
                  <a:lnTo>
                    <a:pt x="0" y="1231"/>
                  </a:lnTo>
                  <a:lnTo>
                    <a:pt x="15" y="1402"/>
                  </a:lnTo>
                  <a:lnTo>
                    <a:pt x="29" y="1574"/>
                  </a:lnTo>
                  <a:lnTo>
                    <a:pt x="72" y="1746"/>
                  </a:lnTo>
                  <a:lnTo>
                    <a:pt x="129" y="1903"/>
                  </a:lnTo>
                  <a:lnTo>
                    <a:pt x="215" y="2046"/>
                  </a:lnTo>
                  <a:lnTo>
                    <a:pt x="315" y="2175"/>
                  </a:lnTo>
                  <a:lnTo>
                    <a:pt x="372" y="2218"/>
                  </a:lnTo>
                  <a:lnTo>
                    <a:pt x="444" y="2275"/>
                  </a:lnTo>
                  <a:lnTo>
                    <a:pt x="858" y="2489"/>
                  </a:lnTo>
                  <a:lnTo>
                    <a:pt x="1087" y="2604"/>
                  </a:lnTo>
                  <a:lnTo>
                    <a:pt x="1345" y="2718"/>
                  </a:lnTo>
                  <a:lnTo>
                    <a:pt x="1617" y="2833"/>
                  </a:lnTo>
                  <a:lnTo>
                    <a:pt x="1903" y="2933"/>
                  </a:lnTo>
                  <a:lnTo>
                    <a:pt x="2217" y="3033"/>
                  </a:lnTo>
                  <a:lnTo>
                    <a:pt x="2546" y="3104"/>
                  </a:lnTo>
                  <a:lnTo>
                    <a:pt x="2889" y="3162"/>
                  </a:lnTo>
                  <a:lnTo>
                    <a:pt x="3247" y="3205"/>
                  </a:lnTo>
                  <a:lnTo>
                    <a:pt x="3619" y="3219"/>
                  </a:lnTo>
                  <a:lnTo>
                    <a:pt x="4005" y="3205"/>
                  </a:lnTo>
                  <a:lnTo>
                    <a:pt x="4391" y="3162"/>
                  </a:lnTo>
                  <a:lnTo>
                    <a:pt x="4806" y="3090"/>
                  </a:lnTo>
                  <a:lnTo>
                    <a:pt x="5006" y="3033"/>
                  </a:lnTo>
                  <a:lnTo>
                    <a:pt x="5221" y="2976"/>
                  </a:lnTo>
                  <a:lnTo>
                    <a:pt x="5435" y="2904"/>
                  </a:lnTo>
                  <a:lnTo>
                    <a:pt x="5650" y="2818"/>
                  </a:lnTo>
                  <a:lnTo>
                    <a:pt x="5750" y="2776"/>
                  </a:lnTo>
                  <a:lnTo>
                    <a:pt x="5836" y="2718"/>
                  </a:lnTo>
                  <a:lnTo>
                    <a:pt x="5907" y="2661"/>
                  </a:lnTo>
                  <a:lnTo>
                    <a:pt x="5965" y="2590"/>
                  </a:lnTo>
                  <a:lnTo>
                    <a:pt x="6022" y="2518"/>
                  </a:lnTo>
                  <a:lnTo>
                    <a:pt x="6051" y="2461"/>
                  </a:lnTo>
                  <a:lnTo>
                    <a:pt x="6079" y="2389"/>
                  </a:lnTo>
                  <a:lnTo>
                    <a:pt x="6079" y="2318"/>
                  </a:lnTo>
                  <a:lnTo>
                    <a:pt x="6079" y="2246"/>
                  </a:lnTo>
                  <a:lnTo>
                    <a:pt x="6065" y="2189"/>
                  </a:lnTo>
                  <a:lnTo>
                    <a:pt x="6051" y="2118"/>
                  </a:lnTo>
                  <a:lnTo>
                    <a:pt x="6008" y="2075"/>
                  </a:lnTo>
                  <a:lnTo>
                    <a:pt x="5965" y="2017"/>
                  </a:lnTo>
                  <a:lnTo>
                    <a:pt x="5907" y="1975"/>
                  </a:lnTo>
                  <a:lnTo>
                    <a:pt x="5850" y="1946"/>
                  </a:lnTo>
                  <a:lnTo>
                    <a:pt x="5779" y="1932"/>
                  </a:lnTo>
                  <a:lnTo>
                    <a:pt x="5278" y="1832"/>
                  </a:lnTo>
                  <a:lnTo>
                    <a:pt x="4778" y="1717"/>
                  </a:lnTo>
                  <a:lnTo>
                    <a:pt x="4549" y="1660"/>
                  </a:lnTo>
                  <a:lnTo>
                    <a:pt x="4334" y="1588"/>
                  </a:lnTo>
                  <a:lnTo>
                    <a:pt x="4134" y="1503"/>
                  </a:lnTo>
                  <a:lnTo>
                    <a:pt x="3948" y="1417"/>
                  </a:lnTo>
                  <a:lnTo>
                    <a:pt x="3791" y="1317"/>
                  </a:lnTo>
                  <a:lnTo>
                    <a:pt x="3633" y="1202"/>
                  </a:lnTo>
                  <a:lnTo>
                    <a:pt x="3490" y="1102"/>
                  </a:lnTo>
                  <a:lnTo>
                    <a:pt x="3361" y="973"/>
                  </a:lnTo>
                  <a:lnTo>
                    <a:pt x="3118" y="744"/>
                  </a:lnTo>
                  <a:lnTo>
                    <a:pt x="2932" y="516"/>
                  </a:lnTo>
                  <a:lnTo>
                    <a:pt x="2789" y="315"/>
                  </a:lnTo>
                  <a:lnTo>
                    <a:pt x="2689" y="158"/>
                  </a:lnTo>
                  <a:lnTo>
                    <a:pt x="2603" y="1"/>
                  </a:lnTo>
                  <a:close/>
                </a:path>
              </a:pathLst>
            </a:custGeom>
            <a:solidFill>
              <a:srgbClr val="E165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76;p18">
              <a:extLst>
                <a:ext uri="{FF2B5EF4-FFF2-40B4-BE49-F238E27FC236}">
                  <a16:creationId xmlns:a16="http://schemas.microsoft.com/office/drawing/2014/main" id="{990AB2BF-F2F5-2BED-FD7E-A399B2CCA6BF}"/>
                </a:ext>
              </a:extLst>
            </p:cNvPr>
            <p:cNvSpPr/>
            <p:nvPr/>
          </p:nvSpPr>
          <p:spPr>
            <a:xfrm>
              <a:off x="943250" y="3116375"/>
              <a:ext cx="867875" cy="879675"/>
            </a:xfrm>
            <a:custGeom>
              <a:avLst/>
              <a:gdLst/>
              <a:ahLst/>
              <a:cxnLst/>
              <a:rect l="l" t="t" r="r" b="b"/>
              <a:pathLst>
                <a:path w="34715" h="35187" extrusionOk="0">
                  <a:moveTo>
                    <a:pt x="17608" y="0"/>
                  </a:moveTo>
                  <a:lnTo>
                    <a:pt x="16049" y="15"/>
                  </a:lnTo>
                  <a:lnTo>
                    <a:pt x="13675" y="86"/>
                  </a:lnTo>
                  <a:lnTo>
                    <a:pt x="7753" y="287"/>
                  </a:lnTo>
                  <a:lnTo>
                    <a:pt x="2361" y="487"/>
                  </a:lnTo>
                  <a:lnTo>
                    <a:pt x="1" y="573"/>
                  </a:lnTo>
                  <a:lnTo>
                    <a:pt x="15" y="902"/>
                  </a:lnTo>
                  <a:lnTo>
                    <a:pt x="44" y="1273"/>
                  </a:lnTo>
                  <a:lnTo>
                    <a:pt x="115" y="1774"/>
                  </a:lnTo>
                  <a:lnTo>
                    <a:pt x="216" y="2360"/>
                  </a:lnTo>
                  <a:lnTo>
                    <a:pt x="287" y="2689"/>
                  </a:lnTo>
                  <a:lnTo>
                    <a:pt x="373" y="3047"/>
                  </a:lnTo>
                  <a:lnTo>
                    <a:pt x="473" y="3405"/>
                  </a:lnTo>
                  <a:lnTo>
                    <a:pt x="587" y="3776"/>
                  </a:lnTo>
                  <a:lnTo>
                    <a:pt x="716" y="4177"/>
                  </a:lnTo>
                  <a:lnTo>
                    <a:pt x="859" y="4563"/>
                  </a:lnTo>
                  <a:lnTo>
                    <a:pt x="1031" y="4964"/>
                  </a:lnTo>
                  <a:lnTo>
                    <a:pt x="1217" y="5378"/>
                  </a:lnTo>
                  <a:lnTo>
                    <a:pt x="1431" y="5779"/>
                  </a:lnTo>
                  <a:lnTo>
                    <a:pt x="1674" y="6194"/>
                  </a:lnTo>
                  <a:lnTo>
                    <a:pt x="1932" y="6594"/>
                  </a:lnTo>
                  <a:lnTo>
                    <a:pt x="2218" y="6995"/>
                  </a:lnTo>
                  <a:lnTo>
                    <a:pt x="2533" y="7381"/>
                  </a:lnTo>
                  <a:lnTo>
                    <a:pt x="2862" y="7767"/>
                  </a:lnTo>
                  <a:lnTo>
                    <a:pt x="3234" y="8125"/>
                  </a:lnTo>
                  <a:lnTo>
                    <a:pt x="3634" y="8482"/>
                  </a:lnTo>
                  <a:lnTo>
                    <a:pt x="3849" y="8654"/>
                  </a:lnTo>
                  <a:lnTo>
                    <a:pt x="4077" y="8825"/>
                  </a:lnTo>
                  <a:lnTo>
                    <a:pt x="4306" y="8983"/>
                  </a:lnTo>
                  <a:lnTo>
                    <a:pt x="4535" y="9140"/>
                  </a:lnTo>
                  <a:lnTo>
                    <a:pt x="4778" y="9283"/>
                  </a:lnTo>
                  <a:lnTo>
                    <a:pt x="5036" y="9426"/>
                  </a:lnTo>
                  <a:lnTo>
                    <a:pt x="5293" y="9569"/>
                  </a:lnTo>
                  <a:lnTo>
                    <a:pt x="5565" y="9698"/>
                  </a:lnTo>
                  <a:lnTo>
                    <a:pt x="5851" y="9827"/>
                  </a:lnTo>
                  <a:lnTo>
                    <a:pt x="6137" y="9941"/>
                  </a:lnTo>
                  <a:lnTo>
                    <a:pt x="6437" y="10056"/>
                  </a:lnTo>
                  <a:lnTo>
                    <a:pt x="6752" y="10156"/>
                  </a:lnTo>
                  <a:lnTo>
                    <a:pt x="6981" y="10227"/>
                  </a:lnTo>
                  <a:lnTo>
                    <a:pt x="7224" y="10284"/>
                  </a:lnTo>
                  <a:lnTo>
                    <a:pt x="7496" y="10342"/>
                  </a:lnTo>
                  <a:lnTo>
                    <a:pt x="7796" y="10384"/>
                  </a:lnTo>
                  <a:lnTo>
                    <a:pt x="8454" y="10470"/>
                  </a:lnTo>
                  <a:lnTo>
                    <a:pt x="9169" y="10542"/>
                  </a:lnTo>
                  <a:lnTo>
                    <a:pt x="9942" y="10599"/>
                  </a:lnTo>
                  <a:lnTo>
                    <a:pt x="10771" y="10656"/>
                  </a:lnTo>
                  <a:lnTo>
                    <a:pt x="12473" y="10742"/>
                  </a:lnTo>
                  <a:lnTo>
                    <a:pt x="14190" y="10814"/>
                  </a:lnTo>
                  <a:lnTo>
                    <a:pt x="15019" y="10856"/>
                  </a:lnTo>
                  <a:lnTo>
                    <a:pt x="15820" y="10914"/>
                  </a:lnTo>
                  <a:lnTo>
                    <a:pt x="16550" y="10971"/>
                  </a:lnTo>
                  <a:lnTo>
                    <a:pt x="17236" y="11042"/>
                  </a:lnTo>
                  <a:lnTo>
                    <a:pt x="17823" y="11128"/>
                  </a:lnTo>
                  <a:lnTo>
                    <a:pt x="18095" y="11185"/>
                  </a:lnTo>
                  <a:lnTo>
                    <a:pt x="18338" y="11228"/>
                  </a:lnTo>
                  <a:lnTo>
                    <a:pt x="18424" y="11257"/>
                  </a:lnTo>
                  <a:lnTo>
                    <a:pt x="18495" y="11300"/>
                  </a:lnTo>
                  <a:lnTo>
                    <a:pt x="18581" y="11343"/>
                  </a:lnTo>
                  <a:lnTo>
                    <a:pt x="18652" y="11386"/>
                  </a:lnTo>
                  <a:lnTo>
                    <a:pt x="18767" y="11500"/>
                  </a:lnTo>
                  <a:lnTo>
                    <a:pt x="18881" y="11643"/>
                  </a:lnTo>
                  <a:lnTo>
                    <a:pt x="18967" y="11815"/>
                  </a:lnTo>
                  <a:lnTo>
                    <a:pt x="19024" y="12001"/>
                  </a:lnTo>
                  <a:lnTo>
                    <a:pt x="19081" y="12215"/>
                  </a:lnTo>
                  <a:lnTo>
                    <a:pt x="19110" y="12444"/>
                  </a:lnTo>
                  <a:lnTo>
                    <a:pt x="19139" y="12687"/>
                  </a:lnTo>
                  <a:lnTo>
                    <a:pt x="19153" y="12945"/>
                  </a:lnTo>
                  <a:lnTo>
                    <a:pt x="19139" y="13202"/>
                  </a:lnTo>
                  <a:lnTo>
                    <a:pt x="19124" y="13474"/>
                  </a:lnTo>
                  <a:lnTo>
                    <a:pt x="19096" y="13760"/>
                  </a:lnTo>
                  <a:lnTo>
                    <a:pt x="19067" y="14046"/>
                  </a:lnTo>
                  <a:lnTo>
                    <a:pt x="18981" y="14633"/>
                  </a:lnTo>
                  <a:lnTo>
                    <a:pt x="18867" y="15205"/>
                  </a:lnTo>
                  <a:lnTo>
                    <a:pt x="18738" y="15762"/>
                  </a:lnTo>
                  <a:lnTo>
                    <a:pt x="18609" y="16277"/>
                  </a:lnTo>
                  <a:lnTo>
                    <a:pt x="18481" y="16735"/>
                  </a:lnTo>
                  <a:lnTo>
                    <a:pt x="18266" y="17407"/>
                  </a:lnTo>
                  <a:lnTo>
                    <a:pt x="18180" y="17665"/>
                  </a:lnTo>
                  <a:lnTo>
                    <a:pt x="17994" y="18366"/>
                  </a:lnTo>
                  <a:lnTo>
                    <a:pt x="17809" y="19081"/>
                  </a:lnTo>
                  <a:lnTo>
                    <a:pt x="17480" y="20497"/>
                  </a:lnTo>
                  <a:lnTo>
                    <a:pt x="17165" y="21913"/>
                  </a:lnTo>
                  <a:lnTo>
                    <a:pt x="16879" y="23314"/>
                  </a:lnTo>
                  <a:lnTo>
                    <a:pt x="16636" y="24702"/>
                  </a:lnTo>
                  <a:lnTo>
                    <a:pt x="16407" y="26032"/>
                  </a:lnTo>
                  <a:lnTo>
                    <a:pt x="16207" y="27319"/>
                  </a:lnTo>
                  <a:lnTo>
                    <a:pt x="16035" y="28535"/>
                  </a:lnTo>
                  <a:lnTo>
                    <a:pt x="15892" y="29694"/>
                  </a:lnTo>
                  <a:lnTo>
                    <a:pt x="15763" y="30738"/>
                  </a:lnTo>
                  <a:lnTo>
                    <a:pt x="15663" y="31696"/>
                  </a:lnTo>
                  <a:lnTo>
                    <a:pt x="15577" y="32540"/>
                  </a:lnTo>
                  <a:lnTo>
                    <a:pt x="15463" y="33827"/>
                  </a:lnTo>
                  <a:lnTo>
                    <a:pt x="15448" y="34242"/>
                  </a:lnTo>
                  <a:lnTo>
                    <a:pt x="15434" y="34500"/>
                  </a:lnTo>
                  <a:lnTo>
                    <a:pt x="15448" y="34585"/>
                  </a:lnTo>
                  <a:lnTo>
                    <a:pt x="15491" y="34657"/>
                  </a:lnTo>
                  <a:lnTo>
                    <a:pt x="15549" y="34728"/>
                  </a:lnTo>
                  <a:lnTo>
                    <a:pt x="15634" y="34800"/>
                  </a:lnTo>
                  <a:lnTo>
                    <a:pt x="15735" y="34857"/>
                  </a:lnTo>
                  <a:lnTo>
                    <a:pt x="15863" y="34900"/>
                  </a:lnTo>
                  <a:lnTo>
                    <a:pt x="15992" y="34943"/>
                  </a:lnTo>
                  <a:lnTo>
                    <a:pt x="16149" y="34986"/>
                  </a:lnTo>
                  <a:lnTo>
                    <a:pt x="16493" y="35057"/>
                  </a:lnTo>
                  <a:lnTo>
                    <a:pt x="16893" y="35115"/>
                  </a:lnTo>
                  <a:lnTo>
                    <a:pt x="17308" y="35143"/>
                  </a:lnTo>
                  <a:lnTo>
                    <a:pt x="17723" y="35172"/>
                  </a:lnTo>
                  <a:lnTo>
                    <a:pt x="18152" y="35172"/>
                  </a:lnTo>
                  <a:lnTo>
                    <a:pt x="18567" y="35186"/>
                  </a:lnTo>
                  <a:lnTo>
                    <a:pt x="19310" y="35172"/>
                  </a:lnTo>
                  <a:lnTo>
                    <a:pt x="20026" y="35143"/>
                  </a:lnTo>
                  <a:lnTo>
                    <a:pt x="22886" y="27362"/>
                  </a:lnTo>
                  <a:lnTo>
                    <a:pt x="25003" y="21627"/>
                  </a:lnTo>
                  <a:lnTo>
                    <a:pt x="25818" y="19481"/>
                  </a:lnTo>
                  <a:lnTo>
                    <a:pt x="26290" y="18237"/>
                  </a:lnTo>
                  <a:lnTo>
                    <a:pt x="26348" y="18094"/>
                  </a:lnTo>
                  <a:lnTo>
                    <a:pt x="26162" y="19553"/>
                  </a:lnTo>
                  <a:lnTo>
                    <a:pt x="25933" y="21670"/>
                  </a:lnTo>
                  <a:lnTo>
                    <a:pt x="25675" y="24216"/>
                  </a:lnTo>
                  <a:lnTo>
                    <a:pt x="25561" y="25574"/>
                  </a:lnTo>
                  <a:lnTo>
                    <a:pt x="25446" y="26933"/>
                  </a:lnTo>
                  <a:lnTo>
                    <a:pt x="25332" y="28292"/>
                  </a:lnTo>
                  <a:lnTo>
                    <a:pt x="25246" y="29579"/>
                  </a:lnTo>
                  <a:lnTo>
                    <a:pt x="25175" y="30795"/>
                  </a:lnTo>
                  <a:lnTo>
                    <a:pt x="25132" y="31882"/>
                  </a:lnTo>
                  <a:lnTo>
                    <a:pt x="25117" y="32840"/>
                  </a:lnTo>
                  <a:lnTo>
                    <a:pt x="25117" y="33255"/>
                  </a:lnTo>
                  <a:lnTo>
                    <a:pt x="25132" y="33613"/>
                  </a:lnTo>
                  <a:lnTo>
                    <a:pt x="25146" y="33927"/>
                  </a:lnTo>
                  <a:lnTo>
                    <a:pt x="25189" y="34185"/>
                  </a:lnTo>
                  <a:lnTo>
                    <a:pt x="25218" y="34371"/>
                  </a:lnTo>
                  <a:lnTo>
                    <a:pt x="25275" y="34500"/>
                  </a:lnTo>
                  <a:lnTo>
                    <a:pt x="25346" y="34600"/>
                  </a:lnTo>
                  <a:lnTo>
                    <a:pt x="25432" y="34671"/>
                  </a:lnTo>
                  <a:lnTo>
                    <a:pt x="25547" y="34757"/>
                  </a:lnTo>
                  <a:lnTo>
                    <a:pt x="25661" y="34814"/>
                  </a:lnTo>
                  <a:lnTo>
                    <a:pt x="25818" y="34871"/>
                  </a:lnTo>
                  <a:lnTo>
                    <a:pt x="25976" y="34914"/>
                  </a:lnTo>
                  <a:lnTo>
                    <a:pt x="26147" y="34943"/>
                  </a:lnTo>
                  <a:lnTo>
                    <a:pt x="26333" y="34972"/>
                  </a:lnTo>
                  <a:lnTo>
                    <a:pt x="26734" y="35014"/>
                  </a:lnTo>
                  <a:lnTo>
                    <a:pt x="27177" y="35029"/>
                  </a:lnTo>
                  <a:lnTo>
                    <a:pt x="27621" y="35029"/>
                  </a:lnTo>
                  <a:lnTo>
                    <a:pt x="28078" y="35000"/>
                  </a:lnTo>
                  <a:lnTo>
                    <a:pt x="28536" y="34972"/>
                  </a:lnTo>
                  <a:lnTo>
                    <a:pt x="28965" y="34929"/>
                  </a:lnTo>
                  <a:lnTo>
                    <a:pt x="29709" y="34843"/>
                  </a:lnTo>
                  <a:lnTo>
                    <a:pt x="30238" y="34757"/>
                  </a:lnTo>
                  <a:lnTo>
                    <a:pt x="30438" y="34728"/>
                  </a:lnTo>
                  <a:lnTo>
                    <a:pt x="30953" y="31982"/>
                  </a:lnTo>
                  <a:lnTo>
                    <a:pt x="32097" y="25789"/>
                  </a:lnTo>
                  <a:lnTo>
                    <a:pt x="32727" y="22356"/>
                  </a:lnTo>
                  <a:lnTo>
                    <a:pt x="33285" y="19224"/>
                  </a:lnTo>
                  <a:lnTo>
                    <a:pt x="33714" y="16778"/>
                  </a:lnTo>
                  <a:lnTo>
                    <a:pt x="33857" y="15934"/>
                  </a:lnTo>
                  <a:lnTo>
                    <a:pt x="33943" y="15405"/>
                  </a:lnTo>
                  <a:lnTo>
                    <a:pt x="34100" y="14718"/>
                  </a:lnTo>
                  <a:lnTo>
                    <a:pt x="34243" y="13960"/>
                  </a:lnTo>
                  <a:lnTo>
                    <a:pt x="34386" y="13174"/>
                  </a:lnTo>
                  <a:lnTo>
                    <a:pt x="34515" y="12330"/>
                  </a:lnTo>
                  <a:lnTo>
                    <a:pt x="34615" y="11472"/>
                  </a:lnTo>
                  <a:lnTo>
                    <a:pt x="34658" y="11042"/>
                  </a:lnTo>
                  <a:lnTo>
                    <a:pt x="34686" y="10613"/>
                  </a:lnTo>
                  <a:lnTo>
                    <a:pt x="34715" y="10170"/>
                  </a:lnTo>
                  <a:lnTo>
                    <a:pt x="34715" y="9741"/>
                  </a:lnTo>
                  <a:lnTo>
                    <a:pt x="34715" y="9312"/>
                  </a:lnTo>
                  <a:lnTo>
                    <a:pt x="34715" y="8883"/>
                  </a:lnTo>
                  <a:lnTo>
                    <a:pt x="34686" y="8468"/>
                  </a:lnTo>
                  <a:lnTo>
                    <a:pt x="34643" y="8053"/>
                  </a:lnTo>
                  <a:lnTo>
                    <a:pt x="34586" y="7638"/>
                  </a:lnTo>
                  <a:lnTo>
                    <a:pt x="34515" y="7252"/>
                  </a:lnTo>
                  <a:lnTo>
                    <a:pt x="34429" y="6866"/>
                  </a:lnTo>
                  <a:lnTo>
                    <a:pt x="34329" y="6494"/>
                  </a:lnTo>
                  <a:lnTo>
                    <a:pt x="34200" y="6151"/>
                  </a:lnTo>
                  <a:lnTo>
                    <a:pt x="34057" y="5807"/>
                  </a:lnTo>
                  <a:lnTo>
                    <a:pt x="33900" y="5493"/>
                  </a:lnTo>
                  <a:lnTo>
                    <a:pt x="33714" y="5192"/>
                  </a:lnTo>
                  <a:lnTo>
                    <a:pt x="33513" y="4906"/>
                  </a:lnTo>
                  <a:lnTo>
                    <a:pt x="33285" y="4649"/>
                  </a:lnTo>
                  <a:lnTo>
                    <a:pt x="33156" y="4535"/>
                  </a:lnTo>
                  <a:lnTo>
                    <a:pt x="33027" y="4420"/>
                  </a:lnTo>
                  <a:lnTo>
                    <a:pt x="32898" y="4320"/>
                  </a:lnTo>
                  <a:lnTo>
                    <a:pt x="32755" y="4220"/>
                  </a:lnTo>
                  <a:lnTo>
                    <a:pt x="32598" y="4120"/>
                  </a:lnTo>
                  <a:lnTo>
                    <a:pt x="32455" y="4034"/>
                  </a:lnTo>
                  <a:lnTo>
                    <a:pt x="32283" y="3948"/>
                  </a:lnTo>
                  <a:lnTo>
                    <a:pt x="32126" y="3877"/>
                  </a:lnTo>
                  <a:lnTo>
                    <a:pt x="30810" y="3362"/>
                  </a:lnTo>
                  <a:lnTo>
                    <a:pt x="29551" y="2890"/>
                  </a:lnTo>
                  <a:lnTo>
                    <a:pt x="28350" y="2446"/>
                  </a:lnTo>
                  <a:lnTo>
                    <a:pt x="27220" y="2060"/>
                  </a:lnTo>
                  <a:lnTo>
                    <a:pt x="26133" y="1703"/>
                  </a:lnTo>
                  <a:lnTo>
                    <a:pt x="25103" y="1388"/>
                  </a:lnTo>
                  <a:lnTo>
                    <a:pt x="24131" y="1102"/>
                  </a:lnTo>
                  <a:lnTo>
                    <a:pt x="23215" y="859"/>
                  </a:lnTo>
                  <a:lnTo>
                    <a:pt x="22343" y="644"/>
                  </a:lnTo>
                  <a:lnTo>
                    <a:pt x="21527" y="458"/>
                  </a:lnTo>
                  <a:lnTo>
                    <a:pt x="20755" y="315"/>
                  </a:lnTo>
                  <a:lnTo>
                    <a:pt x="20040" y="201"/>
                  </a:lnTo>
                  <a:lnTo>
                    <a:pt x="19368" y="101"/>
                  </a:lnTo>
                  <a:lnTo>
                    <a:pt x="18738" y="43"/>
                  </a:lnTo>
                  <a:lnTo>
                    <a:pt x="18152" y="15"/>
                  </a:lnTo>
                  <a:lnTo>
                    <a:pt x="176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77;p18">
              <a:extLst>
                <a:ext uri="{FF2B5EF4-FFF2-40B4-BE49-F238E27FC236}">
                  <a16:creationId xmlns:a16="http://schemas.microsoft.com/office/drawing/2014/main" id="{2F771C7A-D397-C6B8-F4FB-FB32533D54FC}"/>
                </a:ext>
              </a:extLst>
            </p:cNvPr>
            <p:cNvSpPr/>
            <p:nvPr/>
          </p:nvSpPr>
          <p:spPr>
            <a:xfrm>
              <a:off x="943250" y="3116375"/>
              <a:ext cx="867875" cy="879675"/>
            </a:xfrm>
            <a:custGeom>
              <a:avLst/>
              <a:gdLst/>
              <a:ahLst/>
              <a:cxnLst/>
              <a:rect l="l" t="t" r="r" b="b"/>
              <a:pathLst>
                <a:path w="34715" h="35187" fill="none" extrusionOk="0">
                  <a:moveTo>
                    <a:pt x="32126" y="3877"/>
                  </a:moveTo>
                  <a:lnTo>
                    <a:pt x="32126" y="3877"/>
                  </a:lnTo>
                  <a:lnTo>
                    <a:pt x="30810" y="3362"/>
                  </a:lnTo>
                  <a:lnTo>
                    <a:pt x="29551" y="2890"/>
                  </a:lnTo>
                  <a:lnTo>
                    <a:pt x="28350" y="2446"/>
                  </a:lnTo>
                  <a:lnTo>
                    <a:pt x="27220" y="2060"/>
                  </a:lnTo>
                  <a:lnTo>
                    <a:pt x="26133" y="1703"/>
                  </a:lnTo>
                  <a:lnTo>
                    <a:pt x="25103" y="1388"/>
                  </a:lnTo>
                  <a:lnTo>
                    <a:pt x="24131" y="1102"/>
                  </a:lnTo>
                  <a:lnTo>
                    <a:pt x="23215" y="859"/>
                  </a:lnTo>
                  <a:lnTo>
                    <a:pt x="22343" y="644"/>
                  </a:lnTo>
                  <a:lnTo>
                    <a:pt x="21527" y="458"/>
                  </a:lnTo>
                  <a:lnTo>
                    <a:pt x="20755" y="315"/>
                  </a:lnTo>
                  <a:lnTo>
                    <a:pt x="20040" y="201"/>
                  </a:lnTo>
                  <a:lnTo>
                    <a:pt x="19368" y="101"/>
                  </a:lnTo>
                  <a:lnTo>
                    <a:pt x="18738" y="43"/>
                  </a:lnTo>
                  <a:lnTo>
                    <a:pt x="18152" y="15"/>
                  </a:lnTo>
                  <a:lnTo>
                    <a:pt x="17608" y="0"/>
                  </a:lnTo>
                  <a:lnTo>
                    <a:pt x="17608" y="0"/>
                  </a:lnTo>
                  <a:lnTo>
                    <a:pt x="16049" y="15"/>
                  </a:lnTo>
                  <a:lnTo>
                    <a:pt x="13675" y="86"/>
                  </a:lnTo>
                  <a:lnTo>
                    <a:pt x="7753" y="287"/>
                  </a:lnTo>
                  <a:lnTo>
                    <a:pt x="2361" y="487"/>
                  </a:lnTo>
                  <a:lnTo>
                    <a:pt x="1" y="573"/>
                  </a:lnTo>
                  <a:lnTo>
                    <a:pt x="1" y="573"/>
                  </a:lnTo>
                  <a:lnTo>
                    <a:pt x="15" y="902"/>
                  </a:lnTo>
                  <a:lnTo>
                    <a:pt x="44" y="1273"/>
                  </a:lnTo>
                  <a:lnTo>
                    <a:pt x="115" y="1774"/>
                  </a:lnTo>
                  <a:lnTo>
                    <a:pt x="216" y="2360"/>
                  </a:lnTo>
                  <a:lnTo>
                    <a:pt x="287" y="2689"/>
                  </a:lnTo>
                  <a:lnTo>
                    <a:pt x="373" y="3047"/>
                  </a:lnTo>
                  <a:lnTo>
                    <a:pt x="473" y="3405"/>
                  </a:lnTo>
                  <a:lnTo>
                    <a:pt x="587" y="3776"/>
                  </a:lnTo>
                  <a:lnTo>
                    <a:pt x="716" y="4177"/>
                  </a:lnTo>
                  <a:lnTo>
                    <a:pt x="859" y="4563"/>
                  </a:lnTo>
                  <a:lnTo>
                    <a:pt x="1031" y="4964"/>
                  </a:lnTo>
                  <a:lnTo>
                    <a:pt x="1217" y="5378"/>
                  </a:lnTo>
                  <a:lnTo>
                    <a:pt x="1431" y="5779"/>
                  </a:lnTo>
                  <a:lnTo>
                    <a:pt x="1674" y="6194"/>
                  </a:lnTo>
                  <a:lnTo>
                    <a:pt x="1932" y="6594"/>
                  </a:lnTo>
                  <a:lnTo>
                    <a:pt x="2218" y="6995"/>
                  </a:lnTo>
                  <a:lnTo>
                    <a:pt x="2533" y="7381"/>
                  </a:lnTo>
                  <a:lnTo>
                    <a:pt x="2862" y="7767"/>
                  </a:lnTo>
                  <a:lnTo>
                    <a:pt x="3234" y="8125"/>
                  </a:lnTo>
                  <a:lnTo>
                    <a:pt x="3634" y="8482"/>
                  </a:lnTo>
                  <a:lnTo>
                    <a:pt x="3849" y="8654"/>
                  </a:lnTo>
                  <a:lnTo>
                    <a:pt x="4077" y="8825"/>
                  </a:lnTo>
                  <a:lnTo>
                    <a:pt x="4306" y="8983"/>
                  </a:lnTo>
                  <a:lnTo>
                    <a:pt x="4535" y="9140"/>
                  </a:lnTo>
                  <a:lnTo>
                    <a:pt x="4778" y="9283"/>
                  </a:lnTo>
                  <a:lnTo>
                    <a:pt x="5036" y="9426"/>
                  </a:lnTo>
                  <a:lnTo>
                    <a:pt x="5293" y="9569"/>
                  </a:lnTo>
                  <a:lnTo>
                    <a:pt x="5565" y="9698"/>
                  </a:lnTo>
                  <a:lnTo>
                    <a:pt x="5851" y="9827"/>
                  </a:lnTo>
                  <a:lnTo>
                    <a:pt x="6137" y="9941"/>
                  </a:lnTo>
                  <a:lnTo>
                    <a:pt x="6437" y="10056"/>
                  </a:lnTo>
                  <a:lnTo>
                    <a:pt x="6752" y="10156"/>
                  </a:lnTo>
                  <a:lnTo>
                    <a:pt x="6752" y="10156"/>
                  </a:lnTo>
                  <a:lnTo>
                    <a:pt x="6981" y="10227"/>
                  </a:lnTo>
                  <a:lnTo>
                    <a:pt x="7224" y="10284"/>
                  </a:lnTo>
                  <a:lnTo>
                    <a:pt x="7496" y="10342"/>
                  </a:lnTo>
                  <a:lnTo>
                    <a:pt x="7796" y="10384"/>
                  </a:lnTo>
                  <a:lnTo>
                    <a:pt x="8454" y="10470"/>
                  </a:lnTo>
                  <a:lnTo>
                    <a:pt x="9169" y="10542"/>
                  </a:lnTo>
                  <a:lnTo>
                    <a:pt x="9942" y="10599"/>
                  </a:lnTo>
                  <a:lnTo>
                    <a:pt x="10771" y="10656"/>
                  </a:lnTo>
                  <a:lnTo>
                    <a:pt x="12473" y="10742"/>
                  </a:lnTo>
                  <a:lnTo>
                    <a:pt x="14190" y="10814"/>
                  </a:lnTo>
                  <a:lnTo>
                    <a:pt x="15019" y="10856"/>
                  </a:lnTo>
                  <a:lnTo>
                    <a:pt x="15820" y="10914"/>
                  </a:lnTo>
                  <a:lnTo>
                    <a:pt x="16550" y="10971"/>
                  </a:lnTo>
                  <a:lnTo>
                    <a:pt x="17236" y="11042"/>
                  </a:lnTo>
                  <a:lnTo>
                    <a:pt x="17823" y="11128"/>
                  </a:lnTo>
                  <a:lnTo>
                    <a:pt x="18095" y="11185"/>
                  </a:lnTo>
                  <a:lnTo>
                    <a:pt x="18338" y="11228"/>
                  </a:lnTo>
                  <a:lnTo>
                    <a:pt x="18338" y="11228"/>
                  </a:lnTo>
                  <a:lnTo>
                    <a:pt x="18424" y="11257"/>
                  </a:lnTo>
                  <a:lnTo>
                    <a:pt x="18495" y="11300"/>
                  </a:lnTo>
                  <a:lnTo>
                    <a:pt x="18581" y="11343"/>
                  </a:lnTo>
                  <a:lnTo>
                    <a:pt x="18652" y="11386"/>
                  </a:lnTo>
                  <a:lnTo>
                    <a:pt x="18767" y="11500"/>
                  </a:lnTo>
                  <a:lnTo>
                    <a:pt x="18881" y="11643"/>
                  </a:lnTo>
                  <a:lnTo>
                    <a:pt x="18967" y="11815"/>
                  </a:lnTo>
                  <a:lnTo>
                    <a:pt x="19024" y="12001"/>
                  </a:lnTo>
                  <a:lnTo>
                    <a:pt x="19081" y="12215"/>
                  </a:lnTo>
                  <a:lnTo>
                    <a:pt x="19110" y="12444"/>
                  </a:lnTo>
                  <a:lnTo>
                    <a:pt x="19139" y="12687"/>
                  </a:lnTo>
                  <a:lnTo>
                    <a:pt x="19153" y="12945"/>
                  </a:lnTo>
                  <a:lnTo>
                    <a:pt x="19139" y="13202"/>
                  </a:lnTo>
                  <a:lnTo>
                    <a:pt x="19124" y="13474"/>
                  </a:lnTo>
                  <a:lnTo>
                    <a:pt x="19096" y="13760"/>
                  </a:lnTo>
                  <a:lnTo>
                    <a:pt x="19067" y="14046"/>
                  </a:lnTo>
                  <a:lnTo>
                    <a:pt x="18981" y="14633"/>
                  </a:lnTo>
                  <a:lnTo>
                    <a:pt x="18867" y="15205"/>
                  </a:lnTo>
                  <a:lnTo>
                    <a:pt x="18738" y="15762"/>
                  </a:lnTo>
                  <a:lnTo>
                    <a:pt x="18609" y="16277"/>
                  </a:lnTo>
                  <a:lnTo>
                    <a:pt x="18481" y="16735"/>
                  </a:lnTo>
                  <a:lnTo>
                    <a:pt x="18266" y="17407"/>
                  </a:lnTo>
                  <a:lnTo>
                    <a:pt x="18180" y="17665"/>
                  </a:lnTo>
                  <a:lnTo>
                    <a:pt x="18180" y="17665"/>
                  </a:lnTo>
                  <a:lnTo>
                    <a:pt x="17994" y="18366"/>
                  </a:lnTo>
                  <a:lnTo>
                    <a:pt x="17809" y="19081"/>
                  </a:lnTo>
                  <a:lnTo>
                    <a:pt x="17480" y="20497"/>
                  </a:lnTo>
                  <a:lnTo>
                    <a:pt x="17165" y="21913"/>
                  </a:lnTo>
                  <a:lnTo>
                    <a:pt x="16879" y="23314"/>
                  </a:lnTo>
                  <a:lnTo>
                    <a:pt x="16636" y="24702"/>
                  </a:lnTo>
                  <a:lnTo>
                    <a:pt x="16407" y="26032"/>
                  </a:lnTo>
                  <a:lnTo>
                    <a:pt x="16207" y="27319"/>
                  </a:lnTo>
                  <a:lnTo>
                    <a:pt x="16035" y="28535"/>
                  </a:lnTo>
                  <a:lnTo>
                    <a:pt x="15892" y="29694"/>
                  </a:lnTo>
                  <a:lnTo>
                    <a:pt x="15763" y="30738"/>
                  </a:lnTo>
                  <a:lnTo>
                    <a:pt x="15663" y="31696"/>
                  </a:lnTo>
                  <a:lnTo>
                    <a:pt x="15577" y="32540"/>
                  </a:lnTo>
                  <a:lnTo>
                    <a:pt x="15463" y="33827"/>
                  </a:lnTo>
                  <a:lnTo>
                    <a:pt x="15448" y="34242"/>
                  </a:lnTo>
                  <a:lnTo>
                    <a:pt x="15434" y="34500"/>
                  </a:lnTo>
                  <a:lnTo>
                    <a:pt x="15434" y="34500"/>
                  </a:lnTo>
                  <a:lnTo>
                    <a:pt x="15448" y="34585"/>
                  </a:lnTo>
                  <a:lnTo>
                    <a:pt x="15491" y="34657"/>
                  </a:lnTo>
                  <a:lnTo>
                    <a:pt x="15549" y="34728"/>
                  </a:lnTo>
                  <a:lnTo>
                    <a:pt x="15634" y="34800"/>
                  </a:lnTo>
                  <a:lnTo>
                    <a:pt x="15735" y="34857"/>
                  </a:lnTo>
                  <a:lnTo>
                    <a:pt x="15863" y="34900"/>
                  </a:lnTo>
                  <a:lnTo>
                    <a:pt x="15992" y="34943"/>
                  </a:lnTo>
                  <a:lnTo>
                    <a:pt x="16149" y="34986"/>
                  </a:lnTo>
                  <a:lnTo>
                    <a:pt x="16493" y="35057"/>
                  </a:lnTo>
                  <a:lnTo>
                    <a:pt x="16893" y="35115"/>
                  </a:lnTo>
                  <a:lnTo>
                    <a:pt x="17308" y="35143"/>
                  </a:lnTo>
                  <a:lnTo>
                    <a:pt x="17723" y="35172"/>
                  </a:lnTo>
                  <a:lnTo>
                    <a:pt x="18152" y="35172"/>
                  </a:lnTo>
                  <a:lnTo>
                    <a:pt x="18567" y="35186"/>
                  </a:lnTo>
                  <a:lnTo>
                    <a:pt x="19310" y="35172"/>
                  </a:lnTo>
                  <a:lnTo>
                    <a:pt x="20026" y="35143"/>
                  </a:lnTo>
                  <a:lnTo>
                    <a:pt x="20026" y="35143"/>
                  </a:lnTo>
                  <a:lnTo>
                    <a:pt x="22886" y="27362"/>
                  </a:lnTo>
                  <a:lnTo>
                    <a:pt x="25003" y="21627"/>
                  </a:lnTo>
                  <a:lnTo>
                    <a:pt x="25818" y="19481"/>
                  </a:lnTo>
                  <a:lnTo>
                    <a:pt x="26290" y="18237"/>
                  </a:lnTo>
                  <a:lnTo>
                    <a:pt x="26290" y="18237"/>
                  </a:lnTo>
                  <a:lnTo>
                    <a:pt x="26348" y="18094"/>
                  </a:lnTo>
                  <a:lnTo>
                    <a:pt x="26348" y="18094"/>
                  </a:lnTo>
                  <a:lnTo>
                    <a:pt x="26162" y="19553"/>
                  </a:lnTo>
                  <a:lnTo>
                    <a:pt x="25933" y="21670"/>
                  </a:lnTo>
                  <a:lnTo>
                    <a:pt x="25675" y="24216"/>
                  </a:lnTo>
                  <a:lnTo>
                    <a:pt x="25561" y="25574"/>
                  </a:lnTo>
                  <a:lnTo>
                    <a:pt x="25446" y="26933"/>
                  </a:lnTo>
                  <a:lnTo>
                    <a:pt x="25332" y="28292"/>
                  </a:lnTo>
                  <a:lnTo>
                    <a:pt x="25246" y="29579"/>
                  </a:lnTo>
                  <a:lnTo>
                    <a:pt x="25175" y="30795"/>
                  </a:lnTo>
                  <a:lnTo>
                    <a:pt x="25132" y="31882"/>
                  </a:lnTo>
                  <a:lnTo>
                    <a:pt x="25117" y="32840"/>
                  </a:lnTo>
                  <a:lnTo>
                    <a:pt x="25117" y="33255"/>
                  </a:lnTo>
                  <a:lnTo>
                    <a:pt x="25132" y="33613"/>
                  </a:lnTo>
                  <a:lnTo>
                    <a:pt x="25146" y="33927"/>
                  </a:lnTo>
                  <a:lnTo>
                    <a:pt x="25189" y="34185"/>
                  </a:lnTo>
                  <a:lnTo>
                    <a:pt x="25218" y="34371"/>
                  </a:lnTo>
                  <a:lnTo>
                    <a:pt x="25275" y="34500"/>
                  </a:lnTo>
                  <a:lnTo>
                    <a:pt x="25275" y="34500"/>
                  </a:lnTo>
                  <a:lnTo>
                    <a:pt x="25346" y="34600"/>
                  </a:lnTo>
                  <a:lnTo>
                    <a:pt x="25432" y="34671"/>
                  </a:lnTo>
                  <a:lnTo>
                    <a:pt x="25547" y="34757"/>
                  </a:lnTo>
                  <a:lnTo>
                    <a:pt x="25661" y="34814"/>
                  </a:lnTo>
                  <a:lnTo>
                    <a:pt x="25818" y="34871"/>
                  </a:lnTo>
                  <a:lnTo>
                    <a:pt x="25976" y="34914"/>
                  </a:lnTo>
                  <a:lnTo>
                    <a:pt x="26147" y="34943"/>
                  </a:lnTo>
                  <a:lnTo>
                    <a:pt x="26333" y="34972"/>
                  </a:lnTo>
                  <a:lnTo>
                    <a:pt x="26734" y="35014"/>
                  </a:lnTo>
                  <a:lnTo>
                    <a:pt x="27177" y="35029"/>
                  </a:lnTo>
                  <a:lnTo>
                    <a:pt x="27621" y="35029"/>
                  </a:lnTo>
                  <a:lnTo>
                    <a:pt x="28078" y="35000"/>
                  </a:lnTo>
                  <a:lnTo>
                    <a:pt x="28536" y="34972"/>
                  </a:lnTo>
                  <a:lnTo>
                    <a:pt x="28965" y="34929"/>
                  </a:lnTo>
                  <a:lnTo>
                    <a:pt x="29709" y="34843"/>
                  </a:lnTo>
                  <a:lnTo>
                    <a:pt x="30238" y="34757"/>
                  </a:lnTo>
                  <a:lnTo>
                    <a:pt x="30438" y="34728"/>
                  </a:lnTo>
                  <a:lnTo>
                    <a:pt x="30438" y="34728"/>
                  </a:lnTo>
                  <a:lnTo>
                    <a:pt x="30953" y="31982"/>
                  </a:lnTo>
                  <a:lnTo>
                    <a:pt x="32097" y="25789"/>
                  </a:lnTo>
                  <a:lnTo>
                    <a:pt x="32727" y="22356"/>
                  </a:lnTo>
                  <a:lnTo>
                    <a:pt x="33285" y="19224"/>
                  </a:lnTo>
                  <a:lnTo>
                    <a:pt x="33714" y="16778"/>
                  </a:lnTo>
                  <a:lnTo>
                    <a:pt x="33857" y="15934"/>
                  </a:lnTo>
                  <a:lnTo>
                    <a:pt x="33943" y="15405"/>
                  </a:lnTo>
                  <a:lnTo>
                    <a:pt x="33943" y="15405"/>
                  </a:lnTo>
                  <a:lnTo>
                    <a:pt x="33943" y="15405"/>
                  </a:lnTo>
                  <a:lnTo>
                    <a:pt x="34100" y="14718"/>
                  </a:lnTo>
                  <a:lnTo>
                    <a:pt x="34243" y="13960"/>
                  </a:lnTo>
                  <a:lnTo>
                    <a:pt x="34386" y="13174"/>
                  </a:lnTo>
                  <a:lnTo>
                    <a:pt x="34515" y="12330"/>
                  </a:lnTo>
                  <a:lnTo>
                    <a:pt x="34615" y="11472"/>
                  </a:lnTo>
                  <a:lnTo>
                    <a:pt x="34658" y="11042"/>
                  </a:lnTo>
                  <a:lnTo>
                    <a:pt x="34686" y="10613"/>
                  </a:lnTo>
                  <a:lnTo>
                    <a:pt x="34715" y="10170"/>
                  </a:lnTo>
                  <a:lnTo>
                    <a:pt x="34715" y="9741"/>
                  </a:lnTo>
                  <a:lnTo>
                    <a:pt x="34715" y="9312"/>
                  </a:lnTo>
                  <a:lnTo>
                    <a:pt x="34715" y="8883"/>
                  </a:lnTo>
                  <a:lnTo>
                    <a:pt x="34686" y="8468"/>
                  </a:lnTo>
                  <a:lnTo>
                    <a:pt x="34643" y="8053"/>
                  </a:lnTo>
                  <a:lnTo>
                    <a:pt x="34586" y="7638"/>
                  </a:lnTo>
                  <a:lnTo>
                    <a:pt x="34515" y="7252"/>
                  </a:lnTo>
                  <a:lnTo>
                    <a:pt x="34429" y="6866"/>
                  </a:lnTo>
                  <a:lnTo>
                    <a:pt x="34329" y="6494"/>
                  </a:lnTo>
                  <a:lnTo>
                    <a:pt x="34200" y="6151"/>
                  </a:lnTo>
                  <a:lnTo>
                    <a:pt x="34057" y="5807"/>
                  </a:lnTo>
                  <a:lnTo>
                    <a:pt x="33900" y="5493"/>
                  </a:lnTo>
                  <a:lnTo>
                    <a:pt x="33714" y="5192"/>
                  </a:lnTo>
                  <a:lnTo>
                    <a:pt x="33513" y="4906"/>
                  </a:lnTo>
                  <a:lnTo>
                    <a:pt x="33285" y="4649"/>
                  </a:lnTo>
                  <a:lnTo>
                    <a:pt x="33156" y="4535"/>
                  </a:lnTo>
                  <a:lnTo>
                    <a:pt x="33027" y="4420"/>
                  </a:lnTo>
                  <a:lnTo>
                    <a:pt x="32898" y="4320"/>
                  </a:lnTo>
                  <a:lnTo>
                    <a:pt x="32755" y="4220"/>
                  </a:lnTo>
                  <a:lnTo>
                    <a:pt x="32598" y="4120"/>
                  </a:lnTo>
                  <a:lnTo>
                    <a:pt x="32455" y="4034"/>
                  </a:lnTo>
                  <a:lnTo>
                    <a:pt x="32283" y="3948"/>
                  </a:lnTo>
                  <a:lnTo>
                    <a:pt x="32126" y="387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78;p18">
              <a:extLst>
                <a:ext uri="{FF2B5EF4-FFF2-40B4-BE49-F238E27FC236}">
                  <a16:creationId xmlns:a16="http://schemas.microsoft.com/office/drawing/2014/main" id="{ECE1A4D0-818E-BE44-CF43-A451FB9256D7}"/>
                </a:ext>
              </a:extLst>
            </p:cNvPr>
            <p:cNvSpPr/>
            <p:nvPr/>
          </p:nvSpPr>
          <p:spPr>
            <a:xfrm>
              <a:off x="1485000" y="3209700"/>
              <a:ext cx="187025" cy="362600"/>
            </a:xfrm>
            <a:custGeom>
              <a:avLst/>
              <a:gdLst/>
              <a:ahLst/>
              <a:cxnLst/>
              <a:rect l="l" t="t" r="r" b="b"/>
              <a:pathLst>
                <a:path w="7481" h="14504" extrusionOk="0">
                  <a:moveTo>
                    <a:pt x="0" y="1"/>
                  </a:moveTo>
                  <a:lnTo>
                    <a:pt x="758" y="287"/>
                  </a:lnTo>
                  <a:lnTo>
                    <a:pt x="1559" y="616"/>
                  </a:lnTo>
                  <a:lnTo>
                    <a:pt x="2532" y="1016"/>
                  </a:lnTo>
                  <a:lnTo>
                    <a:pt x="3562" y="1474"/>
                  </a:lnTo>
                  <a:lnTo>
                    <a:pt x="4062" y="1717"/>
                  </a:lnTo>
                  <a:lnTo>
                    <a:pt x="4549" y="1960"/>
                  </a:lnTo>
                  <a:lnTo>
                    <a:pt x="5007" y="2203"/>
                  </a:lnTo>
                  <a:lnTo>
                    <a:pt x="5421" y="2446"/>
                  </a:lnTo>
                  <a:lnTo>
                    <a:pt x="5793" y="2675"/>
                  </a:lnTo>
                  <a:lnTo>
                    <a:pt x="6079" y="2890"/>
                  </a:lnTo>
                  <a:lnTo>
                    <a:pt x="6179" y="2976"/>
                  </a:lnTo>
                  <a:lnTo>
                    <a:pt x="6265" y="3076"/>
                  </a:lnTo>
                  <a:lnTo>
                    <a:pt x="6351" y="3190"/>
                  </a:lnTo>
                  <a:lnTo>
                    <a:pt x="6423" y="3319"/>
                  </a:lnTo>
                  <a:lnTo>
                    <a:pt x="6494" y="3448"/>
                  </a:lnTo>
                  <a:lnTo>
                    <a:pt x="6551" y="3591"/>
                  </a:lnTo>
                  <a:lnTo>
                    <a:pt x="6608" y="3748"/>
                  </a:lnTo>
                  <a:lnTo>
                    <a:pt x="6651" y="3905"/>
                  </a:lnTo>
                  <a:lnTo>
                    <a:pt x="6723" y="4249"/>
                  </a:lnTo>
                  <a:lnTo>
                    <a:pt x="6766" y="4635"/>
                  </a:lnTo>
                  <a:lnTo>
                    <a:pt x="6780" y="5035"/>
                  </a:lnTo>
                  <a:lnTo>
                    <a:pt x="6780" y="5464"/>
                  </a:lnTo>
                  <a:lnTo>
                    <a:pt x="6766" y="5908"/>
                  </a:lnTo>
                  <a:lnTo>
                    <a:pt x="6723" y="6380"/>
                  </a:lnTo>
                  <a:lnTo>
                    <a:pt x="6666" y="6866"/>
                  </a:lnTo>
                  <a:lnTo>
                    <a:pt x="6594" y="7352"/>
                  </a:lnTo>
                  <a:lnTo>
                    <a:pt x="6494" y="7853"/>
                  </a:lnTo>
                  <a:lnTo>
                    <a:pt x="6408" y="8368"/>
                  </a:lnTo>
                  <a:lnTo>
                    <a:pt x="6294" y="8868"/>
                  </a:lnTo>
                  <a:lnTo>
                    <a:pt x="6179" y="9369"/>
                  </a:lnTo>
                  <a:lnTo>
                    <a:pt x="5922" y="10356"/>
                  </a:lnTo>
                  <a:lnTo>
                    <a:pt x="5664" y="11300"/>
                  </a:lnTo>
                  <a:lnTo>
                    <a:pt x="5407" y="12172"/>
                  </a:lnTo>
                  <a:lnTo>
                    <a:pt x="5164" y="12945"/>
                  </a:lnTo>
                  <a:lnTo>
                    <a:pt x="4949" y="13588"/>
                  </a:lnTo>
                  <a:lnTo>
                    <a:pt x="4778" y="14075"/>
                  </a:lnTo>
                  <a:lnTo>
                    <a:pt x="4620" y="14504"/>
                  </a:lnTo>
                  <a:lnTo>
                    <a:pt x="4620" y="14504"/>
                  </a:lnTo>
                  <a:lnTo>
                    <a:pt x="4878" y="14060"/>
                  </a:lnTo>
                  <a:lnTo>
                    <a:pt x="5049" y="13689"/>
                  </a:lnTo>
                  <a:lnTo>
                    <a:pt x="5250" y="13260"/>
                  </a:lnTo>
                  <a:lnTo>
                    <a:pt x="5479" y="12687"/>
                  </a:lnTo>
                  <a:lnTo>
                    <a:pt x="5765" y="12015"/>
                  </a:lnTo>
                  <a:lnTo>
                    <a:pt x="6051" y="11243"/>
                  </a:lnTo>
                  <a:lnTo>
                    <a:pt x="6365" y="10399"/>
                  </a:lnTo>
                  <a:lnTo>
                    <a:pt x="6651" y="9498"/>
                  </a:lnTo>
                  <a:lnTo>
                    <a:pt x="6794" y="9040"/>
                  </a:lnTo>
                  <a:lnTo>
                    <a:pt x="6923" y="8582"/>
                  </a:lnTo>
                  <a:lnTo>
                    <a:pt x="7052" y="8110"/>
                  </a:lnTo>
                  <a:lnTo>
                    <a:pt x="7152" y="7653"/>
                  </a:lnTo>
                  <a:lnTo>
                    <a:pt x="7252" y="7195"/>
                  </a:lnTo>
                  <a:lnTo>
                    <a:pt x="7338" y="6737"/>
                  </a:lnTo>
                  <a:lnTo>
                    <a:pt x="7409" y="6294"/>
                  </a:lnTo>
                  <a:lnTo>
                    <a:pt x="7452" y="5851"/>
                  </a:lnTo>
                  <a:lnTo>
                    <a:pt x="7467" y="5436"/>
                  </a:lnTo>
                  <a:lnTo>
                    <a:pt x="7481" y="5035"/>
                  </a:lnTo>
                  <a:lnTo>
                    <a:pt x="7452" y="4649"/>
                  </a:lnTo>
                  <a:lnTo>
                    <a:pt x="7409" y="4291"/>
                  </a:lnTo>
                  <a:lnTo>
                    <a:pt x="7367" y="4120"/>
                  </a:lnTo>
                  <a:lnTo>
                    <a:pt x="7324" y="3948"/>
                  </a:lnTo>
                  <a:lnTo>
                    <a:pt x="7281" y="3791"/>
                  </a:lnTo>
                  <a:lnTo>
                    <a:pt x="7224" y="3648"/>
                  </a:lnTo>
                  <a:lnTo>
                    <a:pt x="7152" y="3505"/>
                  </a:lnTo>
                  <a:lnTo>
                    <a:pt x="7080" y="3362"/>
                  </a:lnTo>
                  <a:lnTo>
                    <a:pt x="7009" y="3233"/>
                  </a:lnTo>
                  <a:lnTo>
                    <a:pt x="6909" y="3119"/>
                  </a:lnTo>
                  <a:lnTo>
                    <a:pt x="6780" y="2976"/>
                  </a:lnTo>
                  <a:lnTo>
                    <a:pt x="6623" y="2833"/>
                  </a:lnTo>
                  <a:lnTo>
                    <a:pt x="6451" y="2690"/>
                  </a:lnTo>
                  <a:lnTo>
                    <a:pt x="6251" y="2547"/>
                  </a:lnTo>
                  <a:lnTo>
                    <a:pt x="6036" y="2418"/>
                  </a:lnTo>
                  <a:lnTo>
                    <a:pt x="5807" y="2275"/>
                  </a:lnTo>
                  <a:lnTo>
                    <a:pt x="5307" y="2003"/>
                  </a:lnTo>
                  <a:lnTo>
                    <a:pt x="4763" y="1731"/>
                  </a:lnTo>
                  <a:lnTo>
                    <a:pt x="4177" y="1474"/>
                  </a:lnTo>
                  <a:lnTo>
                    <a:pt x="3590" y="1231"/>
                  </a:lnTo>
                  <a:lnTo>
                    <a:pt x="2990" y="987"/>
                  </a:lnTo>
                  <a:lnTo>
                    <a:pt x="2418" y="787"/>
                  </a:lnTo>
                  <a:lnTo>
                    <a:pt x="1860" y="587"/>
                  </a:lnTo>
                  <a:lnTo>
                    <a:pt x="901" y="272"/>
                  </a:lnTo>
                  <a:lnTo>
                    <a:pt x="244" y="72"/>
                  </a:lnTo>
                  <a:lnTo>
                    <a:pt x="0" y="1"/>
                  </a:lnTo>
                  <a:close/>
                </a:path>
              </a:pathLst>
            </a:custGeom>
            <a:solidFill>
              <a:srgbClr val="2B27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79;p18">
              <a:extLst>
                <a:ext uri="{FF2B5EF4-FFF2-40B4-BE49-F238E27FC236}">
                  <a16:creationId xmlns:a16="http://schemas.microsoft.com/office/drawing/2014/main" id="{35998843-189B-BECC-E83C-91A40A9BB46D}"/>
                </a:ext>
              </a:extLst>
            </p:cNvPr>
            <p:cNvSpPr/>
            <p:nvPr/>
          </p:nvSpPr>
          <p:spPr>
            <a:xfrm>
              <a:off x="738375" y="1694300"/>
              <a:ext cx="374050" cy="374400"/>
            </a:xfrm>
            <a:custGeom>
              <a:avLst/>
              <a:gdLst/>
              <a:ahLst/>
              <a:cxnLst/>
              <a:rect l="l" t="t" r="r" b="b"/>
              <a:pathLst>
                <a:path w="14962" h="14976" extrusionOk="0">
                  <a:moveTo>
                    <a:pt x="7481" y="0"/>
                  </a:moveTo>
                  <a:lnTo>
                    <a:pt x="7095" y="14"/>
                  </a:lnTo>
                  <a:lnTo>
                    <a:pt x="6723" y="43"/>
                  </a:lnTo>
                  <a:lnTo>
                    <a:pt x="6337" y="86"/>
                  </a:lnTo>
                  <a:lnTo>
                    <a:pt x="5979" y="157"/>
                  </a:lnTo>
                  <a:lnTo>
                    <a:pt x="5607" y="243"/>
                  </a:lnTo>
                  <a:lnTo>
                    <a:pt x="5264" y="343"/>
                  </a:lnTo>
                  <a:lnTo>
                    <a:pt x="4906" y="458"/>
                  </a:lnTo>
                  <a:lnTo>
                    <a:pt x="4563" y="586"/>
                  </a:lnTo>
                  <a:lnTo>
                    <a:pt x="4234" y="744"/>
                  </a:lnTo>
                  <a:lnTo>
                    <a:pt x="3919" y="901"/>
                  </a:lnTo>
                  <a:lnTo>
                    <a:pt x="3605" y="1087"/>
                  </a:lnTo>
                  <a:lnTo>
                    <a:pt x="3304" y="1287"/>
                  </a:lnTo>
                  <a:lnTo>
                    <a:pt x="3004" y="1488"/>
                  </a:lnTo>
                  <a:lnTo>
                    <a:pt x="2718" y="1716"/>
                  </a:lnTo>
                  <a:lnTo>
                    <a:pt x="2446" y="1945"/>
                  </a:lnTo>
                  <a:lnTo>
                    <a:pt x="2189" y="2203"/>
                  </a:lnTo>
                  <a:lnTo>
                    <a:pt x="1945" y="2460"/>
                  </a:lnTo>
                  <a:lnTo>
                    <a:pt x="1702" y="2732"/>
                  </a:lnTo>
                  <a:lnTo>
                    <a:pt x="1488" y="3004"/>
                  </a:lnTo>
                  <a:lnTo>
                    <a:pt x="1273" y="3304"/>
                  </a:lnTo>
                  <a:lnTo>
                    <a:pt x="1087" y="3604"/>
                  </a:lnTo>
                  <a:lnTo>
                    <a:pt x="901" y="3919"/>
                  </a:lnTo>
                  <a:lnTo>
                    <a:pt x="730" y="4248"/>
                  </a:lnTo>
                  <a:lnTo>
                    <a:pt x="587" y="4577"/>
                  </a:lnTo>
                  <a:lnTo>
                    <a:pt x="458" y="4920"/>
                  </a:lnTo>
                  <a:lnTo>
                    <a:pt x="329" y="5264"/>
                  </a:lnTo>
                  <a:lnTo>
                    <a:pt x="229" y="5621"/>
                  </a:lnTo>
                  <a:lnTo>
                    <a:pt x="158" y="5979"/>
                  </a:lnTo>
                  <a:lnTo>
                    <a:pt x="86" y="6351"/>
                  </a:lnTo>
                  <a:lnTo>
                    <a:pt x="43" y="6722"/>
                  </a:lnTo>
                  <a:lnTo>
                    <a:pt x="15" y="7109"/>
                  </a:lnTo>
                  <a:lnTo>
                    <a:pt x="0" y="7495"/>
                  </a:lnTo>
                  <a:lnTo>
                    <a:pt x="15" y="7867"/>
                  </a:lnTo>
                  <a:lnTo>
                    <a:pt x="43" y="8253"/>
                  </a:lnTo>
                  <a:lnTo>
                    <a:pt x="86" y="8625"/>
                  </a:lnTo>
                  <a:lnTo>
                    <a:pt x="158" y="8997"/>
                  </a:lnTo>
                  <a:lnTo>
                    <a:pt x="229" y="9354"/>
                  </a:lnTo>
                  <a:lnTo>
                    <a:pt x="329" y="9712"/>
                  </a:lnTo>
                  <a:lnTo>
                    <a:pt x="458" y="10055"/>
                  </a:lnTo>
                  <a:lnTo>
                    <a:pt x="587" y="10398"/>
                  </a:lnTo>
                  <a:lnTo>
                    <a:pt x="730" y="10727"/>
                  </a:lnTo>
                  <a:lnTo>
                    <a:pt x="901" y="11056"/>
                  </a:lnTo>
                  <a:lnTo>
                    <a:pt x="1087" y="11371"/>
                  </a:lnTo>
                  <a:lnTo>
                    <a:pt x="1273" y="11671"/>
                  </a:lnTo>
                  <a:lnTo>
                    <a:pt x="1488" y="11972"/>
                  </a:lnTo>
                  <a:lnTo>
                    <a:pt x="1702" y="12243"/>
                  </a:lnTo>
                  <a:lnTo>
                    <a:pt x="1945" y="12515"/>
                  </a:lnTo>
                  <a:lnTo>
                    <a:pt x="2189" y="12787"/>
                  </a:lnTo>
                  <a:lnTo>
                    <a:pt x="2446" y="13030"/>
                  </a:lnTo>
                  <a:lnTo>
                    <a:pt x="2718" y="13259"/>
                  </a:lnTo>
                  <a:lnTo>
                    <a:pt x="3004" y="13488"/>
                  </a:lnTo>
                  <a:lnTo>
                    <a:pt x="3304" y="13688"/>
                  </a:lnTo>
                  <a:lnTo>
                    <a:pt x="3605" y="13888"/>
                  </a:lnTo>
                  <a:lnTo>
                    <a:pt x="3919" y="14074"/>
                  </a:lnTo>
                  <a:lnTo>
                    <a:pt x="4234" y="14232"/>
                  </a:lnTo>
                  <a:lnTo>
                    <a:pt x="4563" y="14389"/>
                  </a:lnTo>
                  <a:lnTo>
                    <a:pt x="4906" y="14518"/>
                  </a:lnTo>
                  <a:lnTo>
                    <a:pt x="5264" y="14632"/>
                  </a:lnTo>
                  <a:lnTo>
                    <a:pt x="5607" y="14732"/>
                  </a:lnTo>
                  <a:lnTo>
                    <a:pt x="5979" y="14818"/>
                  </a:lnTo>
                  <a:lnTo>
                    <a:pt x="6337" y="14890"/>
                  </a:lnTo>
                  <a:lnTo>
                    <a:pt x="6723" y="14932"/>
                  </a:lnTo>
                  <a:lnTo>
                    <a:pt x="7095" y="14961"/>
                  </a:lnTo>
                  <a:lnTo>
                    <a:pt x="7481" y="14975"/>
                  </a:lnTo>
                  <a:lnTo>
                    <a:pt x="7867" y="14961"/>
                  </a:lnTo>
                  <a:lnTo>
                    <a:pt x="8253" y="14932"/>
                  </a:lnTo>
                  <a:lnTo>
                    <a:pt x="8625" y="14890"/>
                  </a:lnTo>
                  <a:lnTo>
                    <a:pt x="8997" y="14818"/>
                  </a:lnTo>
                  <a:lnTo>
                    <a:pt x="9355" y="14732"/>
                  </a:lnTo>
                  <a:lnTo>
                    <a:pt x="9712" y="14632"/>
                  </a:lnTo>
                  <a:lnTo>
                    <a:pt x="10055" y="14518"/>
                  </a:lnTo>
                  <a:lnTo>
                    <a:pt x="10399" y="14389"/>
                  </a:lnTo>
                  <a:lnTo>
                    <a:pt x="10728" y="14232"/>
                  </a:lnTo>
                  <a:lnTo>
                    <a:pt x="11057" y="14074"/>
                  </a:lnTo>
                  <a:lnTo>
                    <a:pt x="11357" y="13888"/>
                  </a:lnTo>
                  <a:lnTo>
                    <a:pt x="11672" y="13688"/>
                  </a:lnTo>
                  <a:lnTo>
                    <a:pt x="11958" y="13488"/>
                  </a:lnTo>
                  <a:lnTo>
                    <a:pt x="12244" y="13259"/>
                  </a:lnTo>
                  <a:lnTo>
                    <a:pt x="12516" y="13030"/>
                  </a:lnTo>
                  <a:lnTo>
                    <a:pt x="12773" y="12787"/>
                  </a:lnTo>
                  <a:lnTo>
                    <a:pt x="13016" y="12515"/>
                  </a:lnTo>
                  <a:lnTo>
                    <a:pt x="13259" y="12243"/>
                  </a:lnTo>
                  <a:lnTo>
                    <a:pt x="13474" y="11972"/>
                  </a:lnTo>
                  <a:lnTo>
                    <a:pt x="13688" y="11671"/>
                  </a:lnTo>
                  <a:lnTo>
                    <a:pt x="13889" y="11371"/>
                  </a:lnTo>
                  <a:lnTo>
                    <a:pt x="14060" y="11056"/>
                  </a:lnTo>
                  <a:lnTo>
                    <a:pt x="14232" y="10727"/>
                  </a:lnTo>
                  <a:lnTo>
                    <a:pt x="14375" y="10398"/>
                  </a:lnTo>
                  <a:lnTo>
                    <a:pt x="14518" y="10055"/>
                  </a:lnTo>
                  <a:lnTo>
                    <a:pt x="14632" y="9712"/>
                  </a:lnTo>
                  <a:lnTo>
                    <a:pt x="14733" y="9354"/>
                  </a:lnTo>
                  <a:lnTo>
                    <a:pt x="14818" y="8997"/>
                  </a:lnTo>
                  <a:lnTo>
                    <a:pt x="14876" y="8625"/>
                  </a:lnTo>
                  <a:lnTo>
                    <a:pt x="14933" y="8253"/>
                  </a:lnTo>
                  <a:lnTo>
                    <a:pt x="14961" y="7867"/>
                  </a:lnTo>
                  <a:lnTo>
                    <a:pt x="14961" y="7495"/>
                  </a:lnTo>
                  <a:lnTo>
                    <a:pt x="14961" y="7109"/>
                  </a:lnTo>
                  <a:lnTo>
                    <a:pt x="14933" y="6722"/>
                  </a:lnTo>
                  <a:lnTo>
                    <a:pt x="14876" y="6351"/>
                  </a:lnTo>
                  <a:lnTo>
                    <a:pt x="14818" y="5979"/>
                  </a:lnTo>
                  <a:lnTo>
                    <a:pt x="14733" y="5621"/>
                  </a:lnTo>
                  <a:lnTo>
                    <a:pt x="14632" y="5264"/>
                  </a:lnTo>
                  <a:lnTo>
                    <a:pt x="14518" y="4920"/>
                  </a:lnTo>
                  <a:lnTo>
                    <a:pt x="14375" y="4577"/>
                  </a:lnTo>
                  <a:lnTo>
                    <a:pt x="14232" y="4248"/>
                  </a:lnTo>
                  <a:lnTo>
                    <a:pt x="14060" y="3919"/>
                  </a:lnTo>
                  <a:lnTo>
                    <a:pt x="13889" y="3604"/>
                  </a:lnTo>
                  <a:lnTo>
                    <a:pt x="13688" y="3304"/>
                  </a:lnTo>
                  <a:lnTo>
                    <a:pt x="13474" y="3004"/>
                  </a:lnTo>
                  <a:lnTo>
                    <a:pt x="13259" y="2732"/>
                  </a:lnTo>
                  <a:lnTo>
                    <a:pt x="13016" y="2460"/>
                  </a:lnTo>
                  <a:lnTo>
                    <a:pt x="12773" y="2203"/>
                  </a:lnTo>
                  <a:lnTo>
                    <a:pt x="12516" y="1945"/>
                  </a:lnTo>
                  <a:lnTo>
                    <a:pt x="12244" y="1716"/>
                  </a:lnTo>
                  <a:lnTo>
                    <a:pt x="11958" y="1488"/>
                  </a:lnTo>
                  <a:lnTo>
                    <a:pt x="11672" y="1287"/>
                  </a:lnTo>
                  <a:lnTo>
                    <a:pt x="11357" y="1087"/>
                  </a:lnTo>
                  <a:lnTo>
                    <a:pt x="11057" y="901"/>
                  </a:lnTo>
                  <a:lnTo>
                    <a:pt x="10728" y="744"/>
                  </a:lnTo>
                  <a:lnTo>
                    <a:pt x="10399" y="586"/>
                  </a:lnTo>
                  <a:lnTo>
                    <a:pt x="10055" y="458"/>
                  </a:lnTo>
                  <a:lnTo>
                    <a:pt x="9712" y="343"/>
                  </a:lnTo>
                  <a:lnTo>
                    <a:pt x="9355" y="243"/>
                  </a:lnTo>
                  <a:lnTo>
                    <a:pt x="8997" y="157"/>
                  </a:lnTo>
                  <a:lnTo>
                    <a:pt x="8625" y="86"/>
                  </a:lnTo>
                  <a:lnTo>
                    <a:pt x="8253" y="43"/>
                  </a:lnTo>
                  <a:lnTo>
                    <a:pt x="7867" y="14"/>
                  </a:lnTo>
                  <a:lnTo>
                    <a:pt x="7481"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80;p18">
              <a:extLst>
                <a:ext uri="{FF2B5EF4-FFF2-40B4-BE49-F238E27FC236}">
                  <a16:creationId xmlns:a16="http://schemas.microsoft.com/office/drawing/2014/main" id="{7A1A281F-C64F-1410-A51D-52ACAFEFAE95}"/>
                </a:ext>
              </a:extLst>
            </p:cNvPr>
            <p:cNvSpPr/>
            <p:nvPr/>
          </p:nvSpPr>
          <p:spPr>
            <a:xfrm>
              <a:off x="814900" y="1773325"/>
              <a:ext cx="277850" cy="280350"/>
            </a:xfrm>
            <a:custGeom>
              <a:avLst/>
              <a:gdLst/>
              <a:ahLst/>
              <a:cxnLst/>
              <a:rect l="l" t="t" r="r" b="b"/>
              <a:pathLst>
                <a:path w="11114" h="11214" extrusionOk="0">
                  <a:moveTo>
                    <a:pt x="10527" y="0"/>
                  </a:moveTo>
                  <a:lnTo>
                    <a:pt x="10427" y="14"/>
                  </a:lnTo>
                  <a:lnTo>
                    <a:pt x="10155" y="72"/>
                  </a:lnTo>
                  <a:lnTo>
                    <a:pt x="9712" y="172"/>
                  </a:lnTo>
                  <a:lnTo>
                    <a:pt x="9140" y="329"/>
                  </a:lnTo>
                  <a:lnTo>
                    <a:pt x="8811" y="429"/>
                  </a:lnTo>
                  <a:lnTo>
                    <a:pt x="8468" y="558"/>
                  </a:lnTo>
                  <a:lnTo>
                    <a:pt x="8081" y="687"/>
                  </a:lnTo>
                  <a:lnTo>
                    <a:pt x="7695" y="858"/>
                  </a:lnTo>
                  <a:lnTo>
                    <a:pt x="7280" y="1044"/>
                  </a:lnTo>
                  <a:lnTo>
                    <a:pt x="6851" y="1244"/>
                  </a:lnTo>
                  <a:lnTo>
                    <a:pt x="6408" y="1473"/>
                  </a:lnTo>
                  <a:lnTo>
                    <a:pt x="5965" y="1731"/>
                  </a:lnTo>
                  <a:lnTo>
                    <a:pt x="5507" y="2017"/>
                  </a:lnTo>
                  <a:lnTo>
                    <a:pt x="5049" y="2331"/>
                  </a:lnTo>
                  <a:lnTo>
                    <a:pt x="4606" y="2675"/>
                  </a:lnTo>
                  <a:lnTo>
                    <a:pt x="4148" y="3047"/>
                  </a:lnTo>
                  <a:lnTo>
                    <a:pt x="3705" y="3447"/>
                  </a:lnTo>
                  <a:lnTo>
                    <a:pt x="3261" y="3890"/>
                  </a:lnTo>
                  <a:lnTo>
                    <a:pt x="2846" y="4362"/>
                  </a:lnTo>
                  <a:lnTo>
                    <a:pt x="2632" y="4606"/>
                  </a:lnTo>
                  <a:lnTo>
                    <a:pt x="2432" y="4863"/>
                  </a:lnTo>
                  <a:lnTo>
                    <a:pt x="2231" y="5135"/>
                  </a:lnTo>
                  <a:lnTo>
                    <a:pt x="2031" y="5407"/>
                  </a:lnTo>
                  <a:lnTo>
                    <a:pt x="1845" y="5693"/>
                  </a:lnTo>
                  <a:lnTo>
                    <a:pt x="1659" y="5993"/>
                  </a:lnTo>
                  <a:lnTo>
                    <a:pt x="1488" y="6308"/>
                  </a:lnTo>
                  <a:lnTo>
                    <a:pt x="1316" y="6622"/>
                  </a:lnTo>
                  <a:lnTo>
                    <a:pt x="1144" y="6951"/>
                  </a:lnTo>
                  <a:lnTo>
                    <a:pt x="987" y="7280"/>
                  </a:lnTo>
                  <a:lnTo>
                    <a:pt x="830" y="7624"/>
                  </a:lnTo>
                  <a:lnTo>
                    <a:pt x="687" y="7981"/>
                  </a:lnTo>
                  <a:lnTo>
                    <a:pt x="558" y="8353"/>
                  </a:lnTo>
                  <a:lnTo>
                    <a:pt x="429" y="8739"/>
                  </a:lnTo>
                  <a:lnTo>
                    <a:pt x="300" y="9125"/>
                  </a:lnTo>
                  <a:lnTo>
                    <a:pt x="200" y="9526"/>
                  </a:lnTo>
                  <a:lnTo>
                    <a:pt x="100" y="9941"/>
                  </a:lnTo>
                  <a:lnTo>
                    <a:pt x="0" y="10370"/>
                  </a:lnTo>
                  <a:lnTo>
                    <a:pt x="1173" y="11214"/>
                  </a:lnTo>
                  <a:lnTo>
                    <a:pt x="1402" y="10813"/>
                  </a:lnTo>
                  <a:lnTo>
                    <a:pt x="1688" y="10341"/>
                  </a:lnTo>
                  <a:lnTo>
                    <a:pt x="2060" y="9740"/>
                  </a:lnTo>
                  <a:lnTo>
                    <a:pt x="2517" y="9025"/>
                  </a:lnTo>
                  <a:lnTo>
                    <a:pt x="3061" y="8224"/>
                  </a:lnTo>
                  <a:lnTo>
                    <a:pt x="3676" y="7352"/>
                  </a:lnTo>
                  <a:lnTo>
                    <a:pt x="4005" y="6894"/>
                  </a:lnTo>
                  <a:lnTo>
                    <a:pt x="4363" y="6451"/>
                  </a:lnTo>
                  <a:lnTo>
                    <a:pt x="4720" y="5979"/>
                  </a:lnTo>
                  <a:lnTo>
                    <a:pt x="5092" y="5521"/>
                  </a:lnTo>
                  <a:lnTo>
                    <a:pt x="5478" y="5078"/>
                  </a:lnTo>
                  <a:lnTo>
                    <a:pt x="5879" y="4620"/>
                  </a:lnTo>
                  <a:lnTo>
                    <a:pt x="6279" y="4191"/>
                  </a:lnTo>
                  <a:lnTo>
                    <a:pt x="6694" y="3762"/>
                  </a:lnTo>
                  <a:lnTo>
                    <a:pt x="7123" y="3361"/>
                  </a:lnTo>
                  <a:lnTo>
                    <a:pt x="7552" y="2961"/>
                  </a:lnTo>
                  <a:lnTo>
                    <a:pt x="7981" y="2603"/>
                  </a:lnTo>
                  <a:lnTo>
                    <a:pt x="8425" y="2260"/>
                  </a:lnTo>
                  <a:lnTo>
                    <a:pt x="8868" y="1960"/>
                  </a:lnTo>
                  <a:lnTo>
                    <a:pt x="9312" y="1673"/>
                  </a:lnTo>
                  <a:lnTo>
                    <a:pt x="9769" y="1445"/>
                  </a:lnTo>
                  <a:lnTo>
                    <a:pt x="9984" y="1330"/>
                  </a:lnTo>
                  <a:lnTo>
                    <a:pt x="10213" y="1230"/>
                  </a:lnTo>
                  <a:lnTo>
                    <a:pt x="10441" y="1159"/>
                  </a:lnTo>
                  <a:lnTo>
                    <a:pt x="10656" y="1073"/>
                  </a:lnTo>
                  <a:lnTo>
                    <a:pt x="10885" y="1016"/>
                  </a:lnTo>
                  <a:lnTo>
                    <a:pt x="11114" y="958"/>
                  </a:lnTo>
                  <a:lnTo>
                    <a:pt x="105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1;p18">
              <a:extLst>
                <a:ext uri="{FF2B5EF4-FFF2-40B4-BE49-F238E27FC236}">
                  <a16:creationId xmlns:a16="http://schemas.microsoft.com/office/drawing/2014/main" id="{2D90C532-1D30-248C-56B9-FAEB31C0F744}"/>
                </a:ext>
              </a:extLst>
            </p:cNvPr>
            <p:cNvSpPr/>
            <p:nvPr/>
          </p:nvSpPr>
          <p:spPr>
            <a:xfrm>
              <a:off x="1020500" y="2370475"/>
              <a:ext cx="344375" cy="359750"/>
            </a:xfrm>
            <a:custGeom>
              <a:avLst/>
              <a:gdLst/>
              <a:ahLst/>
              <a:cxnLst/>
              <a:rect l="l" t="t" r="r" b="b"/>
              <a:pathLst>
                <a:path w="13775" h="14390" extrusionOk="0">
                  <a:moveTo>
                    <a:pt x="10099" y="0"/>
                  </a:moveTo>
                  <a:lnTo>
                    <a:pt x="9927" y="14"/>
                  </a:lnTo>
                  <a:lnTo>
                    <a:pt x="9584" y="57"/>
                  </a:lnTo>
                  <a:lnTo>
                    <a:pt x="9226" y="129"/>
                  </a:lnTo>
                  <a:lnTo>
                    <a:pt x="8854" y="215"/>
                  </a:lnTo>
                  <a:lnTo>
                    <a:pt x="8468" y="329"/>
                  </a:lnTo>
                  <a:lnTo>
                    <a:pt x="7681" y="572"/>
                  </a:lnTo>
                  <a:lnTo>
                    <a:pt x="7281" y="701"/>
                  </a:lnTo>
                  <a:lnTo>
                    <a:pt x="6866" y="815"/>
                  </a:lnTo>
                  <a:lnTo>
                    <a:pt x="6437" y="930"/>
                  </a:lnTo>
                  <a:lnTo>
                    <a:pt x="6022" y="1016"/>
                  </a:lnTo>
                  <a:lnTo>
                    <a:pt x="5593" y="1087"/>
                  </a:lnTo>
                  <a:lnTo>
                    <a:pt x="5164" y="1130"/>
                  </a:lnTo>
                  <a:lnTo>
                    <a:pt x="4735" y="1130"/>
                  </a:lnTo>
                  <a:lnTo>
                    <a:pt x="4520" y="1116"/>
                  </a:lnTo>
                  <a:lnTo>
                    <a:pt x="4306" y="1102"/>
                  </a:lnTo>
                  <a:lnTo>
                    <a:pt x="4120" y="1616"/>
                  </a:lnTo>
                  <a:lnTo>
                    <a:pt x="3934" y="2103"/>
                  </a:lnTo>
                  <a:lnTo>
                    <a:pt x="3719" y="2603"/>
                  </a:lnTo>
                  <a:lnTo>
                    <a:pt x="3490" y="3090"/>
                  </a:lnTo>
                  <a:lnTo>
                    <a:pt x="3004" y="4134"/>
                  </a:lnTo>
                  <a:lnTo>
                    <a:pt x="2732" y="4706"/>
                  </a:lnTo>
                  <a:lnTo>
                    <a:pt x="2461" y="5307"/>
                  </a:lnTo>
                  <a:lnTo>
                    <a:pt x="2175" y="5979"/>
                  </a:lnTo>
                  <a:lnTo>
                    <a:pt x="1874" y="6708"/>
                  </a:lnTo>
                  <a:lnTo>
                    <a:pt x="1574" y="7524"/>
                  </a:lnTo>
                  <a:lnTo>
                    <a:pt x="1273" y="8425"/>
                  </a:lnTo>
                  <a:lnTo>
                    <a:pt x="959" y="9412"/>
                  </a:lnTo>
                  <a:lnTo>
                    <a:pt x="644" y="10513"/>
                  </a:lnTo>
                  <a:lnTo>
                    <a:pt x="329" y="11729"/>
                  </a:lnTo>
                  <a:lnTo>
                    <a:pt x="15" y="13073"/>
                  </a:lnTo>
                  <a:lnTo>
                    <a:pt x="0" y="13216"/>
                  </a:lnTo>
                  <a:lnTo>
                    <a:pt x="29" y="13345"/>
                  </a:lnTo>
                  <a:lnTo>
                    <a:pt x="58" y="13474"/>
                  </a:lnTo>
                  <a:lnTo>
                    <a:pt x="115" y="13588"/>
                  </a:lnTo>
                  <a:lnTo>
                    <a:pt x="186" y="13688"/>
                  </a:lnTo>
                  <a:lnTo>
                    <a:pt x="287" y="13788"/>
                  </a:lnTo>
                  <a:lnTo>
                    <a:pt x="387" y="13874"/>
                  </a:lnTo>
                  <a:lnTo>
                    <a:pt x="515" y="13960"/>
                  </a:lnTo>
                  <a:lnTo>
                    <a:pt x="658" y="14032"/>
                  </a:lnTo>
                  <a:lnTo>
                    <a:pt x="816" y="14103"/>
                  </a:lnTo>
                  <a:lnTo>
                    <a:pt x="987" y="14160"/>
                  </a:lnTo>
                  <a:lnTo>
                    <a:pt x="1173" y="14203"/>
                  </a:lnTo>
                  <a:lnTo>
                    <a:pt x="1374" y="14260"/>
                  </a:lnTo>
                  <a:lnTo>
                    <a:pt x="1588" y="14289"/>
                  </a:lnTo>
                  <a:lnTo>
                    <a:pt x="2046" y="14346"/>
                  </a:lnTo>
                  <a:lnTo>
                    <a:pt x="2546" y="14375"/>
                  </a:lnTo>
                  <a:lnTo>
                    <a:pt x="3090" y="14389"/>
                  </a:lnTo>
                  <a:lnTo>
                    <a:pt x="3648" y="14375"/>
                  </a:lnTo>
                  <a:lnTo>
                    <a:pt x="4249" y="14332"/>
                  </a:lnTo>
                  <a:lnTo>
                    <a:pt x="4878" y="14275"/>
                  </a:lnTo>
                  <a:lnTo>
                    <a:pt x="5507" y="14189"/>
                  </a:lnTo>
                  <a:lnTo>
                    <a:pt x="6151" y="14089"/>
                  </a:lnTo>
                  <a:lnTo>
                    <a:pt x="6809" y="13974"/>
                  </a:lnTo>
                  <a:lnTo>
                    <a:pt x="7467" y="13846"/>
                  </a:lnTo>
                  <a:lnTo>
                    <a:pt x="8110" y="13688"/>
                  </a:lnTo>
                  <a:lnTo>
                    <a:pt x="8754" y="13531"/>
                  </a:lnTo>
                  <a:lnTo>
                    <a:pt x="9369" y="13359"/>
                  </a:lnTo>
                  <a:lnTo>
                    <a:pt x="9970" y="13173"/>
                  </a:lnTo>
                  <a:lnTo>
                    <a:pt x="10556" y="12973"/>
                  </a:lnTo>
                  <a:lnTo>
                    <a:pt x="11100" y="12759"/>
                  </a:lnTo>
                  <a:lnTo>
                    <a:pt x="11615" y="12544"/>
                  </a:lnTo>
                  <a:lnTo>
                    <a:pt x="12087" y="12329"/>
                  </a:lnTo>
                  <a:lnTo>
                    <a:pt x="12502" y="12101"/>
                  </a:lnTo>
                  <a:lnTo>
                    <a:pt x="12873" y="11857"/>
                  </a:lnTo>
                  <a:lnTo>
                    <a:pt x="13045" y="11743"/>
                  </a:lnTo>
                  <a:lnTo>
                    <a:pt x="13188" y="11629"/>
                  </a:lnTo>
                  <a:lnTo>
                    <a:pt x="13317" y="11500"/>
                  </a:lnTo>
                  <a:lnTo>
                    <a:pt x="13446" y="11385"/>
                  </a:lnTo>
                  <a:lnTo>
                    <a:pt x="13546" y="11257"/>
                  </a:lnTo>
                  <a:lnTo>
                    <a:pt x="13631" y="11142"/>
                  </a:lnTo>
                  <a:lnTo>
                    <a:pt x="13689" y="11014"/>
                  </a:lnTo>
                  <a:lnTo>
                    <a:pt x="13732" y="10899"/>
                  </a:lnTo>
                  <a:lnTo>
                    <a:pt x="13760" y="10785"/>
                  </a:lnTo>
                  <a:lnTo>
                    <a:pt x="13774" y="10656"/>
                  </a:lnTo>
                  <a:lnTo>
                    <a:pt x="13746" y="10184"/>
                  </a:lnTo>
                  <a:lnTo>
                    <a:pt x="13717" y="9669"/>
                  </a:lnTo>
                  <a:lnTo>
                    <a:pt x="13674" y="9126"/>
                  </a:lnTo>
                  <a:lnTo>
                    <a:pt x="13617" y="8568"/>
                  </a:lnTo>
                  <a:lnTo>
                    <a:pt x="13474" y="7381"/>
                  </a:lnTo>
                  <a:lnTo>
                    <a:pt x="13302" y="6179"/>
                  </a:lnTo>
                  <a:lnTo>
                    <a:pt x="13102" y="5021"/>
                  </a:lnTo>
                  <a:lnTo>
                    <a:pt x="12916" y="3948"/>
                  </a:lnTo>
                  <a:lnTo>
                    <a:pt x="12716" y="3018"/>
                  </a:lnTo>
                  <a:lnTo>
                    <a:pt x="12616" y="2618"/>
                  </a:lnTo>
                  <a:lnTo>
                    <a:pt x="12530" y="2289"/>
                  </a:lnTo>
                  <a:lnTo>
                    <a:pt x="12444" y="2017"/>
                  </a:lnTo>
                  <a:lnTo>
                    <a:pt x="12358" y="1759"/>
                  </a:lnTo>
                  <a:lnTo>
                    <a:pt x="12258" y="1516"/>
                  </a:lnTo>
                  <a:lnTo>
                    <a:pt x="12158" y="1302"/>
                  </a:lnTo>
                  <a:lnTo>
                    <a:pt x="12058" y="1116"/>
                  </a:lnTo>
                  <a:lnTo>
                    <a:pt x="11944" y="930"/>
                  </a:lnTo>
                  <a:lnTo>
                    <a:pt x="11829" y="773"/>
                  </a:lnTo>
                  <a:lnTo>
                    <a:pt x="11701" y="630"/>
                  </a:lnTo>
                  <a:lnTo>
                    <a:pt x="11586" y="501"/>
                  </a:lnTo>
                  <a:lnTo>
                    <a:pt x="11457" y="401"/>
                  </a:lnTo>
                  <a:lnTo>
                    <a:pt x="11314" y="301"/>
                  </a:lnTo>
                  <a:lnTo>
                    <a:pt x="11171" y="229"/>
                  </a:lnTo>
                  <a:lnTo>
                    <a:pt x="11028" y="158"/>
                  </a:lnTo>
                  <a:lnTo>
                    <a:pt x="10885" y="100"/>
                  </a:lnTo>
                  <a:lnTo>
                    <a:pt x="10742" y="57"/>
                  </a:lnTo>
                  <a:lnTo>
                    <a:pt x="10585" y="29"/>
                  </a:lnTo>
                  <a:lnTo>
                    <a:pt x="10428" y="14"/>
                  </a:lnTo>
                  <a:lnTo>
                    <a:pt x="10256" y="0"/>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82;p18">
              <a:extLst>
                <a:ext uri="{FF2B5EF4-FFF2-40B4-BE49-F238E27FC236}">
                  <a16:creationId xmlns:a16="http://schemas.microsoft.com/office/drawing/2014/main" id="{DD33437E-5EEC-59F8-1121-D06DE76FC436}"/>
                </a:ext>
              </a:extLst>
            </p:cNvPr>
            <p:cNvSpPr/>
            <p:nvPr/>
          </p:nvSpPr>
          <p:spPr>
            <a:xfrm>
              <a:off x="1020500" y="2370475"/>
              <a:ext cx="344375" cy="359750"/>
            </a:xfrm>
            <a:custGeom>
              <a:avLst/>
              <a:gdLst/>
              <a:ahLst/>
              <a:cxnLst/>
              <a:rect l="l" t="t" r="r" b="b"/>
              <a:pathLst>
                <a:path w="13775" h="14390" fill="none" extrusionOk="0">
                  <a:moveTo>
                    <a:pt x="15" y="13073"/>
                  </a:moveTo>
                  <a:lnTo>
                    <a:pt x="15" y="13073"/>
                  </a:lnTo>
                  <a:lnTo>
                    <a:pt x="0" y="13216"/>
                  </a:lnTo>
                  <a:lnTo>
                    <a:pt x="29" y="13345"/>
                  </a:lnTo>
                  <a:lnTo>
                    <a:pt x="58" y="13474"/>
                  </a:lnTo>
                  <a:lnTo>
                    <a:pt x="115" y="13588"/>
                  </a:lnTo>
                  <a:lnTo>
                    <a:pt x="186" y="13688"/>
                  </a:lnTo>
                  <a:lnTo>
                    <a:pt x="287" y="13788"/>
                  </a:lnTo>
                  <a:lnTo>
                    <a:pt x="387" y="13874"/>
                  </a:lnTo>
                  <a:lnTo>
                    <a:pt x="515" y="13960"/>
                  </a:lnTo>
                  <a:lnTo>
                    <a:pt x="658" y="14032"/>
                  </a:lnTo>
                  <a:lnTo>
                    <a:pt x="816" y="14103"/>
                  </a:lnTo>
                  <a:lnTo>
                    <a:pt x="987" y="14160"/>
                  </a:lnTo>
                  <a:lnTo>
                    <a:pt x="1173" y="14203"/>
                  </a:lnTo>
                  <a:lnTo>
                    <a:pt x="1374" y="14260"/>
                  </a:lnTo>
                  <a:lnTo>
                    <a:pt x="1588" y="14289"/>
                  </a:lnTo>
                  <a:lnTo>
                    <a:pt x="2046" y="14346"/>
                  </a:lnTo>
                  <a:lnTo>
                    <a:pt x="2546" y="14375"/>
                  </a:lnTo>
                  <a:lnTo>
                    <a:pt x="3090" y="14389"/>
                  </a:lnTo>
                  <a:lnTo>
                    <a:pt x="3648" y="14375"/>
                  </a:lnTo>
                  <a:lnTo>
                    <a:pt x="4249" y="14332"/>
                  </a:lnTo>
                  <a:lnTo>
                    <a:pt x="4878" y="14275"/>
                  </a:lnTo>
                  <a:lnTo>
                    <a:pt x="5507" y="14189"/>
                  </a:lnTo>
                  <a:lnTo>
                    <a:pt x="6151" y="14089"/>
                  </a:lnTo>
                  <a:lnTo>
                    <a:pt x="6809" y="13974"/>
                  </a:lnTo>
                  <a:lnTo>
                    <a:pt x="7467" y="13846"/>
                  </a:lnTo>
                  <a:lnTo>
                    <a:pt x="8110" y="13688"/>
                  </a:lnTo>
                  <a:lnTo>
                    <a:pt x="8754" y="13531"/>
                  </a:lnTo>
                  <a:lnTo>
                    <a:pt x="9369" y="13359"/>
                  </a:lnTo>
                  <a:lnTo>
                    <a:pt x="9970" y="13173"/>
                  </a:lnTo>
                  <a:lnTo>
                    <a:pt x="10556" y="12973"/>
                  </a:lnTo>
                  <a:lnTo>
                    <a:pt x="11100" y="12759"/>
                  </a:lnTo>
                  <a:lnTo>
                    <a:pt x="11615" y="12544"/>
                  </a:lnTo>
                  <a:lnTo>
                    <a:pt x="12087" y="12329"/>
                  </a:lnTo>
                  <a:lnTo>
                    <a:pt x="12502" y="12101"/>
                  </a:lnTo>
                  <a:lnTo>
                    <a:pt x="12873" y="11857"/>
                  </a:lnTo>
                  <a:lnTo>
                    <a:pt x="13045" y="11743"/>
                  </a:lnTo>
                  <a:lnTo>
                    <a:pt x="13188" y="11629"/>
                  </a:lnTo>
                  <a:lnTo>
                    <a:pt x="13317" y="11500"/>
                  </a:lnTo>
                  <a:lnTo>
                    <a:pt x="13446" y="11385"/>
                  </a:lnTo>
                  <a:lnTo>
                    <a:pt x="13546" y="11257"/>
                  </a:lnTo>
                  <a:lnTo>
                    <a:pt x="13631" y="11142"/>
                  </a:lnTo>
                  <a:lnTo>
                    <a:pt x="13689" y="11014"/>
                  </a:lnTo>
                  <a:lnTo>
                    <a:pt x="13732" y="10899"/>
                  </a:lnTo>
                  <a:lnTo>
                    <a:pt x="13760" y="10785"/>
                  </a:lnTo>
                  <a:lnTo>
                    <a:pt x="13774" y="10656"/>
                  </a:lnTo>
                  <a:lnTo>
                    <a:pt x="13774" y="10656"/>
                  </a:lnTo>
                  <a:lnTo>
                    <a:pt x="13746" y="10184"/>
                  </a:lnTo>
                  <a:lnTo>
                    <a:pt x="13717" y="9669"/>
                  </a:lnTo>
                  <a:lnTo>
                    <a:pt x="13674" y="9126"/>
                  </a:lnTo>
                  <a:lnTo>
                    <a:pt x="13617" y="8568"/>
                  </a:lnTo>
                  <a:lnTo>
                    <a:pt x="13474" y="7381"/>
                  </a:lnTo>
                  <a:lnTo>
                    <a:pt x="13302" y="6179"/>
                  </a:lnTo>
                  <a:lnTo>
                    <a:pt x="13102" y="5021"/>
                  </a:lnTo>
                  <a:lnTo>
                    <a:pt x="12916" y="3948"/>
                  </a:lnTo>
                  <a:lnTo>
                    <a:pt x="12716" y="3018"/>
                  </a:lnTo>
                  <a:lnTo>
                    <a:pt x="12616" y="2618"/>
                  </a:lnTo>
                  <a:lnTo>
                    <a:pt x="12530" y="2289"/>
                  </a:lnTo>
                  <a:lnTo>
                    <a:pt x="12530" y="2289"/>
                  </a:lnTo>
                  <a:lnTo>
                    <a:pt x="12444" y="2017"/>
                  </a:lnTo>
                  <a:lnTo>
                    <a:pt x="12358" y="1759"/>
                  </a:lnTo>
                  <a:lnTo>
                    <a:pt x="12258" y="1516"/>
                  </a:lnTo>
                  <a:lnTo>
                    <a:pt x="12158" y="1302"/>
                  </a:lnTo>
                  <a:lnTo>
                    <a:pt x="12058" y="1116"/>
                  </a:lnTo>
                  <a:lnTo>
                    <a:pt x="11944" y="930"/>
                  </a:lnTo>
                  <a:lnTo>
                    <a:pt x="11829" y="773"/>
                  </a:lnTo>
                  <a:lnTo>
                    <a:pt x="11701" y="630"/>
                  </a:lnTo>
                  <a:lnTo>
                    <a:pt x="11586" y="501"/>
                  </a:lnTo>
                  <a:lnTo>
                    <a:pt x="11457" y="401"/>
                  </a:lnTo>
                  <a:lnTo>
                    <a:pt x="11314" y="301"/>
                  </a:lnTo>
                  <a:lnTo>
                    <a:pt x="11171" y="229"/>
                  </a:lnTo>
                  <a:lnTo>
                    <a:pt x="11028" y="158"/>
                  </a:lnTo>
                  <a:lnTo>
                    <a:pt x="10885" y="100"/>
                  </a:lnTo>
                  <a:lnTo>
                    <a:pt x="10742" y="57"/>
                  </a:lnTo>
                  <a:lnTo>
                    <a:pt x="10585" y="29"/>
                  </a:lnTo>
                  <a:lnTo>
                    <a:pt x="10428" y="14"/>
                  </a:lnTo>
                  <a:lnTo>
                    <a:pt x="10256" y="0"/>
                  </a:lnTo>
                  <a:lnTo>
                    <a:pt x="10099" y="0"/>
                  </a:lnTo>
                  <a:lnTo>
                    <a:pt x="9927" y="14"/>
                  </a:lnTo>
                  <a:lnTo>
                    <a:pt x="9584" y="57"/>
                  </a:lnTo>
                  <a:lnTo>
                    <a:pt x="9226" y="129"/>
                  </a:lnTo>
                  <a:lnTo>
                    <a:pt x="8854" y="215"/>
                  </a:lnTo>
                  <a:lnTo>
                    <a:pt x="8468" y="329"/>
                  </a:lnTo>
                  <a:lnTo>
                    <a:pt x="7681" y="572"/>
                  </a:lnTo>
                  <a:lnTo>
                    <a:pt x="7681" y="572"/>
                  </a:lnTo>
                  <a:lnTo>
                    <a:pt x="7281" y="701"/>
                  </a:lnTo>
                  <a:lnTo>
                    <a:pt x="6866" y="815"/>
                  </a:lnTo>
                  <a:lnTo>
                    <a:pt x="6437" y="930"/>
                  </a:lnTo>
                  <a:lnTo>
                    <a:pt x="6022" y="1016"/>
                  </a:lnTo>
                  <a:lnTo>
                    <a:pt x="5593" y="1087"/>
                  </a:lnTo>
                  <a:lnTo>
                    <a:pt x="5164" y="1130"/>
                  </a:lnTo>
                  <a:lnTo>
                    <a:pt x="4949" y="1130"/>
                  </a:lnTo>
                  <a:lnTo>
                    <a:pt x="4735" y="1130"/>
                  </a:lnTo>
                  <a:lnTo>
                    <a:pt x="4520" y="1116"/>
                  </a:lnTo>
                  <a:lnTo>
                    <a:pt x="4306" y="1102"/>
                  </a:lnTo>
                  <a:lnTo>
                    <a:pt x="4306" y="1102"/>
                  </a:lnTo>
                  <a:lnTo>
                    <a:pt x="4120" y="1616"/>
                  </a:lnTo>
                  <a:lnTo>
                    <a:pt x="3934" y="2103"/>
                  </a:lnTo>
                  <a:lnTo>
                    <a:pt x="3719" y="2603"/>
                  </a:lnTo>
                  <a:lnTo>
                    <a:pt x="3490" y="3090"/>
                  </a:lnTo>
                  <a:lnTo>
                    <a:pt x="3004" y="4134"/>
                  </a:lnTo>
                  <a:lnTo>
                    <a:pt x="2732" y="4706"/>
                  </a:lnTo>
                  <a:lnTo>
                    <a:pt x="2461" y="5307"/>
                  </a:lnTo>
                  <a:lnTo>
                    <a:pt x="2175" y="5979"/>
                  </a:lnTo>
                  <a:lnTo>
                    <a:pt x="1874" y="6708"/>
                  </a:lnTo>
                  <a:lnTo>
                    <a:pt x="1574" y="7524"/>
                  </a:lnTo>
                  <a:lnTo>
                    <a:pt x="1273" y="8425"/>
                  </a:lnTo>
                  <a:lnTo>
                    <a:pt x="959" y="9412"/>
                  </a:lnTo>
                  <a:lnTo>
                    <a:pt x="644" y="10513"/>
                  </a:lnTo>
                  <a:lnTo>
                    <a:pt x="329" y="11729"/>
                  </a:lnTo>
                  <a:lnTo>
                    <a:pt x="15" y="130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83;p18">
              <a:extLst>
                <a:ext uri="{FF2B5EF4-FFF2-40B4-BE49-F238E27FC236}">
                  <a16:creationId xmlns:a16="http://schemas.microsoft.com/office/drawing/2014/main" id="{58AFAD00-6528-42CB-2807-3D8B52F687F1}"/>
                </a:ext>
              </a:extLst>
            </p:cNvPr>
            <p:cNvSpPr/>
            <p:nvPr/>
          </p:nvSpPr>
          <p:spPr>
            <a:xfrm>
              <a:off x="1332675" y="2424100"/>
              <a:ext cx="5025" cy="17550"/>
            </a:xfrm>
            <a:custGeom>
              <a:avLst/>
              <a:gdLst/>
              <a:ahLst/>
              <a:cxnLst/>
              <a:rect l="l" t="t" r="r" b="b"/>
              <a:pathLst>
                <a:path w="201" h="702" extrusionOk="0">
                  <a:moveTo>
                    <a:pt x="72" y="1"/>
                  </a:moveTo>
                  <a:lnTo>
                    <a:pt x="0" y="15"/>
                  </a:lnTo>
                  <a:lnTo>
                    <a:pt x="43" y="144"/>
                  </a:lnTo>
                  <a:lnTo>
                    <a:pt x="186" y="702"/>
                  </a:lnTo>
                  <a:lnTo>
                    <a:pt x="200" y="702"/>
                  </a:lnTo>
                  <a:lnTo>
                    <a:pt x="200" y="687"/>
                  </a:lnTo>
                  <a:lnTo>
                    <a:pt x="72"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84;p18">
              <a:extLst>
                <a:ext uri="{FF2B5EF4-FFF2-40B4-BE49-F238E27FC236}">
                  <a16:creationId xmlns:a16="http://schemas.microsoft.com/office/drawing/2014/main" id="{B206694E-2D09-7FCD-43D6-120A901822A3}"/>
                </a:ext>
              </a:extLst>
            </p:cNvPr>
            <p:cNvSpPr/>
            <p:nvPr/>
          </p:nvSpPr>
          <p:spPr>
            <a:xfrm>
              <a:off x="1332675" y="2424100"/>
              <a:ext cx="5025" cy="17550"/>
            </a:xfrm>
            <a:custGeom>
              <a:avLst/>
              <a:gdLst/>
              <a:ahLst/>
              <a:cxnLst/>
              <a:rect l="l" t="t" r="r" b="b"/>
              <a:pathLst>
                <a:path w="201" h="702" fill="none" extrusionOk="0">
                  <a:moveTo>
                    <a:pt x="72" y="1"/>
                  </a:moveTo>
                  <a:lnTo>
                    <a:pt x="72" y="1"/>
                  </a:lnTo>
                  <a:lnTo>
                    <a:pt x="0" y="15"/>
                  </a:lnTo>
                  <a:lnTo>
                    <a:pt x="0" y="15"/>
                  </a:lnTo>
                  <a:lnTo>
                    <a:pt x="43" y="144"/>
                  </a:lnTo>
                  <a:lnTo>
                    <a:pt x="43" y="144"/>
                  </a:lnTo>
                  <a:lnTo>
                    <a:pt x="186" y="702"/>
                  </a:lnTo>
                  <a:lnTo>
                    <a:pt x="186" y="702"/>
                  </a:lnTo>
                  <a:lnTo>
                    <a:pt x="200" y="702"/>
                  </a:lnTo>
                  <a:lnTo>
                    <a:pt x="200" y="702"/>
                  </a:lnTo>
                  <a:lnTo>
                    <a:pt x="200" y="687"/>
                  </a:lnTo>
                  <a:lnTo>
                    <a:pt x="7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85;p18">
              <a:extLst>
                <a:ext uri="{FF2B5EF4-FFF2-40B4-BE49-F238E27FC236}">
                  <a16:creationId xmlns:a16="http://schemas.microsoft.com/office/drawing/2014/main" id="{13985530-6902-6EA4-9579-7E32803D8443}"/>
                </a:ext>
              </a:extLst>
            </p:cNvPr>
            <p:cNvSpPr/>
            <p:nvPr/>
          </p:nvSpPr>
          <p:spPr>
            <a:xfrm>
              <a:off x="1177475" y="2420875"/>
              <a:ext cx="159875" cy="23625"/>
            </a:xfrm>
            <a:custGeom>
              <a:avLst/>
              <a:gdLst/>
              <a:ahLst/>
              <a:cxnLst/>
              <a:rect l="l" t="t" r="r" b="b"/>
              <a:pathLst>
                <a:path w="6395" h="945" extrusionOk="0">
                  <a:moveTo>
                    <a:pt x="1" y="1"/>
                  </a:moveTo>
                  <a:lnTo>
                    <a:pt x="58" y="30"/>
                  </a:lnTo>
                  <a:lnTo>
                    <a:pt x="244" y="144"/>
                  </a:lnTo>
                  <a:lnTo>
                    <a:pt x="558" y="301"/>
                  </a:lnTo>
                  <a:lnTo>
                    <a:pt x="759" y="387"/>
                  </a:lnTo>
                  <a:lnTo>
                    <a:pt x="1002" y="473"/>
                  </a:lnTo>
                  <a:lnTo>
                    <a:pt x="1288" y="559"/>
                  </a:lnTo>
                  <a:lnTo>
                    <a:pt x="1603" y="645"/>
                  </a:lnTo>
                  <a:lnTo>
                    <a:pt x="1960" y="730"/>
                  </a:lnTo>
                  <a:lnTo>
                    <a:pt x="2361" y="802"/>
                  </a:lnTo>
                  <a:lnTo>
                    <a:pt x="2790" y="859"/>
                  </a:lnTo>
                  <a:lnTo>
                    <a:pt x="3276" y="902"/>
                  </a:lnTo>
                  <a:lnTo>
                    <a:pt x="3805" y="931"/>
                  </a:lnTo>
                  <a:lnTo>
                    <a:pt x="4363" y="945"/>
                  </a:lnTo>
                  <a:lnTo>
                    <a:pt x="4835" y="945"/>
                  </a:lnTo>
                  <a:lnTo>
                    <a:pt x="5321" y="916"/>
                  </a:lnTo>
                  <a:lnTo>
                    <a:pt x="5851" y="888"/>
                  </a:lnTo>
                  <a:lnTo>
                    <a:pt x="6394" y="831"/>
                  </a:lnTo>
                  <a:lnTo>
                    <a:pt x="6251" y="273"/>
                  </a:lnTo>
                  <a:lnTo>
                    <a:pt x="6208" y="144"/>
                  </a:lnTo>
                  <a:lnTo>
                    <a:pt x="5736" y="187"/>
                  </a:lnTo>
                  <a:lnTo>
                    <a:pt x="4921" y="258"/>
                  </a:lnTo>
                  <a:lnTo>
                    <a:pt x="3877" y="316"/>
                  </a:lnTo>
                  <a:lnTo>
                    <a:pt x="3305" y="330"/>
                  </a:lnTo>
                  <a:lnTo>
                    <a:pt x="2733" y="344"/>
                  </a:lnTo>
                  <a:lnTo>
                    <a:pt x="2318" y="330"/>
                  </a:lnTo>
                  <a:lnTo>
                    <a:pt x="1917" y="316"/>
                  </a:lnTo>
                  <a:lnTo>
                    <a:pt x="1531" y="301"/>
                  </a:lnTo>
                  <a:lnTo>
                    <a:pt x="1173" y="258"/>
                  </a:lnTo>
                  <a:lnTo>
                    <a:pt x="830" y="215"/>
                  </a:lnTo>
                  <a:lnTo>
                    <a:pt x="516" y="158"/>
                  </a:lnTo>
                  <a:lnTo>
                    <a:pt x="244" y="87"/>
                  </a:lnTo>
                  <a:lnTo>
                    <a:pt x="1" y="1"/>
                  </a:lnTo>
                  <a:close/>
                </a:path>
              </a:pathLst>
            </a:custGeom>
            <a:solidFill>
              <a:srgbClr val="E5AA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86;p18">
              <a:extLst>
                <a:ext uri="{FF2B5EF4-FFF2-40B4-BE49-F238E27FC236}">
                  <a16:creationId xmlns:a16="http://schemas.microsoft.com/office/drawing/2014/main" id="{D97CF1C9-6054-CB68-3A68-42D4A97F4B15}"/>
                </a:ext>
              </a:extLst>
            </p:cNvPr>
            <p:cNvSpPr/>
            <p:nvPr/>
          </p:nvSpPr>
          <p:spPr>
            <a:xfrm>
              <a:off x="1177475" y="2420875"/>
              <a:ext cx="159875" cy="23625"/>
            </a:xfrm>
            <a:custGeom>
              <a:avLst/>
              <a:gdLst/>
              <a:ahLst/>
              <a:cxnLst/>
              <a:rect l="l" t="t" r="r" b="b"/>
              <a:pathLst>
                <a:path w="6395" h="945" fill="none" extrusionOk="0">
                  <a:moveTo>
                    <a:pt x="1" y="1"/>
                  </a:moveTo>
                  <a:lnTo>
                    <a:pt x="1" y="1"/>
                  </a:lnTo>
                  <a:lnTo>
                    <a:pt x="58" y="30"/>
                  </a:lnTo>
                  <a:lnTo>
                    <a:pt x="244" y="144"/>
                  </a:lnTo>
                  <a:lnTo>
                    <a:pt x="558" y="301"/>
                  </a:lnTo>
                  <a:lnTo>
                    <a:pt x="759" y="387"/>
                  </a:lnTo>
                  <a:lnTo>
                    <a:pt x="1002" y="473"/>
                  </a:lnTo>
                  <a:lnTo>
                    <a:pt x="1288" y="559"/>
                  </a:lnTo>
                  <a:lnTo>
                    <a:pt x="1603" y="645"/>
                  </a:lnTo>
                  <a:lnTo>
                    <a:pt x="1960" y="730"/>
                  </a:lnTo>
                  <a:lnTo>
                    <a:pt x="2361" y="802"/>
                  </a:lnTo>
                  <a:lnTo>
                    <a:pt x="2790" y="859"/>
                  </a:lnTo>
                  <a:lnTo>
                    <a:pt x="3276" y="902"/>
                  </a:lnTo>
                  <a:lnTo>
                    <a:pt x="3805" y="931"/>
                  </a:lnTo>
                  <a:lnTo>
                    <a:pt x="4363" y="945"/>
                  </a:lnTo>
                  <a:lnTo>
                    <a:pt x="4363" y="945"/>
                  </a:lnTo>
                  <a:lnTo>
                    <a:pt x="4835" y="945"/>
                  </a:lnTo>
                  <a:lnTo>
                    <a:pt x="5321" y="916"/>
                  </a:lnTo>
                  <a:lnTo>
                    <a:pt x="5851" y="888"/>
                  </a:lnTo>
                  <a:lnTo>
                    <a:pt x="6394" y="831"/>
                  </a:lnTo>
                  <a:lnTo>
                    <a:pt x="6394" y="831"/>
                  </a:lnTo>
                  <a:lnTo>
                    <a:pt x="6251" y="273"/>
                  </a:lnTo>
                  <a:lnTo>
                    <a:pt x="6251" y="273"/>
                  </a:lnTo>
                  <a:lnTo>
                    <a:pt x="6208" y="144"/>
                  </a:lnTo>
                  <a:lnTo>
                    <a:pt x="6208" y="144"/>
                  </a:lnTo>
                  <a:lnTo>
                    <a:pt x="5736" y="187"/>
                  </a:lnTo>
                  <a:lnTo>
                    <a:pt x="4921" y="258"/>
                  </a:lnTo>
                  <a:lnTo>
                    <a:pt x="3877" y="316"/>
                  </a:lnTo>
                  <a:lnTo>
                    <a:pt x="3305" y="330"/>
                  </a:lnTo>
                  <a:lnTo>
                    <a:pt x="2733" y="344"/>
                  </a:lnTo>
                  <a:lnTo>
                    <a:pt x="2733" y="344"/>
                  </a:lnTo>
                  <a:lnTo>
                    <a:pt x="2318" y="330"/>
                  </a:lnTo>
                  <a:lnTo>
                    <a:pt x="1917" y="316"/>
                  </a:lnTo>
                  <a:lnTo>
                    <a:pt x="1531" y="301"/>
                  </a:lnTo>
                  <a:lnTo>
                    <a:pt x="1173" y="258"/>
                  </a:lnTo>
                  <a:lnTo>
                    <a:pt x="830" y="215"/>
                  </a:lnTo>
                  <a:lnTo>
                    <a:pt x="516" y="158"/>
                  </a:lnTo>
                  <a:lnTo>
                    <a:pt x="244" y="87"/>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87;p18">
              <a:extLst>
                <a:ext uri="{FF2B5EF4-FFF2-40B4-BE49-F238E27FC236}">
                  <a16:creationId xmlns:a16="http://schemas.microsoft.com/office/drawing/2014/main" id="{BC32B439-AF09-5493-B19D-BC54237B7D71}"/>
                </a:ext>
              </a:extLst>
            </p:cNvPr>
            <p:cNvSpPr/>
            <p:nvPr/>
          </p:nvSpPr>
          <p:spPr>
            <a:xfrm>
              <a:off x="932900" y="1876650"/>
              <a:ext cx="607900" cy="554625"/>
            </a:xfrm>
            <a:custGeom>
              <a:avLst/>
              <a:gdLst/>
              <a:ahLst/>
              <a:cxnLst/>
              <a:rect l="l" t="t" r="r" b="b"/>
              <a:pathLst>
                <a:path w="24316" h="22185" extrusionOk="0">
                  <a:moveTo>
                    <a:pt x="10613" y="1"/>
                  </a:moveTo>
                  <a:lnTo>
                    <a:pt x="9912" y="29"/>
                  </a:lnTo>
                  <a:lnTo>
                    <a:pt x="9211" y="58"/>
                  </a:lnTo>
                  <a:lnTo>
                    <a:pt x="8854" y="158"/>
                  </a:lnTo>
                  <a:lnTo>
                    <a:pt x="8439" y="287"/>
                  </a:lnTo>
                  <a:lnTo>
                    <a:pt x="7896" y="473"/>
                  </a:lnTo>
                  <a:lnTo>
                    <a:pt x="7252" y="716"/>
                  </a:lnTo>
                  <a:lnTo>
                    <a:pt x="6909" y="859"/>
                  </a:lnTo>
                  <a:lnTo>
                    <a:pt x="6537" y="1016"/>
                  </a:lnTo>
                  <a:lnTo>
                    <a:pt x="6151" y="1202"/>
                  </a:lnTo>
                  <a:lnTo>
                    <a:pt x="5764" y="1388"/>
                  </a:lnTo>
                  <a:lnTo>
                    <a:pt x="5364" y="1603"/>
                  </a:lnTo>
                  <a:lnTo>
                    <a:pt x="4949" y="1831"/>
                  </a:lnTo>
                  <a:lnTo>
                    <a:pt x="4534" y="2089"/>
                  </a:lnTo>
                  <a:lnTo>
                    <a:pt x="4120" y="2361"/>
                  </a:lnTo>
                  <a:lnTo>
                    <a:pt x="3705" y="2647"/>
                  </a:lnTo>
                  <a:lnTo>
                    <a:pt x="3290" y="2961"/>
                  </a:lnTo>
                  <a:lnTo>
                    <a:pt x="2889" y="3305"/>
                  </a:lnTo>
                  <a:lnTo>
                    <a:pt x="2503" y="3662"/>
                  </a:lnTo>
                  <a:lnTo>
                    <a:pt x="2146" y="4034"/>
                  </a:lnTo>
                  <a:lnTo>
                    <a:pt x="1788" y="4435"/>
                  </a:lnTo>
                  <a:lnTo>
                    <a:pt x="1459" y="4864"/>
                  </a:lnTo>
                  <a:lnTo>
                    <a:pt x="1316" y="5078"/>
                  </a:lnTo>
                  <a:lnTo>
                    <a:pt x="1159" y="5307"/>
                  </a:lnTo>
                  <a:lnTo>
                    <a:pt x="1030" y="5536"/>
                  </a:lnTo>
                  <a:lnTo>
                    <a:pt x="887" y="5779"/>
                  </a:lnTo>
                  <a:lnTo>
                    <a:pt x="773" y="6022"/>
                  </a:lnTo>
                  <a:lnTo>
                    <a:pt x="658" y="6280"/>
                  </a:lnTo>
                  <a:lnTo>
                    <a:pt x="544" y="6537"/>
                  </a:lnTo>
                  <a:lnTo>
                    <a:pt x="444" y="6795"/>
                  </a:lnTo>
                  <a:lnTo>
                    <a:pt x="358" y="7066"/>
                  </a:lnTo>
                  <a:lnTo>
                    <a:pt x="272" y="7338"/>
                  </a:lnTo>
                  <a:lnTo>
                    <a:pt x="215" y="7624"/>
                  </a:lnTo>
                  <a:lnTo>
                    <a:pt x="158" y="7910"/>
                  </a:lnTo>
                  <a:lnTo>
                    <a:pt x="100" y="8196"/>
                  </a:lnTo>
                  <a:lnTo>
                    <a:pt x="72" y="8497"/>
                  </a:lnTo>
                  <a:lnTo>
                    <a:pt x="14" y="9198"/>
                  </a:lnTo>
                  <a:lnTo>
                    <a:pt x="0" y="9884"/>
                  </a:lnTo>
                  <a:lnTo>
                    <a:pt x="14" y="10571"/>
                  </a:lnTo>
                  <a:lnTo>
                    <a:pt x="57" y="11243"/>
                  </a:lnTo>
                  <a:lnTo>
                    <a:pt x="129" y="11901"/>
                  </a:lnTo>
                  <a:lnTo>
                    <a:pt x="243" y="12559"/>
                  </a:lnTo>
                  <a:lnTo>
                    <a:pt x="372" y="13202"/>
                  </a:lnTo>
                  <a:lnTo>
                    <a:pt x="544" y="13832"/>
                  </a:lnTo>
                  <a:lnTo>
                    <a:pt x="658" y="14204"/>
                  </a:lnTo>
                  <a:lnTo>
                    <a:pt x="801" y="14561"/>
                  </a:lnTo>
                  <a:lnTo>
                    <a:pt x="930" y="14933"/>
                  </a:lnTo>
                  <a:lnTo>
                    <a:pt x="1087" y="15291"/>
                  </a:lnTo>
                  <a:lnTo>
                    <a:pt x="1259" y="15634"/>
                  </a:lnTo>
                  <a:lnTo>
                    <a:pt x="1431" y="15977"/>
                  </a:lnTo>
                  <a:lnTo>
                    <a:pt x="1616" y="16320"/>
                  </a:lnTo>
                  <a:lnTo>
                    <a:pt x="1817" y="16649"/>
                  </a:lnTo>
                  <a:lnTo>
                    <a:pt x="2031" y="16978"/>
                  </a:lnTo>
                  <a:lnTo>
                    <a:pt x="2246" y="17293"/>
                  </a:lnTo>
                  <a:lnTo>
                    <a:pt x="2489" y="17593"/>
                  </a:lnTo>
                  <a:lnTo>
                    <a:pt x="2732" y="17894"/>
                  </a:lnTo>
                  <a:lnTo>
                    <a:pt x="2990" y="18194"/>
                  </a:lnTo>
                  <a:lnTo>
                    <a:pt x="3247" y="18480"/>
                  </a:lnTo>
                  <a:lnTo>
                    <a:pt x="3533" y="18752"/>
                  </a:lnTo>
                  <a:lnTo>
                    <a:pt x="3819" y="19024"/>
                  </a:lnTo>
                  <a:lnTo>
                    <a:pt x="4120" y="19281"/>
                  </a:lnTo>
                  <a:lnTo>
                    <a:pt x="4434" y="19524"/>
                  </a:lnTo>
                  <a:lnTo>
                    <a:pt x="4763" y="19767"/>
                  </a:lnTo>
                  <a:lnTo>
                    <a:pt x="5092" y="19996"/>
                  </a:lnTo>
                  <a:lnTo>
                    <a:pt x="5435" y="20211"/>
                  </a:lnTo>
                  <a:lnTo>
                    <a:pt x="5793" y="20425"/>
                  </a:lnTo>
                  <a:lnTo>
                    <a:pt x="6165" y="20626"/>
                  </a:lnTo>
                  <a:lnTo>
                    <a:pt x="6551" y="20812"/>
                  </a:lnTo>
                  <a:lnTo>
                    <a:pt x="6937" y="20998"/>
                  </a:lnTo>
                  <a:lnTo>
                    <a:pt x="7338" y="21155"/>
                  </a:lnTo>
                  <a:lnTo>
                    <a:pt x="7753" y="21312"/>
                  </a:lnTo>
                  <a:lnTo>
                    <a:pt x="8182" y="21455"/>
                  </a:lnTo>
                  <a:lnTo>
                    <a:pt x="8611" y="21584"/>
                  </a:lnTo>
                  <a:lnTo>
                    <a:pt x="9054" y="21713"/>
                  </a:lnTo>
                  <a:lnTo>
                    <a:pt x="9512" y="21813"/>
                  </a:lnTo>
                  <a:lnTo>
                    <a:pt x="9984" y="21913"/>
                  </a:lnTo>
                  <a:lnTo>
                    <a:pt x="10656" y="22027"/>
                  </a:lnTo>
                  <a:lnTo>
                    <a:pt x="11328" y="22113"/>
                  </a:lnTo>
                  <a:lnTo>
                    <a:pt x="12015" y="22170"/>
                  </a:lnTo>
                  <a:lnTo>
                    <a:pt x="12701" y="22185"/>
                  </a:lnTo>
                  <a:lnTo>
                    <a:pt x="13374" y="22185"/>
                  </a:lnTo>
                  <a:lnTo>
                    <a:pt x="14060" y="22156"/>
                  </a:lnTo>
                  <a:lnTo>
                    <a:pt x="14733" y="22085"/>
                  </a:lnTo>
                  <a:lnTo>
                    <a:pt x="15390" y="21984"/>
                  </a:lnTo>
                  <a:lnTo>
                    <a:pt x="16048" y="21856"/>
                  </a:lnTo>
                  <a:lnTo>
                    <a:pt x="16377" y="21784"/>
                  </a:lnTo>
                  <a:lnTo>
                    <a:pt x="16706" y="21698"/>
                  </a:lnTo>
                  <a:lnTo>
                    <a:pt x="17021" y="21598"/>
                  </a:lnTo>
                  <a:lnTo>
                    <a:pt x="17336" y="21498"/>
                  </a:lnTo>
                  <a:lnTo>
                    <a:pt x="17650" y="21384"/>
                  </a:lnTo>
                  <a:lnTo>
                    <a:pt x="17965" y="21269"/>
                  </a:lnTo>
                  <a:lnTo>
                    <a:pt x="18265" y="21141"/>
                  </a:lnTo>
                  <a:lnTo>
                    <a:pt x="18566" y="20998"/>
                  </a:lnTo>
                  <a:lnTo>
                    <a:pt x="18866" y="20855"/>
                  </a:lnTo>
                  <a:lnTo>
                    <a:pt x="19167" y="20697"/>
                  </a:lnTo>
                  <a:lnTo>
                    <a:pt x="19453" y="20526"/>
                  </a:lnTo>
                  <a:lnTo>
                    <a:pt x="19739" y="20354"/>
                  </a:lnTo>
                  <a:lnTo>
                    <a:pt x="20010" y="20168"/>
                  </a:lnTo>
                  <a:lnTo>
                    <a:pt x="20282" y="19982"/>
                  </a:lnTo>
                  <a:lnTo>
                    <a:pt x="20554" y="19767"/>
                  </a:lnTo>
                  <a:lnTo>
                    <a:pt x="20811" y="19553"/>
                  </a:lnTo>
                  <a:lnTo>
                    <a:pt x="21055" y="19324"/>
                  </a:lnTo>
                  <a:lnTo>
                    <a:pt x="21298" y="19081"/>
                  </a:lnTo>
                  <a:lnTo>
                    <a:pt x="21541" y="18823"/>
                  </a:lnTo>
                  <a:lnTo>
                    <a:pt x="21770" y="18566"/>
                  </a:lnTo>
                  <a:lnTo>
                    <a:pt x="21984" y="18280"/>
                  </a:lnTo>
                  <a:lnTo>
                    <a:pt x="22199" y="17994"/>
                  </a:lnTo>
                  <a:lnTo>
                    <a:pt x="22399" y="17708"/>
                  </a:lnTo>
                  <a:lnTo>
                    <a:pt x="22599" y="17393"/>
                  </a:lnTo>
                  <a:lnTo>
                    <a:pt x="22785" y="17093"/>
                  </a:lnTo>
                  <a:lnTo>
                    <a:pt x="22957" y="16764"/>
                  </a:lnTo>
                  <a:lnTo>
                    <a:pt x="23129" y="16435"/>
                  </a:lnTo>
                  <a:lnTo>
                    <a:pt x="23286" y="16106"/>
                  </a:lnTo>
                  <a:lnTo>
                    <a:pt x="23429" y="15763"/>
                  </a:lnTo>
                  <a:lnTo>
                    <a:pt x="23558" y="15419"/>
                  </a:lnTo>
                  <a:lnTo>
                    <a:pt x="23686" y="15076"/>
                  </a:lnTo>
                  <a:lnTo>
                    <a:pt x="23801" y="14719"/>
                  </a:lnTo>
                  <a:lnTo>
                    <a:pt x="23915" y="14361"/>
                  </a:lnTo>
                  <a:lnTo>
                    <a:pt x="24001" y="14003"/>
                  </a:lnTo>
                  <a:lnTo>
                    <a:pt x="24087" y="13646"/>
                  </a:lnTo>
                  <a:lnTo>
                    <a:pt x="24158" y="13274"/>
                  </a:lnTo>
                  <a:lnTo>
                    <a:pt x="24216" y="12916"/>
                  </a:lnTo>
                  <a:lnTo>
                    <a:pt x="24258" y="12544"/>
                  </a:lnTo>
                  <a:lnTo>
                    <a:pt x="24287" y="12187"/>
                  </a:lnTo>
                  <a:lnTo>
                    <a:pt x="24316" y="11815"/>
                  </a:lnTo>
                  <a:lnTo>
                    <a:pt x="24316" y="11457"/>
                  </a:lnTo>
                  <a:lnTo>
                    <a:pt x="24316" y="11086"/>
                  </a:lnTo>
                  <a:lnTo>
                    <a:pt x="24301" y="10728"/>
                  </a:lnTo>
                  <a:lnTo>
                    <a:pt x="24258" y="10370"/>
                  </a:lnTo>
                  <a:lnTo>
                    <a:pt x="24216" y="10013"/>
                  </a:lnTo>
                  <a:lnTo>
                    <a:pt x="24158" y="9655"/>
                  </a:lnTo>
                  <a:lnTo>
                    <a:pt x="24015" y="8983"/>
                  </a:lnTo>
                  <a:lnTo>
                    <a:pt x="23844" y="8339"/>
                  </a:lnTo>
                  <a:lnTo>
                    <a:pt x="23643" y="7739"/>
                  </a:lnTo>
                  <a:lnTo>
                    <a:pt x="23429" y="7166"/>
                  </a:lnTo>
                  <a:lnTo>
                    <a:pt x="23200" y="6637"/>
                  </a:lnTo>
                  <a:lnTo>
                    <a:pt x="22928" y="6122"/>
                  </a:lnTo>
                  <a:lnTo>
                    <a:pt x="22642" y="5650"/>
                  </a:lnTo>
                  <a:lnTo>
                    <a:pt x="22342" y="5193"/>
                  </a:lnTo>
                  <a:lnTo>
                    <a:pt x="22013" y="4764"/>
                  </a:lnTo>
                  <a:lnTo>
                    <a:pt x="21655" y="4349"/>
                  </a:lnTo>
                  <a:lnTo>
                    <a:pt x="21283" y="3963"/>
                  </a:lnTo>
                  <a:lnTo>
                    <a:pt x="20883" y="3591"/>
                  </a:lnTo>
                  <a:lnTo>
                    <a:pt x="20468" y="3233"/>
                  </a:lnTo>
                  <a:lnTo>
                    <a:pt x="20025" y="2890"/>
                  </a:lnTo>
                  <a:lnTo>
                    <a:pt x="19567" y="2561"/>
                  </a:lnTo>
                  <a:lnTo>
                    <a:pt x="19081" y="2232"/>
                  </a:lnTo>
                  <a:lnTo>
                    <a:pt x="18566" y="1917"/>
                  </a:lnTo>
                  <a:lnTo>
                    <a:pt x="18051" y="1631"/>
                  </a:lnTo>
                  <a:lnTo>
                    <a:pt x="17507" y="1374"/>
                  </a:lnTo>
                  <a:lnTo>
                    <a:pt x="16950" y="1131"/>
                  </a:lnTo>
                  <a:lnTo>
                    <a:pt x="16377" y="902"/>
                  </a:lnTo>
                  <a:lnTo>
                    <a:pt x="15791" y="716"/>
                  </a:lnTo>
                  <a:lnTo>
                    <a:pt x="15190" y="544"/>
                  </a:lnTo>
                  <a:lnTo>
                    <a:pt x="14575" y="401"/>
                  </a:lnTo>
                  <a:lnTo>
                    <a:pt x="13946" y="272"/>
                  </a:lnTo>
                  <a:lnTo>
                    <a:pt x="13302" y="172"/>
                  </a:lnTo>
                  <a:lnTo>
                    <a:pt x="12644" y="101"/>
                  </a:lnTo>
                  <a:lnTo>
                    <a:pt x="11986" y="44"/>
                  </a:lnTo>
                  <a:lnTo>
                    <a:pt x="11300" y="15"/>
                  </a:lnTo>
                  <a:lnTo>
                    <a:pt x="10613" y="1"/>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88;p18">
              <a:extLst>
                <a:ext uri="{FF2B5EF4-FFF2-40B4-BE49-F238E27FC236}">
                  <a16:creationId xmlns:a16="http://schemas.microsoft.com/office/drawing/2014/main" id="{A67E1393-CFB7-B6CF-C8BF-023EB8080283}"/>
                </a:ext>
              </a:extLst>
            </p:cNvPr>
            <p:cNvSpPr/>
            <p:nvPr/>
          </p:nvSpPr>
          <p:spPr>
            <a:xfrm>
              <a:off x="1260800" y="2239600"/>
              <a:ext cx="80825" cy="40775"/>
            </a:xfrm>
            <a:custGeom>
              <a:avLst/>
              <a:gdLst/>
              <a:ahLst/>
              <a:cxnLst/>
              <a:rect l="l" t="t" r="r" b="b"/>
              <a:pathLst>
                <a:path w="3233" h="1631" extrusionOk="0">
                  <a:moveTo>
                    <a:pt x="2890" y="0"/>
                  </a:moveTo>
                  <a:lnTo>
                    <a:pt x="2832" y="15"/>
                  </a:lnTo>
                  <a:lnTo>
                    <a:pt x="2789" y="29"/>
                  </a:lnTo>
                  <a:lnTo>
                    <a:pt x="2732" y="72"/>
                  </a:lnTo>
                  <a:lnTo>
                    <a:pt x="2689" y="115"/>
                  </a:lnTo>
                  <a:lnTo>
                    <a:pt x="2661" y="158"/>
                  </a:lnTo>
                  <a:lnTo>
                    <a:pt x="2646" y="229"/>
                  </a:lnTo>
                  <a:lnTo>
                    <a:pt x="2575" y="415"/>
                  </a:lnTo>
                  <a:lnTo>
                    <a:pt x="2489" y="587"/>
                  </a:lnTo>
                  <a:lnTo>
                    <a:pt x="2389" y="715"/>
                  </a:lnTo>
                  <a:lnTo>
                    <a:pt x="2274" y="830"/>
                  </a:lnTo>
                  <a:lnTo>
                    <a:pt x="2146" y="901"/>
                  </a:lnTo>
                  <a:lnTo>
                    <a:pt x="2017" y="959"/>
                  </a:lnTo>
                  <a:lnTo>
                    <a:pt x="1860" y="1001"/>
                  </a:lnTo>
                  <a:lnTo>
                    <a:pt x="1717" y="1001"/>
                  </a:lnTo>
                  <a:lnTo>
                    <a:pt x="1559" y="987"/>
                  </a:lnTo>
                  <a:lnTo>
                    <a:pt x="1402" y="959"/>
                  </a:lnTo>
                  <a:lnTo>
                    <a:pt x="1245" y="901"/>
                  </a:lnTo>
                  <a:lnTo>
                    <a:pt x="1087" y="844"/>
                  </a:lnTo>
                  <a:lnTo>
                    <a:pt x="944" y="758"/>
                  </a:lnTo>
                  <a:lnTo>
                    <a:pt x="801" y="644"/>
                  </a:lnTo>
                  <a:lnTo>
                    <a:pt x="673" y="529"/>
                  </a:lnTo>
                  <a:lnTo>
                    <a:pt x="558" y="401"/>
                  </a:lnTo>
                  <a:lnTo>
                    <a:pt x="515" y="358"/>
                  </a:lnTo>
                  <a:lnTo>
                    <a:pt x="458" y="329"/>
                  </a:lnTo>
                  <a:lnTo>
                    <a:pt x="401" y="301"/>
                  </a:lnTo>
                  <a:lnTo>
                    <a:pt x="344" y="286"/>
                  </a:lnTo>
                  <a:lnTo>
                    <a:pt x="286" y="286"/>
                  </a:lnTo>
                  <a:lnTo>
                    <a:pt x="229" y="301"/>
                  </a:lnTo>
                  <a:lnTo>
                    <a:pt x="172" y="329"/>
                  </a:lnTo>
                  <a:lnTo>
                    <a:pt x="129" y="358"/>
                  </a:lnTo>
                  <a:lnTo>
                    <a:pt x="86" y="386"/>
                  </a:lnTo>
                  <a:lnTo>
                    <a:pt x="43" y="429"/>
                  </a:lnTo>
                  <a:lnTo>
                    <a:pt x="15" y="472"/>
                  </a:lnTo>
                  <a:lnTo>
                    <a:pt x="0" y="529"/>
                  </a:lnTo>
                  <a:lnTo>
                    <a:pt x="0" y="572"/>
                  </a:lnTo>
                  <a:lnTo>
                    <a:pt x="0" y="630"/>
                  </a:lnTo>
                  <a:lnTo>
                    <a:pt x="29" y="687"/>
                  </a:lnTo>
                  <a:lnTo>
                    <a:pt x="57" y="744"/>
                  </a:lnTo>
                  <a:lnTo>
                    <a:pt x="243" y="959"/>
                  </a:lnTo>
                  <a:lnTo>
                    <a:pt x="444" y="1145"/>
                  </a:lnTo>
                  <a:lnTo>
                    <a:pt x="658" y="1302"/>
                  </a:lnTo>
                  <a:lnTo>
                    <a:pt x="887" y="1445"/>
                  </a:lnTo>
                  <a:lnTo>
                    <a:pt x="1001" y="1502"/>
                  </a:lnTo>
                  <a:lnTo>
                    <a:pt x="1130" y="1545"/>
                  </a:lnTo>
                  <a:lnTo>
                    <a:pt x="1259" y="1588"/>
                  </a:lnTo>
                  <a:lnTo>
                    <a:pt x="1388" y="1617"/>
                  </a:lnTo>
                  <a:lnTo>
                    <a:pt x="1516" y="1631"/>
                  </a:lnTo>
                  <a:lnTo>
                    <a:pt x="1802" y="1631"/>
                  </a:lnTo>
                  <a:lnTo>
                    <a:pt x="1931" y="1617"/>
                  </a:lnTo>
                  <a:lnTo>
                    <a:pt x="2060" y="1588"/>
                  </a:lnTo>
                  <a:lnTo>
                    <a:pt x="2174" y="1545"/>
                  </a:lnTo>
                  <a:lnTo>
                    <a:pt x="2289" y="1502"/>
                  </a:lnTo>
                  <a:lnTo>
                    <a:pt x="2389" y="1459"/>
                  </a:lnTo>
                  <a:lnTo>
                    <a:pt x="2503" y="1388"/>
                  </a:lnTo>
                  <a:lnTo>
                    <a:pt x="2589" y="1330"/>
                  </a:lnTo>
                  <a:lnTo>
                    <a:pt x="2689" y="1259"/>
                  </a:lnTo>
                  <a:lnTo>
                    <a:pt x="2775" y="1173"/>
                  </a:lnTo>
                  <a:lnTo>
                    <a:pt x="2932" y="987"/>
                  </a:lnTo>
                  <a:lnTo>
                    <a:pt x="3061" y="787"/>
                  </a:lnTo>
                  <a:lnTo>
                    <a:pt x="3161" y="572"/>
                  </a:lnTo>
                  <a:lnTo>
                    <a:pt x="3233" y="344"/>
                  </a:lnTo>
                  <a:lnTo>
                    <a:pt x="3233" y="272"/>
                  </a:lnTo>
                  <a:lnTo>
                    <a:pt x="3233" y="215"/>
                  </a:lnTo>
                  <a:lnTo>
                    <a:pt x="3218" y="158"/>
                  </a:lnTo>
                  <a:lnTo>
                    <a:pt x="3190" y="115"/>
                  </a:lnTo>
                  <a:lnTo>
                    <a:pt x="3147" y="72"/>
                  </a:lnTo>
                  <a:lnTo>
                    <a:pt x="3104" y="43"/>
                  </a:lnTo>
                  <a:lnTo>
                    <a:pt x="3061" y="15"/>
                  </a:lnTo>
                  <a:lnTo>
                    <a:pt x="3004" y="0"/>
                  </a:lnTo>
                  <a:close/>
                </a:path>
              </a:pathLst>
            </a:custGeom>
            <a:solidFill>
              <a:srgbClr val="D78A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89;p18">
              <a:extLst>
                <a:ext uri="{FF2B5EF4-FFF2-40B4-BE49-F238E27FC236}">
                  <a16:creationId xmlns:a16="http://schemas.microsoft.com/office/drawing/2014/main" id="{DF232E8F-B8A7-125A-B3E1-1800FCD4E4D5}"/>
                </a:ext>
              </a:extLst>
            </p:cNvPr>
            <p:cNvSpPr/>
            <p:nvPr/>
          </p:nvSpPr>
          <p:spPr>
            <a:xfrm>
              <a:off x="1299775" y="2136250"/>
              <a:ext cx="38275" cy="79050"/>
            </a:xfrm>
            <a:custGeom>
              <a:avLst/>
              <a:gdLst/>
              <a:ahLst/>
              <a:cxnLst/>
              <a:rect l="l" t="t" r="r" b="b"/>
              <a:pathLst>
                <a:path w="1531" h="3162" extrusionOk="0">
                  <a:moveTo>
                    <a:pt x="587" y="1"/>
                  </a:moveTo>
                  <a:lnTo>
                    <a:pt x="544" y="15"/>
                  </a:lnTo>
                  <a:lnTo>
                    <a:pt x="501" y="29"/>
                  </a:lnTo>
                  <a:lnTo>
                    <a:pt x="472" y="58"/>
                  </a:lnTo>
                  <a:lnTo>
                    <a:pt x="444" y="101"/>
                  </a:lnTo>
                  <a:lnTo>
                    <a:pt x="415" y="144"/>
                  </a:lnTo>
                  <a:lnTo>
                    <a:pt x="401" y="187"/>
                  </a:lnTo>
                  <a:lnTo>
                    <a:pt x="401" y="230"/>
                  </a:lnTo>
                  <a:lnTo>
                    <a:pt x="401" y="430"/>
                  </a:lnTo>
                  <a:lnTo>
                    <a:pt x="415" y="630"/>
                  </a:lnTo>
                  <a:lnTo>
                    <a:pt x="444" y="859"/>
                  </a:lnTo>
                  <a:lnTo>
                    <a:pt x="501" y="1131"/>
                  </a:lnTo>
                  <a:lnTo>
                    <a:pt x="587" y="1402"/>
                  </a:lnTo>
                  <a:lnTo>
                    <a:pt x="630" y="1531"/>
                  </a:lnTo>
                  <a:lnTo>
                    <a:pt x="701" y="1660"/>
                  </a:lnTo>
                  <a:lnTo>
                    <a:pt x="773" y="1789"/>
                  </a:lnTo>
                  <a:lnTo>
                    <a:pt x="844" y="1889"/>
                  </a:lnTo>
                  <a:lnTo>
                    <a:pt x="944" y="2032"/>
                  </a:lnTo>
                  <a:lnTo>
                    <a:pt x="1016" y="2160"/>
                  </a:lnTo>
                  <a:lnTo>
                    <a:pt x="1044" y="2261"/>
                  </a:lnTo>
                  <a:lnTo>
                    <a:pt x="1044" y="2318"/>
                  </a:lnTo>
                  <a:lnTo>
                    <a:pt x="1030" y="2361"/>
                  </a:lnTo>
                  <a:lnTo>
                    <a:pt x="1016" y="2404"/>
                  </a:lnTo>
                  <a:lnTo>
                    <a:pt x="987" y="2432"/>
                  </a:lnTo>
                  <a:lnTo>
                    <a:pt x="916" y="2504"/>
                  </a:lnTo>
                  <a:lnTo>
                    <a:pt x="801" y="2561"/>
                  </a:lnTo>
                  <a:lnTo>
                    <a:pt x="658" y="2618"/>
                  </a:lnTo>
                  <a:lnTo>
                    <a:pt x="558" y="2632"/>
                  </a:lnTo>
                  <a:lnTo>
                    <a:pt x="429" y="2661"/>
                  </a:lnTo>
                  <a:lnTo>
                    <a:pt x="229" y="2690"/>
                  </a:lnTo>
                  <a:lnTo>
                    <a:pt x="172" y="2690"/>
                  </a:lnTo>
                  <a:lnTo>
                    <a:pt x="129" y="2704"/>
                  </a:lnTo>
                  <a:lnTo>
                    <a:pt x="86" y="2733"/>
                  </a:lnTo>
                  <a:lnTo>
                    <a:pt x="58" y="2775"/>
                  </a:lnTo>
                  <a:lnTo>
                    <a:pt x="29" y="2804"/>
                  </a:lnTo>
                  <a:lnTo>
                    <a:pt x="15" y="2847"/>
                  </a:lnTo>
                  <a:lnTo>
                    <a:pt x="0" y="2890"/>
                  </a:lnTo>
                  <a:lnTo>
                    <a:pt x="0" y="2947"/>
                  </a:lnTo>
                  <a:lnTo>
                    <a:pt x="15" y="2990"/>
                  </a:lnTo>
                  <a:lnTo>
                    <a:pt x="29" y="3033"/>
                  </a:lnTo>
                  <a:lnTo>
                    <a:pt x="86" y="3104"/>
                  </a:lnTo>
                  <a:lnTo>
                    <a:pt x="158" y="3147"/>
                  </a:lnTo>
                  <a:lnTo>
                    <a:pt x="201" y="3162"/>
                  </a:lnTo>
                  <a:lnTo>
                    <a:pt x="272" y="3162"/>
                  </a:lnTo>
                  <a:lnTo>
                    <a:pt x="472" y="3147"/>
                  </a:lnTo>
                  <a:lnTo>
                    <a:pt x="630" y="3119"/>
                  </a:lnTo>
                  <a:lnTo>
                    <a:pt x="801" y="3076"/>
                  </a:lnTo>
                  <a:lnTo>
                    <a:pt x="959" y="3019"/>
                  </a:lnTo>
                  <a:lnTo>
                    <a:pt x="1102" y="2961"/>
                  </a:lnTo>
                  <a:lnTo>
                    <a:pt x="1216" y="2890"/>
                  </a:lnTo>
                  <a:lnTo>
                    <a:pt x="1302" y="2804"/>
                  </a:lnTo>
                  <a:lnTo>
                    <a:pt x="1373" y="2733"/>
                  </a:lnTo>
                  <a:lnTo>
                    <a:pt x="1431" y="2647"/>
                  </a:lnTo>
                  <a:lnTo>
                    <a:pt x="1474" y="2575"/>
                  </a:lnTo>
                  <a:lnTo>
                    <a:pt x="1488" y="2504"/>
                  </a:lnTo>
                  <a:lnTo>
                    <a:pt x="1516" y="2432"/>
                  </a:lnTo>
                  <a:lnTo>
                    <a:pt x="1531" y="2332"/>
                  </a:lnTo>
                  <a:lnTo>
                    <a:pt x="1516" y="2232"/>
                  </a:lnTo>
                  <a:lnTo>
                    <a:pt x="1502" y="2132"/>
                  </a:lnTo>
                  <a:lnTo>
                    <a:pt x="1474" y="2003"/>
                  </a:lnTo>
                  <a:lnTo>
                    <a:pt x="1416" y="1874"/>
                  </a:lnTo>
                  <a:lnTo>
                    <a:pt x="1331" y="1731"/>
                  </a:lnTo>
                  <a:lnTo>
                    <a:pt x="1230" y="1588"/>
                  </a:lnTo>
                  <a:lnTo>
                    <a:pt x="1173" y="1517"/>
                  </a:lnTo>
                  <a:lnTo>
                    <a:pt x="1130" y="1445"/>
                  </a:lnTo>
                  <a:lnTo>
                    <a:pt x="1044" y="1259"/>
                  </a:lnTo>
                  <a:lnTo>
                    <a:pt x="987" y="1073"/>
                  </a:lnTo>
                  <a:lnTo>
                    <a:pt x="944" y="873"/>
                  </a:lnTo>
                  <a:lnTo>
                    <a:pt x="916" y="687"/>
                  </a:lnTo>
                  <a:lnTo>
                    <a:pt x="887" y="516"/>
                  </a:lnTo>
                  <a:lnTo>
                    <a:pt x="887" y="244"/>
                  </a:lnTo>
                  <a:lnTo>
                    <a:pt x="873" y="201"/>
                  </a:lnTo>
                  <a:lnTo>
                    <a:pt x="858" y="144"/>
                  </a:lnTo>
                  <a:lnTo>
                    <a:pt x="844" y="101"/>
                  </a:lnTo>
                  <a:lnTo>
                    <a:pt x="816" y="72"/>
                  </a:lnTo>
                  <a:lnTo>
                    <a:pt x="787" y="44"/>
                  </a:lnTo>
                  <a:lnTo>
                    <a:pt x="744" y="15"/>
                  </a:lnTo>
                  <a:lnTo>
                    <a:pt x="701" y="1"/>
                  </a:lnTo>
                  <a:close/>
                </a:path>
              </a:pathLst>
            </a:custGeom>
            <a:solidFill>
              <a:srgbClr val="D78A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90;p18">
              <a:extLst>
                <a:ext uri="{FF2B5EF4-FFF2-40B4-BE49-F238E27FC236}">
                  <a16:creationId xmlns:a16="http://schemas.microsoft.com/office/drawing/2014/main" id="{3202172F-0FEA-548F-24CC-CF6D2E6D970F}"/>
                </a:ext>
              </a:extLst>
            </p:cNvPr>
            <p:cNvSpPr/>
            <p:nvPr/>
          </p:nvSpPr>
          <p:spPr>
            <a:xfrm>
              <a:off x="1399525" y="2124100"/>
              <a:ext cx="34375" cy="48300"/>
            </a:xfrm>
            <a:custGeom>
              <a:avLst/>
              <a:gdLst/>
              <a:ahLst/>
              <a:cxnLst/>
              <a:rect l="l" t="t" r="r" b="b"/>
              <a:pathLst>
                <a:path w="1375" h="1932" extrusionOk="0">
                  <a:moveTo>
                    <a:pt x="587" y="0"/>
                  </a:moveTo>
                  <a:lnTo>
                    <a:pt x="516" y="15"/>
                  </a:lnTo>
                  <a:lnTo>
                    <a:pt x="444" y="29"/>
                  </a:lnTo>
                  <a:lnTo>
                    <a:pt x="387" y="58"/>
                  </a:lnTo>
                  <a:lnTo>
                    <a:pt x="316" y="100"/>
                  </a:lnTo>
                  <a:lnTo>
                    <a:pt x="215" y="201"/>
                  </a:lnTo>
                  <a:lnTo>
                    <a:pt x="130" y="329"/>
                  </a:lnTo>
                  <a:lnTo>
                    <a:pt x="58" y="487"/>
                  </a:lnTo>
                  <a:lnTo>
                    <a:pt x="15" y="658"/>
                  </a:lnTo>
                  <a:lnTo>
                    <a:pt x="1" y="844"/>
                  </a:lnTo>
                  <a:lnTo>
                    <a:pt x="1" y="1044"/>
                  </a:lnTo>
                  <a:lnTo>
                    <a:pt x="30" y="1230"/>
                  </a:lnTo>
                  <a:lnTo>
                    <a:pt x="101" y="1402"/>
                  </a:lnTo>
                  <a:lnTo>
                    <a:pt x="173" y="1559"/>
                  </a:lnTo>
                  <a:lnTo>
                    <a:pt x="273" y="1702"/>
                  </a:lnTo>
                  <a:lnTo>
                    <a:pt x="387" y="1803"/>
                  </a:lnTo>
                  <a:lnTo>
                    <a:pt x="516" y="1888"/>
                  </a:lnTo>
                  <a:lnTo>
                    <a:pt x="587" y="1903"/>
                  </a:lnTo>
                  <a:lnTo>
                    <a:pt x="645" y="1931"/>
                  </a:lnTo>
                  <a:lnTo>
                    <a:pt x="788" y="1931"/>
                  </a:lnTo>
                  <a:lnTo>
                    <a:pt x="859" y="1917"/>
                  </a:lnTo>
                  <a:lnTo>
                    <a:pt x="931" y="1903"/>
                  </a:lnTo>
                  <a:lnTo>
                    <a:pt x="988" y="1860"/>
                  </a:lnTo>
                  <a:lnTo>
                    <a:pt x="1045" y="1831"/>
                  </a:lnTo>
                  <a:lnTo>
                    <a:pt x="1159" y="1731"/>
                  </a:lnTo>
                  <a:lnTo>
                    <a:pt x="1245" y="1602"/>
                  </a:lnTo>
                  <a:lnTo>
                    <a:pt x="1317" y="1445"/>
                  </a:lnTo>
                  <a:lnTo>
                    <a:pt x="1360" y="1273"/>
                  </a:lnTo>
                  <a:lnTo>
                    <a:pt x="1374" y="1087"/>
                  </a:lnTo>
                  <a:lnTo>
                    <a:pt x="1374" y="887"/>
                  </a:lnTo>
                  <a:lnTo>
                    <a:pt x="1331" y="701"/>
                  </a:lnTo>
                  <a:lnTo>
                    <a:pt x="1274" y="515"/>
                  </a:lnTo>
                  <a:lnTo>
                    <a:pt x="1188" y="358"/>
                  </a:lnTo>
                  <a:lnTo>
                    <a:pt x="1088" y="229"/>
                  </a:lnTo>
                  <a:lnTo>
                    <a:pt x="974" y="115"/>
                  </a:lnTo>
                  <a:lnTo>
                    <a:pt x="859" y="43"/>
                  </a:lnTo>
                  <a:lnTo>
                    <a:pt x="788" y="15"/>
                  </a:lnTo>
                  <a:lnTo>
                    <a:pt x="71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91;p18">
              <a:extLst>
                <a:ext uri="{FF2B5EF4-FFF2-40B4-BE49-F238E27FC236}">
                  <a16:creationId xmlns:a16="http://schemas.microsoft.com/office/drawing/2014/main" id="{3A95E9B2-A2CF-9F13-E93C-F565CE7AA5F8}"/>
                </a:ext>
              </a:extLst>
            </p:cNvPr>
            <p:cNvSpPr/>
            <p:nvPr/>
          </p:nvSpPr>
          <p:spPr>
            <a:xfrm>
              <a:off x="1139925" y="2148050"/>
              <a:ext cx="34350" cy="48300"/>
            </a:xfrm>
            <a:custGeom>
              <a:avLst/>
              <a:gdLst/>
              <a:ahLst/>
              <a:cxnLst/>
              <a:rect l="l" t="t" r="r" b="b"/>
              <a:pathLst>
                <a:path w="1374" h="1932" extrusionOk="0">
                  <a:moveTo>
                    <a:pt x="587" y="1"/>
                  </a:moveTo>
                  <a:lnTo>
                    <a:pt x="516" y="15"/>
                  </a:lnTo>
                  <a:lnTo>
                    <a:pt x="444" y="29"/>
                  </a:lnTo>
                  <a:lnTo>
                    <a:pt x="387" y="72"/>
                  </a:lnTo>
                  <a:lnTo>
                    <a:pt x="330" y="101"/>
                  </a:lnTo>
                  <a:lnTo>
                    <a:pt x="215" y="201"/>
                  </a:lnTo>
                  <a:lnTo>
                    <a:pt x="129" y="330"/>
                  </a:lnTo>
                  <a:lnTo>
                    <a:pt x="58" y="487"/>
                  </a:lnTo>
                  <a:lnTo>
                    <a:pt x="15" y="659"/>
                  </a:lnTo>
                  <a:lnTo>
                    <a:pt x="1" y="845"/>
                  </a:lnTo>
                  <a:lnTo>
                    <a:pt x="1" y="1045"/>
                  </a:lnTo>
                  <a:lnTo>
                    <a:pt x="44" y="1231"/>
                  </a:lnTo>
                  <a:lnTo>
                    <a:pt x="101" y="1417"/>
                  </a:lnTo>
                  <a:lnTo>
                    <a:pt x="172" y="1574"/>
                  </a:lnTo>
                  <a:lnTo>
                    <a:pt x="273" y="1703"/>
                  </a:lnTo>
                  <a:lnTo>
                    <a:pt x="387" y="1803"/>
                  </a:lnTo>
                  <a:lnTo>
                    <a:pt x="516" y="1889"/>
                  </a:lnTo>
                  <a:lnTo>
                    <a:pt x="587" y="1917"/>
                  </a:lnTo>
                  <a:lnTo>
                    <a:pt x="659" y="1932"/>
                  </a:lnTo>
                  <a:lnTo>
                    <a:pt x="787" y="1932"/>
                  </a:lnTo>
                  <a:lnTo>
                    <a:pt x="859" y="1917"/>
                  </a:lnTo>
                  <a:lnTo>
                    <a:pt x="930" y="1903"/>
                  </a:lnTo>
                  <a:lnTo>
                    <a:pt x="988" y="1874"/>
                  </a:lnTo>
                  <a:lnTo>
                    <a:pt x="1045" y="1831"/>
                  </a:lnTo>
                  <a:lnTo>
                    <a:pt x="1159" y="1731"/>
                  </a:lnTo>
                  <a:lnTo>
                    <a:pt x="1245" y="1603"/>
                  </a:lnTo>
                  <a:lnTo>
                    <a:pt x="1317" y="1445"/>
                  </a:lnTo>
                  <a:lnTo>
                    <a:pt x="1360" y="1274"/>
                  </a:lnTo>
                  <a:lnTo>
                    <a:pt x="1374" y="1088"/>
                  </a:lnTo>
                  <a:lnTo>
                    <a:pt x="1374" y="887"/>
                  </a:lnTo>
                  <a:lnTo>
                    <a:pt x="1331" y="702"/>
                  </a:lnTo>
                  <a:lnTo>
                    <a:pt x="1274" y="516"/>
                  </a:lnTo>
                  <a:lnTo>
                    <a:pt x="1202" y="358"/>
                  </a:lnTo>
                  <a:lnTo>
                    <a:pt x="1102" y="230"/>
                  </a:lnTo>
                  <a:lnTo>
                    <a:pt x="988" y="129"/>
                  </a:lnTo>
                  <a:lnTo>
                    <a:pt x="859" y="44"/>
                  </a:lnTo>
                  <a:lnTo>
                    <a:pt x="787" y="15"/>
                  </a:lnTo>
                  <a:lnTo>
                    <a:pt x="730"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692;p18">
              <a:extLst>
                <a:ext uri="{FF2B5EF4-FFF2-40B4-BE49-F238E27FC236}">
                  <a16:creationId xmlns:a16="http://schemas.microsoft.com/office/drawing/2014/main" id="{58527EAF-A506-EA54-F306-B03979036E5D}"/>
                </a:ext>
              </a:extLst>
            </p:cNvPr>
            <p:cNvSpPr/>
            <p:nvPr/>
          </p:nvSpPr>
          <p:spPr>
            <a:xfrm>
              <a:off x="837775" y="1777950"/>
              <a:ext cx="724850" cy="603625"/>
            </a:xfrm>
            <a:custGeom>
              <a:avLst/>
              <a:gdLst/>
              <a:ahLst/>
              <a:cxnLst/>
              <a:rect l="l" t="t" r="r" b="b"/>
              <a:pathLst>
                <a:path w="28994" h="24145" extrusionOk="0">
                  <a:moveTo>
                    <a:pt x="14576" y="1"/>
                  </a:moveTo>
                  <a:lnTo>
                    <a:pt x="14118" y="15"/>
                  </a:lnTo>
                  <a:lnTo>
                    <a:pt x="13260" y="44"/>
                  </a:lnTo>
                  <a:lnTo>
                    <a:pt x="12502" y="87"/>
                  </a:lnTo>
                  <a:lnTo>
                    <a:pt x="11887" y="144"/>
                  </a:lnTo>
                  <a:lnTo>
                    <a:pt x="11415" y="201"/>
                  </a:lnTo>
                  <a:lnTo>
                    <a:pt x="11028" y="258"/>
                  </a:lnTo>
                  <a:lnTo>
                    <a:pt x="10256" y="430"/>
                  </a:lnTo>
                  <a:lnTo>
                    <a:pt x="9526" y="616"/>
                  </a:lnTo>
                  <a:lnTo>
                    <a:pt x="8826" y="831"/>
                  </a:lnTo>
                  <a:lnTo>
                    <a:pt x="8168" y="1045"/>
                  </a:lnTo>
                  <a:lnTo>
                    <a:pt x="7524" y="1288"/>
                  </a:lnTo>
                  <a:lnTo>
                    <a:pt x="6923" y="1560"/>
                  </a:lnTo>
                  <a:lnTo>
                    <a:pt x="6351" y="1832"/>
                  </a:lnTo>
                  <a:lnTo>
                    <a:pt x="5793" y="2132"/>
                  </a:lnTo>
                  <a:lnTo>
                    <a:pt x="5278" y="2447"/>
                  </a:lnTo>
                  <a:lnTo>
                    <a:pt x="4792" y="2776"/>
                  </a:lnTo>
                  <a:lnTo>
                    <a:pt x="4320" y="3119"/>
                  </a:lnTo>
                  <a:lnTo>
                    <a:pt x="3891" y="3491"/>
                  </a:lnTo>
                  <a:lnTo>
                    <a:pt x="3476" y="3863"/>
                  </a:lnTo>
                  <a:lnTo>
                    <a:pt x="3090" y="4263"/>
                  </a:lnTo>
                  <a:lnTo>
                    <a:pt x="2732" y="4678"/>
                  </a:lnTo>
                  <a:lnTo>
                    <a:pt x="2403" y="5121"/>
                  </a:lnTo>
                  <a:lnTo>
                    <a:pt x="2089" y="5565"/>
                  </a:lnTo>
                  <a:lnTo>
                    <a:pt x="1803" y="6037"/>
                  </a:lnTo>
                  <a:lnTo>
                    <a:pt x="1545" y="6523"/>
                  </a:lnTo>
                  <a:lnTo>
                    <a:pt x="1302" y="7024"/>
                  </a:lnTo>
                  <a:lnTo>
                    <a:pt x="1088" y="7539"/>
                  </a:lnTo>
                  <a:lnTo>
                    <a:pt x="887" y="8082"/>
                  </a:lnTo>
                  <a:lnTo>
                    <a:pt x="716" y="8626"/>
                  </a:lnTo>
                  <a:lnTo>
                    <a:pt x="558" y="9198"/>
                  </a:lnTo>
                  <a:lnTo>
                    <a:pt x="430" y="9784"/>
                  </a:lnTo>
                  <a:lnTo>
                    <a:pt x="315" y="10385"/>
                  </a:lnTo>
                  <a:lnTo>
                    <a:pt x="215" y="11000"/>
                  </a:lnTo>
                  <a:lnTo>
                    <a:pt x="144" y="11629"/>
                  </a:lnTo>
                  <a:lnTo>
                    <a:pt x="72" y="12273"/>
                  </a:lnTo>
                  <a:lnTo>
                    <a:pt x="43" y="12945"/>
                  </a:lnTo>
                  <a:lnTo>
                    <a:pt x="15" y="13632"/>
                  </a:lnTo>
                  <a:lnTo>
                    <a:pt x="1" y="14318"/>
                  </a:lnTo>
                  <a:lnTo>
                    <a:pt x="15" y="14776"/>
                  </a:lnTo>
                  <a:lnTo>
                    <a:pt x="43" y="15234"/>
                  </a:lnTo>
                  <a:lnTo>
                    <a:pt x="86" y="15691"/>
                  </a:lnTo>
                  <a:lnTo>
                    <a:pt x="158" y="16135"/>
                  </a:lnTo>
                  <a:lnTo>
                    <a:pt x="244" y="16593"/>
                  </a:lnTo>
                  <a:lnTo>
                    <a:pt x="344" y="17036"/>
                  </a:lnTo>
                  <a:lnTo>
                    <a:pt x="473" y="17494"/>
                  </a:lnTo>
                  <a:lnTo>
                    <a:pt x="616" y="17937"/>
                  </a:lnTo>
                  <a:lnTo>
                    <a:pt x="773" y="18366"/>
                  </a:lnTo>
                  <a:lnTo>
                    <a:pt x="945" y="18795"/>
                  </a:lnTo>
                  <a:lnTo>
                    <a:pt x="1145" y="19210"/>
                  </a:lnTo>
                  <a:lnTo>
                    <a:pt x="1359" y="19625"/>
                  </a:lnTo>
                  <a:lnTo>
                    <a:pt x="1588" y="20025"/>
                  </a:lnTo>
                  <a:lnTo>
                    <a:pt x="1831" y="20411"/>
                  </a:lnTo>
                  <a:lnTo>
                    <a:pt x="2103" y="20783"/>
                  </a:lnTo>
                  <a:lnTo>
                    <a:pt x="2389" y="21141"/>
                  </a:lnTo>
                  <a:lnTo>
                    <a:pt x="2690" y="21499"/>
                  </a:lnTo>
                  <a:lnTo>
                    <a:pt x="3004" y="21827"/>
                  </a:lnTo>
                  <a:lnTo>
                    <a:pt x="3347" y="22142"/>
                  </a:lnTo>
                  <a:lnTo>
                    <a:pt x="3691" y="22428"/>
                  </a:lnTo>
                  <a:lnTo>
                    <a:pt x="4063" y="22700"/>
                  </a:lnTo>
                  <a:lnTo>
                    <a:pt x="4449" y="22957"/>
                  </a:lnTo>
                  <a:lnTo>
                    <a:pt x="4849" y="23186"/>
                  </a:lnTo>
                  <a:lnTo>
                    <a:pt x="5264" y="23401"/>
                  </a:lnTo>
                  <a:lnTo>
                    <a:pt x="5708" y="23587"/>
                  </a:lnTo>
                  <a:lnTo>
                    <a:pt x="6151" y="23744"/>
                  </a:lnTo>
                  <a:lnTo>
                    <a:pt x="6623" y="23887"/>
                  </a:lnTo>
                  <a:lnTo>
                    <a:pt x="7109" y="24002"/>
                  </a:lnTo>
                  <a:lnTo>
                    <a:pt x="7610" y="24073"/>
                  </a:lnTo>
                  <a:lnTo>
                    <a:pt x="8125" y="24130"/>
                  </a:lnTo>
                  <a:lnTo>
                    <a:pt x="8654" y="24145"/>
                  </a:lnTo>
                  <a:lnTo>
                    <a:pt x="9198" y="24130"/>
                  </a:lnTo>
                  <a:lnTo>
                    <a:pt x="8926" y="23873"/>
                  </a:lnTo>
                  <a:lnTo>
                    <a:pt x="8683" y="23615"/>
                  </a:lnTo>
                  <a:lnTo>
                    <a:pt x="8454" y="23372"/>
                  </a:lnTo>
                  <a:lnTo>
                    <a:pt x="8239" y="23129"/>
                  </a:lnTo>
                  <a:lnTo>
                    <a:pt x="8039" y="22886"/>
                  </a:lnTo>
                  <a:lnTo>
                    <a:pt x="7867" y="22643"/>
                  </a:lnTo>
                  <a:lnTo>
                    <a:pt x="7696" y="22414"/>
                  </a:lnTo>
                  <a:lnTo>
                    <a:pt x="7553" y="22185"/>
                  </a:lnTo>
                  <a:lnTo>
                    <a:pt x="7410" y="21956"/>
                  </a:lnTo>
                  <a:lnTo>
                    <a:pt x="7295" y="21742"/>
                  </a:lnTo>
                  <a:lnTo>
                    <a:pt x="7181" y="21513"/>
                  </a:lnTo>
                  <a:lnTo>
                    <a:pt x="7095" y="21298"/>
                  </a:lnTo>
                  <a:lnTo>
                    <a:pt x="7009" y="21084"/>
                  </a:lnTo>
                  <a:lnTo>
                    <a:pt x="6938" y="20869"/>
                  </a:lnTo>
                  <a:lnTo>
                    <a:pt x="6880" y="20640"/>
                  </a:lnTo>
                  <a:lnTo>
                    <a:pt x="6823" y="20440"/>
                  </a:lnTo>
                  <a:lnTo>
                    <a:pt x="6795" y="20226"/>
                  </a:lnTo>
                  <a:lnTo>
                    <a:pt x="6766" y="20011"/>
                  </a:lnTo>
                  <a:lnTo>
                    <a:pt x="6737" y="19796"/>
                  </a:lnTo>
                  <a:lnTo>
                    <a:pt x="6723" y="19582"/>
                  </a:lnTo>
                  <a:lnTo>
                    <a:pt x="6737" y="19139"/>
                  </a:lnTo>
                  <a:lnTo>
                    <a:pt x="6766" y="18709"/>
                  </a:lnTo>
                  <a:lnTo>
                    <a:pt x="6823" y="18252"/>
                  </a:lnTo>
                  <a:lnTo>
                    <a:pt x="6895" y="17794"/>
                  </a:lnTo>
                  <a:lnTo>
                    <a:pt x="6995" y="17322"/>
                  </a:lnTo>
                  <a:lnTo>
                    <a:pt x="7109" y="16821"/>
                  </a:lnTo>
                  <a:lnTo>
                    <a:pt x="7166" y="16593"/>
                  </a:lnTo>
                  <a:lnTo>
                    <a:pt x="7252" y="16364"/>
                  </a:lnTo>
                  <a:lnTo>
                    <a:pt x="7352" y="16135"/>
                  </a:lnTo>
                  <a:lnTo>
                    <a:pt x="7467" y="15906"/>
                  </a:lnTo>
                  <a:lnTo>
                    <a:pt x="7596" y="15691"/>
                  </a:lnTo>
                  <a:lnTo>
                    <a:pt x="7739" y="15491"/>
                  </a:lnTo>
                  <a:lnTo>
                    <a:pt x="8010" y="15105"/>
                  </a:lnTo>
                  <a:lnTo>
                    <a:pt x="8282" y="14790"/>
                  </a:lnTo>
                  <a:lnTo>
                    <a:pt x="8511" y="14547"/>
                  </a:lnTo>
                  <a:lnTo>
                    <a:pt x="8725" y="14333"/>
                  </a:lnTo>
                  <a:lnTo>
                    <a:pt x="9455" y="14275"/>
                  </a:lnTo>
                  <a:lnTo>
                    <a:pt x="10184" y="14204"/>
                  </a:lnTo>
                  <a:lnTo>
                    <a:pt x="10914" y="14104"/>
                  </a:lnTo>
                  <a:lnTo>
                    <a:pt x="11643" y="13989"/>
                  </a:lnTo>
                  <a:lnTo>
                    <a:pt x="12373" y="13846"/>
                  </a:lnTo>
                  <a:lnTo>
                    <a:pt x="13102" y="13689"/>
                  </a:lnTo>
                  <a:lnTo>
                    <a:pt x="13817" y="13503"/>
                  </a:lnTo>
                  <a:lnTo>
                    <a:pt x="14518" y="13303"/>
                  </a:lnTo>
                  <a:lnTo>
                    <a:pt x="15219" y="13103"/>
                  </a:lnTo>
                  <a:lnTo>
                    <a:pt x="15906" y="12874"/>
                  </a:lnTo>
                  <a:lnTo>
                    <a:pt x="16578" y="12645"/>
                  </a:lnTo>
                  <a:lnTo>
                    <a:pt x="17250" y="12402"/>
                  </a:lnTo>
                  <a:lnTo>
                    <a:pt x="17894" y="12159"/>
                  </a:lnTo>
                  <a:lnTo>
                    <a:pt x="18509" y="11901"/>
                  </a:lnTo>
                  <a:lnTo>
                    <a:pt x="19124" y="11658"/>
                  </a:lnTo>
                  <a:lnTo>
                    <a:pt x="19710" y="11401"/>
                  </a:lnTo>
                  <a:lnTo>
                    <a:pt x="20812" y="10900"/>
                  </a:lnTo>
                  <a:lnTo>
                    <a:pt x="21813" y="10414"/>
                  </a:lnTo>
                  <a:lnTo>
                    <a:pt x="22685" y="9956"/>
                  </a:lnTo>
                  <a:lnTo>
                    <a:pt x="23429" y="9555"/>
                  </a:lnTo>
                  <a:lnTo>
                    <a:pt x="24044" y="9212"/>
                  </a:lnTo>
                  <a:lnTo>
                    <a:pt x="24488" y="8955"/>
                  </a:lnTo>
                  <a:lnTo>
                    <a:pt x="24860" y="8726"/>
                  </a:lnTo>
                  <a:lnTo>
                    <a:pt x="25074" y="8940"/>
                  </a:lnTo>
                  <a:lnTo>
                    <a:pt x="25274" y="9184"/>
                  </a:lnTo>
                  <a:lnTo>
                    <a:pt x="25460" y="9455"/>
                  </a:lnTo>
                  <a:lnTo>
                    <a:pt x="25632" y="9741"/>
                  </a:lnTo>
                  <a:lnTo>
                    <a:pt x="25789" y="10042"/>
                  </a:lnTo>
                  <a:lnTo>
                    <a:pt x="25947" y="10356"/>
                  </a:lnTo>
                  <a:lnTo>
                    <a:pt x="26104" y="10700"/>
                  </a:lnTo>
                  <a:lnTo>
                    <a:pt x="26233" y="11043"/>
                  </a:lnTo>
                  <a:lnTo>
                    <a:pt x="26361" y="11415"/>
                  </a:lnTo>
                  <a:lnTo>
                    <a:pt x="26490" y="11787"/>
                  </a:lnTo>
                  <a:lnTo>
                    <a:pt x="26590" y="12173"/>
                  </a:lnTo>
                  <a:lnTo>
                    <a:pt x="26690" y="12559"/>
                  </a:lnTo>
                  <a:lnTo>
                    <a:pt x="26790" y="12960"/>
                  </a:lnTo>
                  <a:lnTo>
                    <a:pt x="26876" y="13374"/>
                  </a:lnTo>
                  <a:lnTo>
                    <a:pt x="26948" y="13775"/>
                  </a:lnTo>
                  <a:lnTo>
                    <a:pt x="27019" y="14190"/>
                  </a:lnTo>
                  <a:lnTo>
                    <a:pt x="27119" y="15005"/>
                  </a:lnTo>
                  <a:lnTo>
                    <a:pt x="27205" y="15820"/>
                  </a:lnTo>
                  <a:lnTo>
                    <a:pt x="27248" y="16621"/>
                  </a:lnTo>
                  <a:lnTo>
                    <a:pt x="27277" y="17379"/>
                  </a:lnTo>
                  <a:lnTo>
                    <a:pt x="27262" y="18094"/>
                  </a:lnTo>
                  <a:lnTo>
                    <a:pt x="27234" y="18752"/>
                  </a:lnTo>
                  <a:lnTo>
                    <a:pt x="27162" y="19339"/>
                  </a:lnTo>
                  <a:lnTo>
                    <a:pt x="27134" y="19611"/>
                  </a:lnTo>
                  <a:lnTo>
                    <a:pt x="27091" y="19854"/>
                  </a:lnTo>
                  <a:lnTo>
                    <a:pt x="27034" y="20083"/>
                  </a:lnTo>
                  <a:lnTo>
                    <a:pt x="26962" y="20311"/>
                  </a:lnTo>
                  <a:lnTo>
                    <a:pt x="26891" y="20512"/>
                  </a:lnTo>
                  <a:lnTo>
                    <a:pt x="26819" y="20683"/>
                  </a:lnTo>
                  <a:lnTo>
                    <a:pt x="27005" y="20411"/>
                  </a:lnTo>
                  <a:lnTo>
                    <a:pt x="27177" y="20140"/>
                  </a:lnTo>
                  <a:lnTo>
                    <a:pt x="27348" y="19868"/>
                  </a:lnTo>
                  <a:lnTo>
                    <a:pt x="27506" y="19596"/>
                  </a:lnTo>
                  <a:lnTo>
                    <a:pt x="27792" y="19038"/>
                  </a:lnTo>
                  <a:lnTo>
                    <a:pt x="28049" y="18466"/>
                  </a:lnTo>
                  <a:lnTo>
                    <a:pt x="28278" y="17894"/>
                  </a:lnTo>
                  <a:lnTo>
                    <a:pt x="28478" y="17322"/>
                  </a:lnTo>
                  <a:lnTo>
                    <a:pt x="28636" y="16736"/>
                  </a:lnTo>
                  <a:lnTo>
                    <a:pt x="28764" y="16149"/>
                  </a:lnTo>
                  <a:lnTo>
                    <a:pt x="28864" y="15563"/>
                  </a:lnTo>
                  <a:lnTo>
                    <a:pt x="28936" y="14962"/>
                  </a:lnTo>
                  <a:lnTo>
                    <a:pt x="28979" y="14361"/>
                  </a:lnTo>
                  <a:lnTo>
                    <a:pt x="28993" y="13775"/>
                  </a:lnTo>
                  <a:lnTo>
                    <a:pt x="28979" y="13174"/>
                  </a:lnTo>
                  <a:lnTo>
                    <a:pt x="28936" y="12573"/>
                  </a:lnTo>
                  <a:lnTo>
                    <a:pt x="28879" y="11987"/>
                  </a:lnTo>
                  <a:lnTo>
                    <a:pt x="28779" y="11401"/>
                  </a:lnTo>
                  <a:lnTo>
                    <a:pt x="28664" y="10814"/>
                  </a:lnTo>
                  <a:lnTo>
                    <a:pt x="28521" y="10228"/>
                  </a:lnTo>
                  <a:lnTo>
                    <a:pt x="28364" y="9656"/>
                  </a:lnTo>
                  <a:lnTo>
                    <a:pt x="28178" y="9083"/>
                  </a:lnTo>
                  <a:lnTo>
                    <a:pt x="27978" y="8526"/>
                  </a:lnTo>
                  <a:lnTo>
                    <a:pt x="27749" y="7968"/>
                  </a:lnTo>
                  <a:lnTo>
                    <a:pt x="27491" y="7424"/>
                  </a:lnTo>
                  <a:lnTo>
                    <a:pt x="27220" y="6895"/>
                  </a:lnTo>
                  <a:lnTo>
                    <a:pt x="26934" y="6380"/>
                  </a:lnTo>
                  <a:lnTo>
                    <a:pt x="26633" y="5865"/>
                  </a:lnTo>
                  <a:lnTo>
                    <a:pt x="26304" y="5365"/>
                  </a:lnTo>
                  <a:lnTo>
                    <a:pt x="25961" y="4893"/>
                  </a:lnTo>
                  <a:lnTo>
                    <a:pt x="25603" y="4421"/>
                  </a:lnTo>
                  <a:lnTo>
                    <a:pt x="25231" y="3963"/>
                  </a:lnTo>
                  <a:lnTo>
                    <a:pt x="24845" y="3534"/>
                  </a:lnTo>
                  <a:lnTo>
                    <a:pt x="24445" y="3105"/>
                  </a:lnTo>
                  <a:lnTo>
                    <a:pt x="24230" y="2904"/>
                  </a:lnTo>
                  <a:lnTo>
                    <a:pt x="24016" y="2719"/>
                  </a:lnTo>
                  <a:lnTo>
                    <a:pt x="23801" y="2533"/>
                  </a:lnTo>
                  <a:lnTo>
                    <a:pt x="23572" y="2361"/>
                  </a:lnTo>
                  <a:lnTo>
                    <a:pt x="23343" y="2189"/>
                  </a:lnTo>
                  <a:lnTo>
                    <a:pt x="23100" y="2032"/>
                  </a:lnTo>
                  <a:lnTo>
                    <a:pt x="22857" y="1875"/>
                  </a:lnTo>
                  <a:lnTo>
                    <a:pt x="22614" y="1732"/>
                  </a:lnTo>
                  <a:lnTo>
                    <a:pt x="22099" y="1460"/>
                  </a:lnTo>
                  <a:lnTo>
                    <a:pt x="21584" y="1231"/>
                  </a:lnTo>
                  <a:lnTo>
                    <a:pt x="21041" y="1016"/>
                  </a:lnTo>
                  <a:lnTo>
                    <a:pt x="20497" y="816"/>
                  </a:lnTo>
                  <a:lnTo>
                    <a:pt x="19954" y="659"/>
                  </a:lnTo>
                  <a:lnTo>
                    <a:pt x="19396" y="516"/>
                  </a:lnTo>
                  <a:lnTo>
                    <a:pt x="18838" y="387"/>
                  </a:lnTo>
                  <a:lnTo>
                    <a:pt x="18280" y="287"/>
                  </a:lnTo>
                  <a:lnTo>
                    <a:pt x="17722" y="201"/>
                  </a:lnTo>
                  <a:lnTo>
                    <a:pt x="17164" y="130"/>
                  </a:lnTo>
                  <a:lnTo>
                    <a:pt x="16621" y="87"/>
                  </a:lnTo>
                  <a:lnTo>
                    <a:pt x="16092" y="44"/>
                  </a:lnTo>
                  <a:lnTo>
                    <a:pt x="15577" y="15"/>
                  </a:lnTo>
                  <a:lnTo>
                    <a:pt x="1506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693;p18">
              <a:extLst>
                <a:ext uri="{FF2B5EF4-FFF2-40B4-BE49-F238E27FC236}">
                  <a16:creationId xmlns:a16="http://schemas.microsoft.com/office/drawing/2014/main" id="{07C47C41-1ACE-5916-DCDF-C83ACD2F4E5D}"/>
                </a:ext>
              </a:extLst>
            </p:cNvPr>
            <p:cNvSpPr/>
            <p:nvPr/>
          </p:nvSpPr>
          <p:spPr>
            <a:xfrm>
              <a:off x="948625" y="2203825"/>
              <a:ext cx="81200" cy="81200"/>
            </a:xfrm>
            <a:custGeom>
              <a:avLst/>
              <a:gdLst/>
              <a:ahLst/>
              <a:cxnLst/>
              <a:rect l="l" t="t" r="r" b="b"/>
              <a:pathLst>
                <a:path w="3248" h="3248" extrusionOk="0">
                  <a:moveTo>
                    <a:pt x="1459" y="1"/>
                  </a:moveTo>
                  <a:lnTo>
                    <a:pt x="1302" y="30"/>
                  </a:lnTo>
                  <a:lnTo>
                    <a:pt x="1145" y="72"/>
                  </a:lnTo>
                  <a:lnTo>
                    <a:pt x="987" y="130"/>
                  </a:lnTo>
                  <a:lnTo>
                    <a:pt x="859" y="201"/>
                  </a:lnTo>
                  <a:lnTo>
                    <a:pt x="716" y="273"/>
                  </a:lnTo>
                  <a:lnTo>
                    <a:pt x="587" y="373"/>
                  </a:lnTo>
                  <a:lnTo>
                    <a:pt x="473" y="473"/>
                  </a:lnTo>
                  <a:lnTo>
                    <a:pt x="372" y="587"/>
                  </a:lnTo>
                  <a:lnTo>
                    <a:pt x="287" y="716"/>
                  </a:lnTo>
                  <a:lnTo>
                    <a:pt x="201" y="845"/>
                  </a:lnTo>
                  <a:lnTo>
                    <a:pt x="129" y="988"/>
                  </a:lnTo>
                  <a:lnTo>
                    <a:pt x="72" y="1145"/>
                  </a:lnTo>
                  <a:lnTo>
                    <a:pt x="29" y="1288"/>
                  </a:lnTo>
                  <a:lnTo>
                    <a:pt x="15" y="1460"/>
                  </a:lnTo>
                  <a:lnTo>
                    <a:pt x="1" y="1617"/>
                  </a:lnTo>
                  <a:lnTo>
                    <a:pt x="15" y="1789"/>
                  </a:lnTo>
                  <a:lnTo>
                    <a:pt x="29" y="1946"/>
                  </a:lnTo>
                  <a:lnTo>
                    <a:pt x="72" y="2104"/>
                  </a:lnTo>
                  <a:lnTo>
                    <a:pt x="129" y="2261"/>
                  </a:lnTo>
                  <a:lnTo>
                    <a:pt x="201" y="2390"/>
                  </a:lnTo>
                  <a:lnTo>
                    <a:pt x="287" y="2533"/>
                  </a:lnTo>
                  <a:lnTo>
                    <a:pt x="372" y="2661"/>
                  </a:lnTo>
                  <a:lnTo>
                    <a:pt x="473" y="2776"/>
                  </a:lnTo>
                  <a:lnTo>
                    <a:pt x="587" y="2876"/>
                  </a:lnTo>
                  <a:lnTo>
                    <a:pt x="716" y="2962"/>
                  </a:lnTo>
                  <a:lnTo>
                    <a:pt x="859" y="3048"/>
                  </a:lnTo>
                  <a:lnTo>
                    <a:pt x="987" y="3119"/>
                  </a:lnTo>
                  <a:lnTo>
                    <a:pt x="1145" y="3176"/>
                  </a:lnTo>
                  <a:lnTo>
                    <a:pt x="1302" y="3219"/>
                  </a:lnTo>
                  <a:lnTo>
                    <a:pt x="1459" y="3233"/>
                  </a:lnTo>
                  <a:lnTo>
                    <a:pt x="1631" y="3248"/>
                  </a:lnTo>
                  <a:lnTo>
                    <a:pt x="1788" y="3233"/>
                  </a:lnTo>
                  <a:lnTo>
                    <a:pt x="1960" y="3219"/>
                  </a:lnTo>
                  <a:lnTo>
                    <a:pt x="2103" y="3176"/>
                  </a:lnTo>
                  <a:lnTo>
                    <a:pt x="2260" y="3119"/>
                  </a:lnTo>
                  <a:lnTo>
                    <a:pt x="2403" y="3048"/>
                  </a:lnTo>
                  <a:lnTo>
                    <a:pt x="2532" y="2962"/>
                  </a:lnTo>
                  <a:lnTo>
                    <a:pt x="2661" y="2876"/>
                  </a:lnTo>
                  <a:lnTo>
                    <a:pt x="2775" y="2776"/>
                  </a:lnTo>
                  <a:lnTo>
                    <a:pt x="2875" y="2661"/>
                  </a:lnTo>
                  <a:lnTo>
                    <a:pt x="2976" y="2533"/>
                  </a:lnTo>
                  <a:lnTo>
                    <a:pt x="3047" y="2390"/>
                  </a:lnTo>
                  <a:lnTo>
                    <a:pt x="3119" y="2261"/>
                  </a:lnTo>
                  <a:lnTo>
                    <a:pt x="3176" y="2104"/>
                  </a:lnTo>
                  <a:lnTo>
                    <a:pt x="3219" y="1946"/>
                  </a:lnTo>
                  <a:lnTo>
                    <a:pt x="3247" y="1789"/>
                  </a:lnTo>
                  <a:lnTo>
                    <a:pt x="3247" y="1617"/>
                  </a:lnTo>
                  <a:lnTo>
                    <a:pt x="3247" y="1460"/>
                  </a:lnTo>
                  <a:lnTo>
                    <a:pt x="3219" y="1288"/>
                  </a:lnTo>
                  <a:lnTo>
                    <a:pt x="3176" y="1145"/>
                  </a:lnTo>
                  <a:lnTo>
                    <a:pt x="3119" y="988"/>
                  </a:lnTo>
                  <a:lnTo>
                    <a:pt x="3047" y="845"/>
                  </a:lnTo>
                  <a:lnTo>
                    <a:pt x="2976" y="716"/>
                  </a:lnTo>
                  <a:lnTo>
                    <a:pt x="2875" y="587"/>
                  </a:lnTo>
                  <a:lnTo>
                    <a:pt x="2775" y="473"/>
                  </a:lnTo>
                  <a:lnTo>
                    <a:pt x="2661" y="373"/>
                  </a:lnTo>
                  <a:lnTo>
                    <a:pt x="2532" y="273"/>
                  </a:lnTo>
                  <a:lnTo>
                    <a:pt x="2403" y="201"/>
                  </a:lnTo>
                  <a:lnTo>
                    <a:pt x="2260" y="130"/>
                  </a:lnTo>
                  <a:lnTo>
                    <a:pt x="2103" y="72"/>
                  </a:lnTo>
                  <a:lnTo>
                    <a:pt x="1960" y="30"/>
                  </a:lnTo>
                  <a:lnTo>
                    <a:pt x="1788" y="1"/>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94;p18">
              <a:extLst>
                <a:ext uri="{FF2B5EF4-FFF2-40B4-BE49-F238E27FC236}">
                  <a16:creationId xmlns:a16="http://schemas.microsoft.com/office/drawing/2014/main" id="{30B28524-E926-D011-0BE0-BF2D96EE6257}"/>
                </a:ext>
              </a:extLst>
            </p:cNvPr>
            <p:cNvSpPr/>
            <p:nvPr/>
          </p:nvSpPr>
          <p:spPr>
            <a:xfrm>
              <a:off x="1339825" y="2580375"/>
              <a:ext cx="519575" cy="318625"/>
            </a:xfrm>
            <a:custGeom>
              <a:avLst/>
              <a:gdLst/>
              <a:ahLst/>
              <a:cxnLst/>
              <a:rect l="l" t="t" r="r" b="b"/>
              <a:pathLst>
                <a:path w="20783" h="12745" extrusionOk="0">
                  <a:moveTo>
                    <a:pt x="0" y="0"/>
                  </a:moveTo>
                  <a:lnTo>
                    <a:pt x="143" y="429"/>
                  </a:lnTo>
                  <a:lnTo>
                    <a:pt x="515" y="1531"/>
                  </a:lnTo>
                  <a:lnTo>
                    <a:pt x="787" y="2289"/>
                  </a:lnTo>
                  <a:lnTo>
                    <a:pt x="1102" y="3132"/>
                  </a:lnTo>
                  <a:lnTo>
                    <a:pt x="1445" y="4034"/>
                  </a:lnTo>
                  <a:lnTo>
                    <a:pt x="1831" y="4992"/>
                  </a:lnTo>
                  <a:lnTo>
                    <a:pt x="2232" y="5950"/>
                  </a:lnTo>
                  <a:lnTo>
                    <a:pt x="2661" y="6894"/>
                  </a:lnTo>
                  <a:lnTo>
                    <a:pt x="2890" y="7352"/>
                  </a:lnTo>
                  <a:lnTo>
                    <a:pt x="3104" y="7795"/>
                  </a:lnTo>
                  <a:lnTo>
                    <a:pt x="3333" y="8210"/>
                  </a:lnTo>
                  <a:lnTo>
                    <a:pt x="3562" y="8625"/>
                  </a:lnTo>
                  <a:lnTo>
                    <a:pt x="3791" y="9011"/>
                  </a:lnTo>
                  <a:lnTo>
                    <a:pt x="4019" y="9354"/>
                  </a:lnTo>
                  <a:lnTo>
                    <a:pt x="4248" y="9683"/>
                  </a:lnTo>
                  <a:lnTo>
                    <a:pt x="4477" y="9969"/>
                  </a:lnTo>
                  <a:lnTo>
                    <a:pt x="4706" y="10227"/>
                  </a:lnTo>
                  <a:lnTo>
                    <a:pt x="4921" y="10427"/>
                  </a:lnTo>
                  <a:lnTo>
                    <a:pt x="5035" y="10527"/>
                  </a:lnTo>
                  <a:lnTo>
                    <a:pt x="5135" y="10599"/>
                  </a:lnTo>
                  <a:lnTo>
                    <a:pt x="5250" y="10670"/>
                  </a:lnTo>
                  <a:lnTo>
                    <a:pt x="5364" y="10713"/>
                  </a:lnTo>
                  <a:lnTo>
                    <a:pt x="5521" y="10770"/>
                  </a:lnTo>
                  <a:lnTo>
                    <a:pt x="5736" y="10828"/>
                  </a:lnTo>
                  <a:lnTo>
                    <a:pt x="5993" y="10885"/>
                  </a:lnTo>
                  <a:lnTo>
                    <a:pt x="6294" y="10928"/>
                  </a:lnTo>
                  <a:lnTo>
                    <a:pt x="6995" y="10999"/>
                  </a:lnTo>
                  <a:lnTo>
                    <a:pt x="7824" y="11056"/>
                  </a:lnTo>
                  <a:lnTo>
                    <a:pt x="8740" y="11099"/>
                  </a:lnTo>
                  <a:lnTo>
                    <a:pt x="9712" y="11128"/>
                  </a:lnTo>
                  <a:lnTo>
                    <a:pt x="10742" y="11142"/>
                  </a:lnTo>
                  <a:lnTo>
                    <a:pt x="11772" y="11157"/>
                  </a:lnTo>
                  <a:lnTo>
                    <a:pt x="13746" y="11142"/>
                  </a:lnTo>
                  <a:lnTo>
                    <a:pt x="15433" y="11128"/>
                  </a:lnTo>
                  <a:lnTo>
                    <a:pt x="17050" y="11085"/>
                  </a:lnTo>
                  <a:lnTo>
                    <a:pt x="17121" y="11357"/>
                  </a:lnTo>
                  <a:lnTo>
                    <a:pt x="17207" y="11629"/>
                  </a:lnTo>
                  <a:lnTo>
                    <a:pt x="17307" y="11943"/>
                  </a:lnTo>
                  <a:lnTo>
                    <a:pt x="17436" y="12244"/>
                  </a:lnTo>
                  <a:lnTo>
                    <a:pt x="17507" y="12387"/>
                  </a:lnTo>
                  <a:lnTo>
                    <a:pt x="17593" y="12515"/>
                  </a:lnTo>
                  <a:lnTo>
                    <a:pt x="17665" y="12615"/>
                  </a:lnTo>
                  <a:lnTo>
                    <a:pt x="17751" y="12701"/>
                  </a:lnTo>
                  <a:lnTo>
                    <a:pt x="17851" y="12744"/>
                  </a:lnTo>
                  <a:lnTo>
                    <a:pt x="17937" y="12744"/>
                  </a:lnTo>
                  <a:lnTo>
                    <a:pt x="18022" y="12730"/>
                  </a:lnTo>
                  <a:lnTo>
                    <a:pt x="18094" y="12673"/>
                  </a:lnTo>
                  <a:lnTo>
                    <a:pt x="18137" y="12615"/>
                  </a:lnTo>
                  <a:lnTo>
                    <a:pt x="18165" y="12530"/>
                  </a:lnTo>
                  <a:lnTo>
                    <a:pt x="18180" y="12429"/>
                  </a:lnTo>
                  <a:lnTo>
                    <a:pt x="18194" y="12315"/>
                  </a:lnTo>
                  <a:lnTo>
                    <a:pt x="18165" y="12086"/>
                  </a:lnTo>
                  <a:lnTo>
                    <a:pt x="18122" y="11857"/>
                  </a:lnTo>
                  <a:lnTo>
                    <a:pt x="18080" y="11657"/>
                  </a:lnTo>
                  <a:lnTo>
                    <a:pt x="18022" y="11471"/>
                  </a:lnTo>
                  <a:lnTo>
                    <a:pt x="18265" y="11471"/>
                  </a:lnTo>
                  <a:lnTo>
                    <a:pt x="18523" y="11500"/>
                  </a:lnTo>
                  <a:lnTo>
                    <a:pt x="18852" y="11543"/>
                  </a:lnTo>
                  <a:lnTo>
                    <a:pt x="19038" y="11586"/>
                  </a:lnTo>
                  <a:lnTo>
                    <a:pt x="19224" y="11643"/>
                  </a:lnTo>
                  <a:lnTo>
                    <a:pt x="19410" y="11700"/>
                  </a:lnTo>
                  <a:lnTo>
                    <a:pt x="19596" y="11786"/>
                  </a:lnTo>
                  <a:lnTo>
                    <a:pt x="19782" y="11886"/>
                  </a:lnTo>
                  <a:lnTo>
                    <a:pt x="19968" y="12000"/>
                  </a:lnTo>
                  <a:lnTo>
                    <a:pt x="20139" y="12143"/>
                  </a:lnTo>
                  <a:lnTo>
                    <a:pt x="20297" y="12301"/>
                  </a:lnTo>
                  <a:lnTo>
                    <a:pt x="20440" y="12444"/>
                  </a:lnTo>
                  <a:lnTo>
                    <a:pt x="20554" y="12544"/>
                  </a:lnTo>
                  <a:lnTo>
                    <a:pt x="20640" y="12601"/>
                  </a:lnTo>
                  <a:lnTo>
                    <a:pt x="20683" y="12615"/>
                  </a:lnTo>
                  <a:lnTo>
                    <a:pt x="20711" y="12615"/>
                  </a:lnTo>
                  <a:lnTo>
                    <a:pt x="20740" y="12601"/>
                  </a:lnTo>
                  <a:lnTo>
                    <a:pt x="20754" y="12587"/>
                  </a:lnTo>
                  <a:lnTo>
                    <a:pt x="20783" y="12530"/>
                  </a:lnTo>
                  <a:lnTo>
                    <a:pt x="20783" y="12444"/>
                  </a:lnTo>
                  <a:lnTo>
                    <a:pt x="20754" y="12329"/>
                  </a:lnTo>
                  <a:lnTo>
                    <a:pt x="20711" y="12186"/>
                  </a:lnTo>
                  <a:lnTo>
                    <a:pt x="20654" y="12029"/>
                  </a:lnTo>
                  <a:lnTo>
                    <a:pt x="20568" y="11857"/>
                  </a:lnTo>
                  <a:lnTo>
                    <a:pt x="20454" y="11686"/>
                  </a:lnTo>
                  <a:lnTo>
                    <a:pt x="20339" y="11500"/>
                  </a:lnTo>
                  <a:lnTo>
                    <a:pt x="20182" y="11314"/>
                  </a:lnTo>
                  <a:lnTo>
                    <a:pt x="20025" y="11128"/>
                  </a:lnTo>
                  <a:lnTo>
                    <a:pt x="19839" y="10942"/>
                  </a:lnTo>
                  <a:lnTo>
                    <a:pt x="19653" y="10770"/>
                  </a:lnTo>
                  <a:lnTo>
                    <a:pt x="19453" y="10613"/>
                  </a:lnTo>
                  <a:lnTo>
                    <a:pt x="19238" y="10470"/>
                  </a:lnTo>
                  <a:lnTo>
                    <a:pt x="19009" y="10313"/>
                  </a:lnTo>
                  <a:lnTo>
                    <a:pt x="18766" y="10184"/>
                  </a:lnTo>
                  <a:lnTo>
                    <a:pt x="18509" y="10041"/>
                  </a:lnTo>
                  <a:lnTo>
                    <a:pt x="18237" y="9912"/>
                  </a:lnTo>
                  <a:lnTo>
                    <a:pt x="17937" y="9798"/>
                  </a:lnTo>
                  <a:lnTo>
                    <a:pt x="17608" y="9669"/>
                  </a:lnTo>
                  <a:lnTo>
                    <a:pt x="17264" y="9555"/>
                  </a:lnTo>
                  <a:lnTo>
                    <a:pt x="16892" y="9440"/>
                  </a:lnTo>
                  <a:lnTo>
                    <a:pt x="16478" y="9311"/>
                  </a:lnTo>
                  <a:lnTo>
                    <a:pt x="15562" y="9083"/>
                  </a:lnTo>
                  <a:lnTo>
                    <a:pt x="14504" y="8854"/>
                  </a:lnTo>
                  <a:lnTo>
                    <a:pt x="13331" y="8596"/>
                  </a:lnTo>
                  <a:lnTo>
                    <a:pt x="12129" y="8296"/>
                  </a:lnTo>
                  <a:lnTo>
                    <a:pt x="11529" y="8139"/>
                  </a:lnTo>
                  <a:lnTo>
                    <a:pt x="10957" y="7967"/>
                  </a:lnTo>
                  <a:lnTo>
                    <a:pt x="10384" y="7795"/>
                  </a:lnTo>
                  <a:lnTo>
                    <a:pt x="9855" y="7624"/>
                  </a:lnTo>
                  <a:lnTo>
                    <a:pt x="9340" y="7452"/>
                  </a:lnTo>
                  <a:lnTo>
                    <a:pt x="8883" y="7280"/>
                  </a:lnTo>
                  <a:lnTo>
                    <a:pt x="8453" y="7094"/>
                  </a:lnTo>
                  <a:lnTo>
                    <a:pt x="8082" y="6923"/>
                  </a:lnTo>
                  <a:lnTo>
                    <a:pt x="7767" y="6751"/>
                  </a:lnTo>
                  <a:lnTo>
                    <a:pt x="7638" y="6665"/>
                  </a:lnTo>
                  <a:lnTo>
                    <a:pt x="7524" y="6580"/>
                  </a:lnTo>
                  <a:lnTo>
                    <a:pt x="7424" y="6508"/>
                  </a:lnTo>
                  <a:lnTo>
                    <a:pt x="7338" y="6422"/>
                  </a:lnTo>
                  <a:lnTo>
                    <a:pt x="7281" y="6336"/>
                  </a:lnTo>
                  <a:lnTo>
                    <a:pt x="7238" y="6265"/>
                  </a:lnTo>
                  <a:lnTo>
                    <a:pt x="7052" y="5836"/>
                  </a:lnTo>
                  <a:lnTo>
                    <a:pt x="6766" y="5206"/>
                  </a:lnTo>
                  <a:lnTo>
                    <a:pt x="6036" y="3676"/>
                  </a:lnTo>
                  <a:lnTo>
                    <a:pt x="5092" y="1702"/>
                  </a:lnTo>
                  <a:lnTo>
                    <a:pt x="0" y="0"/>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95;p18">
              <a:extLst>
                <a:ext uri="{FF2B5EF4-FFF2-40B4-BE49-F238E27FC236}">
                  <a16:creationId xmlns:a16="http://schemas.microsoft.com/office/drawing/2014/main" id="{2124E268-4243-1D89-AD16-2740F5463E94}"/>
                </a:ext>
              </a:extLst>
            </p:cNvPr>
            <p:cNvSpPr/>
            <p:nvPr/>
          </p:nvSpPr>
          <p:spPr>
            <a:xfrm>
              <a:off x="917525" y="2428750"/>
              <a:ext cx="620775" cy="789550"/>
            </a:xfrm>
            <a:custGeom>
              <a:avLst/>
              <a:gdLst/>
              <a:ahLst/>
              <a:cxnLst/>
              <a:rect l="l" t="t" r="r" b="b"/>
              <a:pathLst>
                <a:path w="24831" h="31582" extrusionOk="0">
                  <a:moveTo>
                    <a:pt x="7595" y="1"/>
                  </a:moveTo>
                  <a:lnTo>
                    <a:pt x="7295" y="29"/>
                  </a:lnTo>
                  <a:lnTo>
                    <a:pt x="6923" y="72"/>
                  </a:lnTo>
                  <a:lnTo>
                    <a:pt x="6522" y="129"/>
                  </a:lnTo>
                  <a:lnTo>
                    <a:pt x="6065" y="229"/>
                  </a:lnTo>
                  <a:lnTo>
                    <a:pt x="5593" y="358"/>
                  </a:lnTo>
                  <a:lnTo>
                    <a:pt x="5092" y="516"/>
                  </a:lnTo>
                  <a:lnTo>
                    <a:pt x="4820" y="616"/>
                  </a:lnTo>
                  <a:lnTo>
                    <a:pt x="4563" y="730"/>
                  </a:lnTo>
                  <a:lnTo>
                    <a:pt x="4291" y="844"/>
                  </a:lnTo>
                  <a:lnTo>
                    <a:pt x="4019" y="973"/>
                  </a:lnTo>
                  <a:lnTo>
                    <a:pt x="3748" y="1131"/>
                  </a:lnTo>
                  <a:lnTo>
                    <a:pt x="3476" y="1288"/>
                  </a:lnTo>
                  <a:lnTo>
                    <a:pt x="3190" y="1460"/>
                  </a:lnTo>
                  <a:lnTo>
                    <a:pt x="2918" y="1645"/>
                  </a:lnTo>
                  <a:lnTo>
                    <a:pt x="2646" y="1846"/>
                  </a:lnTo>
                  <a:lnTo>
                    <a:pt x="2374" y="2075"/>
                  </a:lnTo>
                  <a:lnTo>
                    <a:pt x="2103" y="2303"/>
                  </a:lnTo>
                  <a:lnTo>
                    <a:pt x="1845" y="2561"/>
                  </a:lnTo>
                  <a:lnTo>
                    <a:pt x="1545" y="2876"/>
                  </a:lnTo>
                  <a:lnTo>
                    <a:pt x="1302" y="3190"/>
                  </a:lnTo>
                  <a:lnTo>
                    <a:pt x="1073" y="3505"/>
                  </a:lnTo>
                  <a:lnTo>
                    <a:pt x="887" y="3820"/>
                  </a:lnTo>
                  <a:lnTo>
                    <a:pt x="715" y="4148"/>
                  </a:lnTo>
                  <a:lnTo>
                    <a:pt x="587" y="4463"/>
                  </a:lnTo>
                  <a:lnTo>
                    <a:pt x="472" y="4778"/>
                  </a:lnTo>
                  <a:lnTo>
                    <a:pt x="386" y="5092"/>
                  </a:lnTo>
                  <a:lnTo>
                    <a:pt x="315" y="5407"/>
                  </a:lnTo>
                  <a:lnTo>
                    <a:pt x="243" y="5708"/>
                  </a:lnTo>
                  <a:lnTo>
                    <a:pt x="200" y="6008"/>
                  </a:lnTo>
                  <a:lnTo>
                    <a:pt x="157" y="6308"/>
                  </a:lnTo>
                  <a:lnTo>
                    <a:pt x="100" y="6880"/>
                  </a:lnTo>
                  <a:lnTo>
                    <a:pt x="57" y="7410"/>
                  </a:lnTo>
                  <a:lnTo>
                    <a:pt x="29" y="7710"/>
                  </a:lnTo>
                  <a:lnTo>
                    <a:pt x="14" y="8010"/>
                  </a:lnTo>
                  <a:lnTo>
                    <a:pt x="0" y="8311"/>
                  </a:lnTo>
                  <a:lnTo>
                    <a:pt x="0" y="8611"/>
                  </a:lnTo>
                  <a:lnTo>
                    <a:pt x="29" y="9183"/>
                  </a:lnTo>
                  <a:lnTo>
                    <a:pt x="86" y="9741"/>
                  </a:lnTo>
                  <a:lnTo>
                    <a:pt x="172" y="10270"/>
                  </a:lnTo>
                  <a:lnTo>
                    <a:pt x="272" y="10771"/>
                  </a:lnTo>
                  <a:lnTo>
                    <a:pt x="386" y="11243"/>
                  </a:lnTo>
                  <a:lnTo>
                    <a:pt x="515" y="11686"/>
                  </a:lnTo>
                  <a:lnTo>
                    <a:pt x="644" y="12087"/>
                  </a:lnTo>
                  <a:lnTo>
                    <a:pt x="773" y="12444"/>
                  </a:lnTo>
                  <a:lnTo>
                    <a:pt x="901" y="12759"/>
                  </a:lnTo>
                  <a:lnTo>
                    <a:pt x="1016" y="13016"/>
                  </a:lnTo>
                  <a:lnTo>
                    <a:pt x="1187" y="13388"/>
                  </a:lnTo>
                  <a:lnTo>
                    <a:pt x="1245" y="13517"/>
                  </a:lnTo>
                  <a:lnTo>
                    <a:pt x="1030" y="28078"/>
                  </a:lnTo>
                  <a:lnTo>
                    <a:pt x="1030" y="30881"/>
                  </a:lnTo>
                  <a:lnTo>
                    <a:pt x="1430" y="30938"/>
                  </a:lnTo>
                  <a:lnTo>
                    <a:pt x="2532" y="31067"/>
                  </a:lnTo>
                  <a:lnTo>
                    <a:pt x="3304" y="31153"/>
                  </a:lnTo>
                  <a:lnTo>
                    <a:pt x="4191" y="31239"/>
                  </a:lnTo>
                  <a:lnTo>
                    <a:pt x="5178" y="31324"/>
                  </a:lnTo>
                  <a:lnTo>
                    <a:pt x="6236" y="31410"/>
                  </a:lnTo>
                  <a:lnTo>
                    <a:pt x="7381" y="31482"/>
                  </a:lnTo>
                  <a:lnTo>
                    <a:pt x="8553" y="31539"/>
                  </a:lnTo>
                  <a:lnTo>
                    <a:pt x="9755" y="31568"/>
                  </a:lnTo>
                  <a:lnTo>
                    <a:pt x="10956" y="31582"/>
                  </a:lnTo>
                  <a:lnTo>
                    <a:pt x="11557" y="31568"/>
                  </a:lnTo>
                  <a:lnTo>
                    <a:pt x="12158" y="31553"/>
                  </a:lnTo>
                  <a:lnTo>
                    <a:pt x="12744" y="31525"/>
                  </a:lnTo>
                  <a:lnTo>
                    <a:pt x="13316" y="31496"/>
                  </a:lnTo>
                  <a:lnTo>
                    <a:pt x="13874" y="31439"/>
                  </a:lnTo>
                  <a:lnTo>
                    <a:pt x="14432" y="31382"/>
                  </a:lnTo>
                  <a:lnTo>
                    <a:pt x="14961" y="31310"/>
                  </a:lnTo>
                  <a:lnTo>
                    <a:pt x="15476" y="31239"/>
                  </a:lnTo>
                  <a:lnTo>
                    <a:pt x="16463" y="31053"/>
                  </a:lnTo>
                  <a:lnTo>
                    <a:pt x="17421" y="30838"/>
                  </a:lnTo>
                  <a:lnTo>
                    <a:pt x="18323" y="30624"/>
                  </a:lnTo>
                  <a:lnTo>
                    <a:pt x="19195" y="30409"/>
                  </a:lnTo>
                  <a:lnTo>
                    <a:pt x="20025" y="30180"/>
                  </a:lnTo>
                  <a:lnTo>
                    <a:pt x="20783" y="29951"/>
                  </a:lnTo>
                  <a:lnTo>
                    <a:pt x="21498" y="29737"/>
                  </a:lnTo>
                  <a:lnTo>
                    <a:pt x="22156" y="29522"/>
                  </a:lnTo>
                  <a:lnTo>
                    <a:pt x="22757" y="29308"/>
                  </a:lnTo>
                  <a:lnTo>
                    <a:pt x="23286" y="29122"/>
                  </a:lnTo>
                  <a:lnTo>
                    <a:pt x="24115" y="28807"/>
                  </a:lnTo>
                  <a:lnTo>
                    <a:pt x="24645" y="28592"/>
                  </a:lnTo>
                  <a:lnTo>
                    <a:pt x="24831" y="28507"/>
                  </a:lnTo>
                  <a:lnTo>
                    <a:pt x="20325" y="9641"/>
                  </a:lnTo>
                  <a:lnTo>
                    <a:pt x="20454" y="9655"/>
                  </a:lnTo>
                  <a:lnTo>
                    <a:pt x="20783" y="9669"/>
                  </a:lnTo>
                  <a:lnTo>
                    <a:pt x="20997" y="9684"/>
                  </a:lnTo>
                  <a:lnTo>
                    <a:pt x="21240" y="9684"/>
                  </a:lnTo>
                  <a:lnTo>
                    <a:pt x="21498" y="9655"/>
                  </a:lnTo>
                  <a:lnTo>
                    <a:pt x="21755" y="9627"/>
                  </a:lnTo>
                  <a:lnTo>
                    <a:pt x="22013" y="9584"/>
                  </a:lnTo>
                  <a:lnTo>
                    <a:pt x="22256" y="9512"/>
                  </a:lnTo>
                  <a:lnTo>
                    <a:pt x="22370" y="9469"/>
                  </a:lnTo>
                  <a:lnTo>
                    <a:pt x="22471" y="9412"/>
                  </a:lnTo>
                  <a:lnTo>
                    <a:pt x="22571" y="9355"/>
                  </a:lnTo>
                  <a:lnTo>
                    <a:pt x="22656" y="9283"/>
                  </a:lnTo>
                  <a:lnTo>
                    <a:pt x="22728" y="9212"/>
                  </a:lnTo>
                  <a:lnTo>
                    <a:pt x="22800" y="9126"/>
                  </a:lnTo>
                  <a:lnTo>
                    <a:pt x="22857" y="9026"/>
                  </a:lnTo>
                  <a:lnTo>
                    <a:pt x="22885" y="8926"/>
                  </a:lnTo>
                  <a:lnTo>
                    <a:pt x="22914" y="8811"/>
                  </a:lnTo>
                  <a:lnTo>
                    <a:pt x="22914" y="8683"/>
                  </a:lnTo>
                  <a:lnTo>
                    <a:pt x="22914" y="8554"/>
                  </a:lnTo>
                  <a:lnTo>
                    <a:pt x="22871" y="8411"/>
                  </a:lnTo>
                  <a:lnTo>
                    <a:pt x="22771" y="8010"/>
                  </a:lnTo>
                  <a:lnTo>
                    <a:pt x="22642" y="7624"/>
                  </a:lnTo>
                  <a:lnTo>
                    <a:pt x="22513" y="7238"/>
                  </a:lnTo>
                  <a:lnTo>
                    <a:pt x="22370" y="6852"/>
                  </a:lnTo>
                  <a:lnTo>
                    <a:pt x="22213" y="6480"/>
                  </a:lnTo>
                  <a:lnTo>
                    <a:pt x="22056" y="6108"/>
                  </a:lnTo>
                  <a:lnTo>
                    <a:pt x="21884" y="5736"/>
                  </a:lnTo>
                  <a:lnTo>
                    <a:pt x="21712" y="5393"/>
                  </a:lnTo>
                  <a:lnTo>
                    <a:pt x="21527" y="5035"/>
                  </a:lnTo>
                  <a:lnTo>
                    <a:pt x="21341" y="4706"/>
                  </a:lnTo>
                  <a:lnTo>
                    <a:pt x="21140" y="4377"/>
                  </a:lnTo>
                  <a:lnTo>
                    <a:pt x="20940" y="4048"/>
                  </a:lnTo>
                  <a:lnTo>
                    <a:pt x="20726" y="3748"/>
                  </a:lnTo>
                  <a:lnTo>
                    <a:pt x="20525" y="3448"/>
                  </a:lnTo>
                  <a:lnTo>
                    <a:pt x="20311" y="3147"/>
                  </a:lnTo>
                  <a:lnTo>
                    <a:pt x="20096" y="2876"/>
                  </a:lnTo>
                  <a:lnTo>
                    <a:pt x="19882" y="2604"/>
                  </a:lnTo>
                  <a:lnTo>
                    <a:pt x="19667" y="2361"/>
                  </a:lnTo>
                  <a:lnTo>
                    <a:pt x="19438" y="2117"/>
                  </a:lnTo>
                  <a:lnTo>
                    <a:pt x="19224" y="1889"/>
                  </a:lnTo>
                  <a:lnTo>
                    <a:pt x="19009" y="1674"/>
                  </a:lnTo>
                  <a:lnTo>
                    <a:pt x="18795" y="1474"/>
                  </a:lnTo>
                  <a:lnTo>
                    <a:pt x="18580" y="1288"/>
                  </a:lnTo>
                  <a:lnTo>
                    <a:pt x="18365" y="1116"/>
                  </a:lnTo>
                  <a:lnTo>
                    <a:pt x="18151" y="959"/>
                  </a:lnTo>
                  <a:lnTo>
                    <a:pt x="17951" y="816"/>
                  </a:lnTo>
                  <a:lnTo>
                    <a:pt x="17750" y="701"/>
                  </a:lnTo>
                  <a:lnTo>
                    <a:pt x="17550" y="587"/>
                  </a:lnTo>
                  <a:lnTo>
                    <a:pt x="17364" y="501"/>
                  </a:lnTo>
                  <a:lnTo>
                    <a:pt x="17178" y="430"/>
                  </a:lnTo>
                  <a:lnTo>
                    <a:pt x="17007" y="372"/>
                  </a:lnTo>
                  <a:lnTo>
                    <a:pt x="16835" y="344"/>
                  </a:lnTo>
                  <a:lnTo>
                    <a:pt x="16835" y="415"/>
                  </a:lnTo>
                  <a:lnTo>
                    <a:pt x="16806" y="473"/>
                  </a:lnTo>
                  <a:lnTo>
                    <a:pt x="16778" y="544"/>
                  </a:lnTo>
                  <a:lnTo>
                    <a:pt x="16749" y="616"/>
                  </a:lnTo>
                  <a:lnTo>
                    <a:pt x="16635" y="744"/>
                  </a:lnTo>
                  <a:lnTo>
                    <a:pt x="16492" y="887"/>
                  </a:lnTo>
                  <a:lnTo>
                    <a:pt x="16320" y="1016"/>
                  </a:lnTo>
                  <a:lnTo>
                    <a:pt x="16106" y="1145"/>
                  </a:lnTo>
                  <a:lnTo>
                    <a:pt x="15862" y="1274"/>
                  </a:lnTo>
                  <a:lnTo>
                    <a:pt x="15605" y="1388"/>
                  </a:lnTo>
                  <a:lnTo>
                    <a:pt x="15319" y="1488"/>
                  </a:lnTo>
                  <a:lnTo>
                    <a:pt x="15019" y="1588"/>
                  </a:lnTo>
                  <a:lnTo>
                    <a:pt x="14704" y="1660"/>
                  </a:lnTo>
                  <a:lnTo>
                    <a:pt x="14375" y="1731"/>
                  </a:lnTo>
                  <a:lnTo>
                    <a:pt x="14046" y="1774"/>
                  </a:lnTo>
                  <a:lnTo>
                    <a:pt x="13703" y="1803"/>
                  </a:lnTo>
                  <a:lnTo>
                    <a:pt x="13359" y="1817"/>
                  </a:lnTo>
                  <a:lnTo>
                    <a:pt x="13016" y="1803"/>
                  </a:lnTo>
                  <a:lnTo>
                    <a:pt x="12573" y="1731"/>
                  </a:lnTo>
                  <a:lnTo>
                    <a:pt x="12129" y="1645"/>
                  </a:lnTo>
                  <a:lnTo>
                    <a:pt x="11686" y="1531"/>
                  </a:lnTo>
                  <a:lnTo>
                    <a:pt x="11257" y="1417"/>
                  </a:lnTo>
                  <a:lnTo>
                    <a:pt x="10842" y="1274"/>
                  </a:lnTo>
                  <a:lnTo>
                    <a:pt x="10442" y="1116"/>
                  </a:lnTo>
                  <a:lnTo>
                    <a:pt x="10070" y="959"/>
                  </a:lnTo>
                  <a:lnTo>
                    <a:pt x="9712" y="802"/>
                  </a:lnTo>
                  <a:lnTo>
                    <a:pt x="9097" y="501"/>
                  </a:lnTo>
                  <a:lnTo>
                    <a:pt x="8611" y="244"/>
                  </a:lnTo>
                  <a:lnTo>
                    <a:pt x="8310" y="72"/>
                  </a:lnTo>
                  <a:lnTo>
                    <a:pt x="81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96;p18">
              <a:extLst>
                <a:ext uri="{FF2B5EF4-FFF2-40B4-BE49-F238E27FC236}">
                  <a16:creationId xmlns:a16="http://schemas.microsoft.com/office/drawing/2014/main" id="{66649477-643C-B516-DB15-D295E3C3D5A3}"/>
                </a:ext>
              </a:extLst>
            </p:cNvPr>
            <p:cNvSpPr/>
            <p:nvPr/>
          </p:nvSpPr>
          <p:spPr>
            <a:xfrm>
              <a:off x="917525" y="2428750"/>
              <a:ext cx="620775" cy="789550"/>
            </a:xfrm>
            <a:custGeom>
              <a:avLst/>
              <a:gdLst/>
              <a:ahLst/>
              <a:cxnLst/>
              <a:rect l="l" t="t" r="r" b="b"/>
              <a:pathLst>
                <a:path w="24831" h="31582" fill="none" extrusionOk="0">
                  <a:moveTo>
                    <a:pt x="1030" y="28078"/>
                  </a:moveTo>
                  <a:lnTo>
                    <a:pt x="1245" y="13517"/>
                  </a:lnTo>
                  <a:lnTo>
                    <a:pt x="1245" y="13517"/>
                  </a:lnTo>
                  <a:lnTo>
                    <a:pt x="1187" y="13388"/>
                  </a:lnTo>
                  <a:lnTo>
                    <a:pt x="1016" y="13016"/>
                  </a:lnTo>
                  <a:lnTo>
                    <a:pt x="901" y="12759"/>
                  </a:lnTo>
                  <a:lnTo>
                    <a:pt x="773" y="12444"/>
                  </a:lnTo>
                  <a:lnTo>
                    <a:pt x="644" y="12087"/>
                  </a:lnTo>
                  <a:lnTo>
                    <a:pt x="515" y="11686"/>
                  </a:lnTo>
                  <a:lnTo>
                    <a:pt x="386" y="11243"/>
                  </a:lnTo>
                  <a:lnTo>
                    <a:pt x="272" y="10771"/>
                  </a:lnTo>
                  <a:lnTo>
                    <a:pt x="172" y="10270"/>
                  </a:lnTo>
                  <a:lnTo>
                    <a:pt x="86" y="9741"/>
                  </a:lnTo>
                  <a:lnTo>
                    <a:pt x="29" y="9183"/>
                  </a:lnTo>
                  <a:lnTo>
                    <a:pt x="0" y="8611"/>
                  </a:lnTo>
                  <a:lnTo>
                    <a:pt x="0" y="8311"/>
                  </a:lnTo>
                  <a:lnTo>
                    <a:pt x="14" y="8010"/>
                  </a:lnTo>
                  <a:lnTo>
                    <a:pt x="29" y="7710"/>
                  </a:lnTo>
                  <a:lnTo>
                    <a:pt x="57" y="7410"/>
                  </a:lnTo>
                  <a:lnTo>
                    <a:pt x="57" y="7410"/>
                  </a:lnTo>
                  <a:lnTo>
                    <a:pt x="100" y="6880"/>
                  </a:lnTo>
                  <a:lnTo>
                    <a:pt x="157" y="6308"/>
                  </a:lnTo>
                  <a:lnTo>
                    <a:pt x="200" y="6008"/>
                  </a:lnTo>
                  <a:lnTo>
                    <a:pt x="243" y="5708"/>
                  </a:lnTo>
                  <a:lnTo>
                    <a:pt x="315" y="5407"/>
                  </a:lnTo>
                  <a:lnTo>
                    <a:pt x="386" y="5092"/>
                  </a:lnTo>
                  <a:lnTo>
                    <a:pt x="472" y="4778"/>
                  </a:lnTo>
                  <a:lnTo>
                    <a:pt x="587" y="4463"/>
                  </a:lnTo>
                  <a:lnTo>
                    <a:pt x="715" y="4148"/>
                  </a:lnTo>
                  <a:lnTo>
                    <a:pt x="887" y="3820"/>
                  </a:lnTo>
                  <a:lnTo>
                    <a:pt x="1073" y="3505"/>
                  </a:lnTo>
                  <a:lnTo>
                    <a:pt x="1302" y="3190"/>
                  </a:lnTo>
                  <a:lnTo>
                    <a:pt x="1545" y="2876"/>
                  </a:lnTo>
                  <a:lnTo>
                    <a:pt x="1845" y="2561"/>
                  </a:lnTo>
                  <a:lnTo>
                    <a:pt x="1845" y="2561"/>
                  </a:lnTo>
                  <a:lnTo>
                    <a:pt x="2103" y="2303"/>
                  </a:lnTo>
                  <a:lnTo>
                    <a:pt x="2374" y="2075"/>
                  </a:lnTo>
                  <a:lnTo>
                    <a:pt x="2646" y="1846"/>
                  </a:lnTo>
                  <a:lnTo>
                    <a:pt x="2918" y="1645"/>
                  </a:lnTo>
                  <a:lnTo>
                    <a:pt x="3190" y="1460"/>
                  </a:lnTo>
                  <a:lnTo>
                    <a:pt x="3476" y="1288"/>
                  </a:lnTo>
                  <a:lnTo>
                    <a:pt x="3748" y="1131"/>
                  </a:lnTo>
                  <a:lnTo>
                    <a:pt x="4019" y="973"/>
                  </a:lnTo>
                  <a:lnTo>
                    <a:pt x="4291" y="844"/>
                  </a:lnTo>
                  <a:lnTo>
                    <a:pt x="4563" y="730"/>
                  </a:lnTo>
                  <a:lnTo>
                    <a:pt x="4820" y="616"/>
                  </a:lnTo>
                  <a:lnTo>
                    <a:pt x="5092" y="516"/>
                  </a:lnTo>
                  <a:lnTo>
                    <a:pt x="5593" y="358"/>
                  </a:lnTo>
                  <a:lnTo>
                    <a:pt x="6065" y="229"/>
                  </a:lnTo>
                  <a:lnTo>
                    <a:pt x="6522" y="129"/>
                  </a:lnTo>
                  <a:lnTo>
                    <a:pt x="6923" y="72"/>
                  </a:lnTo>
                  <a:lnTo>
                    <a:pt x="7295" y="29"/>
                  </a:lnTo>
                  <a:lnTo>
                    <a:pt x="7595" y="1"/>
                  </a:lnTo>
                  <a:lnTo>
                    <a:pt x="7853" y="1"/>
                  </a:lnTo>
                  <a:lnTo>
                    <a:pt x="8039" y="1"/>
                  </a:lnTo>
                  <a:lnTo>
                    <a:pt x="8196" y="1"/>
                  </a:lnTo>
                  <a:lnTo>
                    <a:pt x="8196" y="1"/>
                  </a:lnTo>
                  <a:lnTo>
                    <a:pt x="8310" y="72"/>
                  </a:lnTo>
                  <a:lnTo>
                    <a:pt x="8611" y="244"/>
                  </a:lnTo>
                  <a:lnTo>
                    <a:pt x="9097" y="501"/>
                  </a:lnTo>
                  <a:lnTo>
                    <a:pt x="9712" y="802"/>
                  </a:lnTo>
                  <a:lnTo>
                    <a:pt x="10070" y="959"/>
                  </a:lnTo>
                  <a:lnTo>
                    <a:pt x="10442" y="1116"/>
                  </a:lnTo>
                  <a:lnTo>
                    <a:pt x="10842" y="1274"/>
                  </a:lnTo>
                  <a:lnTo>
                    <a:pt x="11257" y="1417"/>
                  </a:lnTo>
                  <a:lnTo>
                    <a:pt x="11686" y="1531"/>
                  </a:lnTo>
                  <a:lnTo>
                    <a:pt x="12129" y="1645"/>
                  </a:lnTo>
                  <a:lnTo>
                    <a:pt x="12573" y="1731"/>
                  </a:lnTo>
                  <a:lnTo>
                    <a:pt x="13016" y="1803"/>
                  </a:lnTo>
                  <a:lnTo>
                    <a:pt x="13016" y="1803"/>
                  </a:lnTo>
                  <a:lnTo>
                    <a:pt x="13359" y="1817"/>
                  </a:lnTo>
                  <a:lnTo>
                    <a:pt x="13703" y="1803"/>
                  </a:lnTo>
                  <a:lnTo>
                    <a:pt x="14046" y="1774"/>
                  </a:lnTo>
                  <a:lnTo>
                    <a:pt x="14375" y="1731"/>
                  </a:lnTo>
                  <a:lnTo>
                    <a:pt x="14704" y="1660"/>
                  </a:lnTo>
                  <a:lnTo>
                    <a:pt x="15019" y="1588"/>
                  </a:lnTo>
                  <a:lnTo>
                    <a:pt x="15319" y="1488"/>
                  </a:lnTo>
                  <a:lnTo>
                    <a:pt x="15605" y="1388"/>
                  </a:lnTo>
                  <a:lnTo>
                    <a:pt x="15862" y="1274"/>
                  </a:lnTo>
                  <a:lnTo>
                    <a:pt x="16106" y="1145"/>
                  </a:lnTo>
                  <a:lnTo>
                    <a:pt x="16320" y="1016"/>
                  </a:lnTo>
                  <a:lnTo>
                    <a:pt x="16492" y="887"/>
                  </a:lnTo>
                  <a:lnTo>
                    <a:pt x="16635" y="744"/>
                  </a:lnTo>
                  <a:lnTo>
                    <a:pt x="16749" y="616"/>
                  </a:lnTo>
                  <a:lnTo>
                    <a:pt x="16778" y="544"/>
                  </a:lnTo>
                  <a:lnTo>
                    <a:pt x="16806" y="473"/>
                  </a:lnTo>
                  <a:lnTo>
                    <a:pt x="16835" y="415"/>
                  </a:lnTo>
                  <a:lnTo>
                    <a:pt x="16835" y="344"/>
                  </a:lnTo>
                  <a:lnTo>
                    <a:pt x="16835" y="344"/>
                  </a:lnTo>
                  <a:lnTo>
                    <a:pt x="17007" y="372"/>
                  </a:lnTo>
                  <a:lnTo>
                    <a:pt x="17178" y="430"/>
                  </a:lnTo>
                  <a:lnTo>
                    <a:pt x="17364" y="501"/>
                  </a:lnTo>
                  <a:lnTo>
                    <a:pt x="17550" y="587"/>
                  </a:lnTo>
                  <a:lnTo>
                    <a:pt x="17750" y="701"/>
                  </a:lnTo>
                  <a:lnTo>
                    <a:pt x="17951" y="816"/>
                  </a:lnTo>
                  <a:lnTo>
                    <a:pt x="18151" y="959"/>
                  </a:lnTo>
                  <a:lnTo>
                    <a:pt x="18365" y="1116"/>
                  </a:lnTo>
                  <a:lnTo>
                    <a:pt x="18580" y="1288"/>
                  </a:lnTo>
                  <a:lnTo>
                    <a:pt x="18795" y="1474"/>
                  </a:lnTo>
                  <a:lnTo>
                    <a:pt x="19009" y="1674"/>
                  </a:lnTo>
                  <a:lnTo>
                    <a:pt x="19224" y="1889"/>
                  </a:lnTo>
                  <a:lnTo>
                    <a:pt x="19438" y="2117"/>
                  </a:lnTo>
                  <a:lnTo>
                    <a:pt x="19667" y="2361"/>
                  </a:lnTo>
                  <a:lnTo>
                    <a:pt x="19882" y="2604"/>
                  </a:lnTo>
                  <a:lnTo>
                    <a:pt x="20096" y="2876"/>
                  </a:lnTo>
                  <a:lnTo>
                    <a:pt x="20311" y="3147"/>
                  </a:lnTo>
                  <a:lnTo>
                    <a:pt x="20525" y="3448"/>
                  </a:lnTo>
                  <a:lnTo>
                    <a:pt x="20726" y="3748"/>
                  </a:lnTo>
                  <a:lnTo>
                    <a:pt x="20940" y="4048"/>
                  </a:lnTo>
                  <a:lnTo>
                    <a:pt x="21140" y="4377"/>
                  </a:lnTo>
                  <a:lnTo>
                    <a:pt x="21341" y="4706"/>
                  </a:lnTo>
                  <a:lnTo>
                    <a:pt x="21527" y="5035"/>
                  </a:lnTo>
                  <a:lnTo>
                    <a:pt x="21712" y="5393"/>
                  </a:lnTo>
                  <a:lnTo>
                    <a:pt x="21884" y="5736"/>
                  </a:lnTo>
                  <a:lnTo>
                    <a:pt x="22056" y="6108"/>
                  </a:lnTo>
                  <a:lnTo>
                    <a:pt x="22213" y="6480"/>
                  </a:lnTo>
                  <a:lnTo>
                    <a:pt x="22370" y="6852"/>
                  </a:lnTo>
                  <a:lnTo>
                    <a:pt x="22513" y="7238"/>
                  </a:lnTo>
                  <a:lnTo>
                    <a:pt x="22642" y="7624"/>
                  </a:lnTo>
                  <a:lnTo>
                    <a:pt x="22771" y="8010"/>
                  </a:lnTo>
                  <a:lnTo>
                    <a:pt x="22871" y="8411"/>
                  </a:lnTo>
                  <a:lnTo>
                    <a:pt x="22871" y="8411"/>
                  </a:lnTo>
                  <a:lnTo>
                    <a:pt x="22914" y="8554"/>
                  </a:lnTo>
                  <a:lnTo>
                    <a:pt x="22914" y="8683"/>
                  </a:lnTo>
                  <a:lnTo>
                    <a:pt x="22914" y="8811"/>
                  </a:lnTo>
                  <a:lnTo>
                    <a:pt x="22885" y="8926"/>
                  </a:lnTo>
                  <a:lnTo>
                    <a:pt x="22857" y="9026"/>
                  </a:lnTo>
                  <a:lnTo>
                    <a:pt x="22800" y="9126"/>
                  </a:lnTo>
                  <a:lnTo>
                    <a:pt x="22728" y="9212"/>
                  </a:lnTo>
                  <a:lnTo>
                    <a:pt x="22656" y="9283"/>
                  </a:lnTo>
                  <a:lnTo>
                    <a:pt x="22571" y="9355"/>
                  </a:lnTo>
                  <a:lnTo>
                    <a:pt x="22471" y="9412"/>
                  </a:lnTo>
                  <a:lnTo>
                    <a:pt x="22370" y="9469"/>
                  </a:lnTo>
                  <a:lnTo>
                    <a:pt x="22256" y="9512"/>
                  </a:lnTo>
                  <a:lnTo>
                    <a:pt x="22013" y="9584"/>
                  </a:lnTo>
                  <a:lnTo>
                    <a:pt x="21755" y="9627"/>
                  </a:lnTo>
                  <a:lnTo>
                    <a:pt x="21498" y="9655"/>
                  </a:lnTo>
                  <a:lnTo>
                    <a:pt x="21240" y="9684"/>
                  </a:lnTo>
                  <a:lnTo>
                    <a:pt x="20997" y="9684"/>
                  </a:lnTo>
                  <a:lnTo>
                    <a:pt x="20783" y="9669"/>
                  </a:lnTo>
                  <a:lnTo>
                    <a:pt x="20454" y="9655"/>
                  </a:lnTo>
                  <a:lnTo>
                    <a:pt x="20325" y="9641"/>
                  </a:lnTo>
                  <a:lnTo>
                    <a:pt x="24831" y="28507"/>
                  </a:lnTo>
                  <a:lnTo>
                    <a:pt x="24831" y="28507"/>
                  </a:lnTo>
                  <a:lnTo>
                    <a:pt x="24645" y="28592"/>
                  </a:lnTo>
                  <a:lnTo>
                    <a:pt x="24115" y="28807"/>
                  </a:lnTo>
                  <a:lnTo>
                    <a:pt x="23286" y="29122"/>
                  </a:lnTo>
                  <a:lnTo>
                    <a:pt x="22757" y="29308"/>
                  </a:lnTo>
                  <a:lnTo>
                    <a:pt x="22156" y="29522"/>
                  </a:lnTo>
                  <a:lnTo>
                    <a:pt x="21498" y="29737"/>
                  </a:lnTo>
                  <a:lnTo>
                    <a:pt x="20783" y="29951"/>
                  </a:lnTo>
                  <a:lnTo>
                    <a:pt x="20025" y="30180"/>
                  </a:lnTo>
                  <a:lnTo>
                    <a:pt x="19195" y="30409"/>
                  </a:lnTo>
                  <a:lnTo>
                    <a:pt x="18323" y="30624"/>
                  </a:lnTo>
                  <a:lnTo>
                    <a:pt x="17421" y="30838"/>
                  </a:lnTo>
                  <a:lnTo>
                    <a:pt x="16463" y="31053"/>
                  </a:lnTo>
                  <a:lnTo>
                    <a:pt x="15476" y="31239"/>
                  </a:lnTo>
                  <a:lnTo>
                    <a:pt x="15476" y="31239"/>
                  </a:lnTo>
                  <a:lnTo>
                    <a:pt x="14961" y="31310"/>
                  </a:lnTo>
                  <a:lnTo>
                    <a:pt x="14432" y="31382"/>
                  </a:lnTo>
                  <a:lnTo>
                    <a:pt x="13874" y="31439"/>
                  </a:lnTo>
                  <a:lnTo>
                    <a:pt x="13316" y="31496"/>
                  </a:lnTo>
                  <a:lnTo>
                    <a:pt x="12744" y="31525"/>
                  </a:lnTo>
                  <a:lnTo>
                    <a:pt x="12158" y="31553"/>
                  </a:lnTo>
                  <a:lnTo>
                    <a:pt x="11557" y="31568"/>
                  </a:lnTo>
                  <a:lnTo>
                    <a:pt x="10956" y="31582"/>
                  </a:lnTo>
                  <a:lnTo>
                    <a:pt x="9755" y="31568"/>
                  </a:lnTo>
                  <a:lnTo>
                    <a:pt x="8553" y="31539"/>
                  </a:lnTo>
                  <a:lnTo>
                    <a:pt x="7381" y="31482"/>
                  </a:lnTo>
                  <a:lnTo>
                    <a:pt x="6236" y="31410"/>
                  </a:lnTo>
                  <a:lnTo>
                    <a:pt x="5178" y="31324"/>
                  </a:lnTo>
                  <a:lnTo>
                    <a:pt x="4191" y="31239"/>
                  </a:lnTo>
                  <a:lnTo>
                    <a:pt x="3304" y="31153"/>
                  </a:lnTo>
                  <a:lnTo>
                    <a:pt x="2532" y="31067"/>
                  </a:lnTo>
                  <a:lnTo>
                    <a:pt x="1430" y="30938"/>
                  </a:lnTo>
                  <a:lnTo>
                    <a:pt x="1030" y="30881"/>
                  </a:lnTo>
                  <a:lnTo>
                    <a:pt x="1030" y="2807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97;p18">
              <a:extLst>
                <a:ext uri="{FF2B5EF4-FFF2-40B4-BE49-F238E27FC236}">
                  <a16:creationId xmlns:a16="http://schemas.microsoft.com/office/drawing/2014/main" id="{A1EE88CA-0D01-3E75-7BC3-6C8D5EFE8C52}"/>
                </a:ext>
              </a:extLst>
            </p:cNvPr>
            <p:cNvSpPr/>
            <p:nvPr/>
          </p:nvSpPr>
          <p:spPr>
            <a:xfrm>
              <a:off x="1412775" y="2857500"/>
              <a:ext cx="418750" cy="66175"/>
            </a:xfrm>
            <a:custGeom>
              <a:avLst/>
              <a:gdLst/>
              <a:ahLst/>
              <a:cxnLst/>
              <a:rect l="l" t="t" r="r" b="b"/>
              <a:pathLst>
                <a:path w="16750" h="2647" extrusionOk="0">
                  <a:moveTo>
                    <a:pt x="0" y="0"/>
                  </a:moveTo>
                  <a:lnTo>
                    <a:pt x="1359" y="2646"/>
                  </a:lnTo>
                  <a:lnTo>
                    <a:pt x="15390" y="2646"/>
                  </a:lnTo>
                  <a:lnTo>
                    <a:pt x="16749"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98;p18">
              <a:extLst>
                <a:ext uri="{FF2B5EF4-FFF2-40B4-BE49-F238E27FC236}">
                  <a16:creationId xmlns:a16="http://schemas.microsoft.com/office/drawing/2014/main" id="{248706E7-974F-9831-44DD-C67A423749F0}"/>
                </a:ext>
              </a:extLst>
            </p:cNvPr>
            <p:cNvSpPr/>
            <p:nvPr/>
          </p:nvSpPr>
          <p:spPr>
            <a:xfrm>
              <a:off x="1493225" y="2772375"/>
              <a:ext cx="178800" cy="94075"/>
            </a:xfrm>
            <a:custGeom>
              <a:avLst/>
              <a:gdLst/>
              <a:ahLst/>
              <a:cxnLst/>
              <a:rect l="l" t="t" r="r" b="b"/>
              <a:pathLst>
                <a:path w="7152" h="3763" extrusionOk="0">
                  <a:moveTo>
                    <a:pt x="6952" y="1"/>
                  </a:moveTo>
                  <a:lnTo>
                    <a:pt x="6837" y="15"/>
                  </a:lnTo>
                  <a:lnTo>
                    <a:pt x="6709" y="44"/>
                  </a:lnTo>
                  <a:lnTo>
                    <a:pt x="6408" y="130"/>
                  </a:lnTo>
                  <a:lnTo>
                    <a:pt x="6036" y="273"/>
                  </a:lnTo>
                  <a:lnTo>
                    <a:pt x="5622" y="459"/>
                  </a:lnTo>
                  <a:lnTo>
                    <a:pt x="5178" y="659"/>
                  </a:lnTo>
                  <a:lnTo>
                    <a:pt x="4720" y="902"/>
                  </a:lnTo>
                  <a:lnTo>
                    <a:pt x="4248" y="1145"/>
                  </a:lnTo>
                  <a:lnTo>
                    <a:pt x="3347" y="1631"/>
                  </a:lnTo>
                  <a:lnTo>
                    <a:pt x="2575" y="2075"/>
                  </a:lnTo>
                  <a:lnTo>
                    <a:pt x="1831" y="2504"/>
                  </a:lnTo>
                  <a:lnTo>
                    <a:pt x="0" y="3376"/>
                  </a:lnTo>
                  <a:lnTo>
                    <a:pt x="1288" y="3763"/>
                  </a:lnTo>
                  <a:lnTo>
                    <a:pt x="2289" y="3233"/>
                  </a:lnTo>
                  <a:lnTo>
                    <a:pt x="3290" y="2676"/>
                  </a:lnTo>
                  <a:lnTo>
                    <a:pt x="4420" y="2032"/>
                  </a:lnTo>
                  <a:lnTo>
                    <a:pt x="4992" y="1689"/>
                  </a:lnTo>
                  <a:lnTo>
                    <a:pt x="5536" y="1360"/>
                  </a:lnTo>
                  <a:lnTo>
                    <a:pt x="6022" y="1045"/>
                  </a:lnTo>
                  <a:lnTo>
                    <a:pt x="6451" y="759"/>
                  </a:lnTo>
                  <a:lnTo>
                    <a:pt x="6794" y="501"/>
                  </a:lnTo>
                  <a:lnTo>
                    <a:pt x="6923" y="387"/>
                  </a:lnTo>
                  <a:lnTo>
                    <a:pt x="7038" y="287"/>
                  </a:lnTo>
                  <a:lnTo>
                    <a:pt x="7109" y="201"/>
                  </a:lnTo>
                  <a:lnTo>
                    <a:pt x="7138" y="130"/>
                  </a:lnTo>
                  <a:lnTo>
                    <a:pt x="7152" y="101"/>
                  </a:lnTo>
                  <a:lnTo>
                    <a:pt x="7152" y="72"/>
                  </a:lnTo>
                  <a:lnTo>
                    <a:pt x="7138" y="44"/>
                  </a:lnTo>
                  <a:lnTo>
                    <a:pt x="7109" y="29"/>
                  </a:lnTo>
                  <a:lnTo>
                    <a:pt x="70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99;p18">
              <a:extLst>
                <a:ext uri="{FF2B5EF4-FFF2-40B4-BE49-F238E27FC236}">
                  <a16:creationId xmlns:a16="http://schemas.microsoft.com/office/drawing/2014/main" id="{AC450554-629E-CDBB-4CA7-2B1E13EACA80}"/>
                </a:ext>
              </a:extLst>
            </p:cNvPr>
            <p:cNvSpPr/>
            <p:nvPr/>
          </p:nvSpPr>
          <p:spPr>
            <a:xfrm>
              <a:off x="966150" y="2648300"/>
              <a:ext cx="604700" cy="277150"/>
            </a:xfrm>
            <a:custGeom>
              <a:avLst/>
              <a:gdLst/>
              <a:ahLst/>
              <a:cxnLst/>
              <a:rect l="l" t="t" r="r" b="b"/>
              <a:pathLst>
                <a:path w="24188" h="11086" extrusionOk="0">
                  <a:moveTo>
                    <a:pt x="4191" y="1"/>
                  </a:moveTo>
                  <a:lnTo>
                    <a:pt x="4063" y="15"/>
                  </a:lnTo>
                  <a:lnTo>
                    <a:pt x="3719" y="58"/>
                  </a:lnTo>
                  <a:lnTo>
                    <a:pt x="3476" y="101"/>
                  </a:lnTo>
                  <a:lnTo>
                    <a:pt x="3204" y="158"/>
                  </a:lnTo>
                  <a:lnTo>
                    <a:pt x="2890" y="244"/>
                  </a:lnTo>
                  <a:lnTo>
                    <a:pt x="2561" y="358"/>
                  </a:lnTo>
                  <a:lnTo>
                    <a:pt x="2232" y="501"/>
                  </a:lnTo>
                  <a:lnTo>
                    <a:pt x="1874" y="673"/>
                  </a:lnTo>
                  <a:lnTo>
                    <a:pt x="1702" y="773"/>
                  </a:lnTo>
                  <a:lnTo>
                    <a:pt x="1531" y="887"/>
                  </a:lnTo>
                  <a:lnTo>
                    <a:pt x="1359" y="1016"/>
                  </a:lnTo>
                  <a:lnTo>
                    <a:pt x="1188" y="1145"/>
                  </a:lnTo>
                  <a:lnTo>
                    <a:pt x="1016" y="1288"/>
                  </a:lnTo>
                  <a:lnTo>
                    <a:pt x="859" y="1445"/>
                  </a:lnTo>
                  <a:lnTo>
                    <a:pt x="687" y="1617"/>
                  </a:lnTo>
                  <a:lnTo>
                    <a:pt x="544" y="1803"/>
                  </a:lnTo>
                  <a:lnTo>
                    <a:pt x="387" y="1989"/>
                  </a:lnTo>
                  <a:lnTo>
                    <a:pt x="258" y="2203"/>
                  </a:lnTo>
                  <a:lnTo>
                    <a:pt x="115" y="2432"/>
                  </a:lnTo>
                  <a:lnTo>
                    <a:pt x="0" y="2661"/>
                  </a:lnTo>
                  <a:lnTo>
                    <a:pt x="172" y="2947"/>
                  </a:lnTo>
                  <a:lnTo>
                    <a:pt x="401" y="3333"/>
                  </a:lnTo>
                  <a:lnTo>
                    <a:pt x="1002" y="4377"/>
                  </a:lnTo>
                  <a:lnTo>
                    <a:pt x="1731" y="5665"/>
                  </a:lnTo>
                  <a:lnTo>
                    <a:pt x="2146" y="6351"/>
                  </a:lnTo>
                  <a:lnTo>
                    <a:pt x="2575" y="7052"/>
                  </a:lnTo>
                  <a:lnTo>
                    <a:pt x="3033" y="7753"/>
                  </a:lnTo>
                  <a:lnTo>
                    <a:pt x="3505" y="8425"/>
                  </a:lnTo>
                  <a:lnTo>
                    <a:pt x="3734" y="8740"/>
                  </a:lnTo>
                  <a:lnTo>
                    <a:pt x="3977" y="9055"/>
                  </a:lnTo>
                  <a:lnTo>
                    <a:pt x="4220" y="9341"/>
                  </a:lnTo>
                  <a:lnTo>
                    <a:pt x="4463" y="9627"/>
                  </a:lnTo>
                  <a:lnTo>
                    <a:pt x="4706" y="9884"/>
                  </a:lnTo>
                  <a:lnTo>
                    <a:pt x="4935" y="10127"/>
                  </a:lnTo>
                  <a:lnTo>
                    <a:pt x="5178" y="10342"/>
                  </a:lnTo>
                  <a:lnTo>
                    <a:pt x="5421" y="10542"/>
                  </a:lnTo>
                  <a:lnTo>
                    <a:pt x="5650" y="10699"/>
                  </a:lnTo>
                  <a:lnTo>
                    <a:pt x="5893" y="10842"/>
                  </a:lnTo>
                  <a:lnTo>
                    <a:pt x="6122" y="10943"/>
                  </a:lnTo>
                  <a:lnTo>
                    <a:pt x="6351" y="11014"/>
                  </a:lnTo>
                  <a:lnTo>
                    <a:pt x="6523" y="11057"/>
                  </a:lnTo>
                  <a:lnTo>
                    <a:pt x="6752" y="11071"/>
                  </a:lnTo>
                  <a:lnTo>
                    <a:pt x="7038" y="11086"/>
                  </a:lnTo>
                  <a:lnTo>
                    <a:pt x="7367" y="11071"/>
                  </a:lnTo>
                  <a:lnTo>
                    <a:pt x="8125" y="11043"/>
                  </a:lnTo>
                  <a:lnTo>
                    <a:pt x="9040" y="10985"/>
                  </a:lnTo>
                  <a:lnTo>
                    <a:pt x="10041" y="10900"/>
                  </a:lnTo>
                  <a:lnTo>
                    <a:pt x="11128" y="10785"/>
                  </a:lnTo>
                  <a:lnTo>
                    <a:pt x="12244" y="10656"/>
                  </a:lnTo>
                  <a:lnTo>
                    <a:pt x="13388" y="10528"/>
                  </a:lnTo>
                  <a:lnTo>
                    <a:pt x="15577" y="10242"/>
                  </a:lnTo>
                  <a:lnTo>
                    <a:pt x="17436" y="9984"/>
                  </a:lnTo>
                  <a:lnTo>
                    <a:pt x="19224" y="9727"/>
                  </a:lnTo>
                  <a:lnTo>
                    <a:pt x="19624" y="9698"/>
                  </a:lnTo>
                  <a:lnTo>
                    <a:pt x="20054" y="9684"/>
                  </a:lnTo>
                  <a:lnTo>
                    <a:pt x="20554" y="9670"/>
                  </a:lnTo>
                  <a:lnTo>
                    <a:pt x="20754" y="9712"/>
                  </a:lnTo>
                  <a:lnTo>
                    <a:pt x="20940" y="9755"/>
                  </a:lnTo>
                  <a:lnTo>
                    <a:pt x="21141" y="9784"/>
                  </a:lnTo>
                  <a:lnTo>
                    <a:pt x="21341" y="9798"/>
                  </a:lnTo>
                  <a:lnTo>
                    <a:pt x="21655" y="9798"/>
                  </a:lnTo>
                  <a:lnTo>
                    <a:pt x="21813" y="9770"/>
                  </a:lnTo>
                  <a:lnTo>
                    <a:pt x="21956" y="9741"/>
                  </a:lnTo>
                  <a:lnTo>
                    <a:pt x="22099" y="9698"/>
                  </a:lnTo>
                  <a:lnTo>
                    <a:pt x="22242" y="9641"/>
                  </a:lnTo>
                  <a:lnTo>
                    <a:pt x="22499" y="9512"/>
                  </a:lnTo>
                  <a:lnTo>
                    <a:pt x="22757" y="9355"/>
                  </a:lnTo>
                  <a:lnTo>
                    <a:pt x="22986" y="9183"/>
                  </a:lnTo>
                  <a:lnTo>
                    <a:pt x="23200" y="8997"/>
                  </a:lnTo>
                  <a:lnTo>
                    <a:pt x="23400" y="8797"/>
                  </a:lnTo>
                  <a:lnTo>
                    <a:pt x="23572" y="8611"/>
                  </a:lnTo>
                  <a:lnTo>
                    <a:pt x="23729" y="8411"/>
                  </a:lnTo>
                  <a:lnTo>
                    <a:pt x="23973" y="8082"/>
                  </a:lnTo>
                  <a:lnTo>
                    <a:pt x="24130" y="7839"/>
                  </a:lnTo>
                  <a:lnTo>
                    <a:pt x="24187" y="7739"/>
                  </a:lnTo>
                  <a:lnTo>
                    <a:pt x="23987" y="7610"/>
                  </a:lnTo>
                  <a:lnTo>
                    <a:pt x="23772" y="7467"/>
                  </a:lnTo>
                  <a:lnTo>
                    <a:pt x="23515" y="7295"/>
                  </a:lnTo>
                  <a:lnTo>
                    <a:pt x="23215" y="7138"/>
                  </a:lnTo>
                  <a:lnTo>
                    <a:pt x="22900" y="6981"/>
                  </a:lnTo>
                  <a:lnTo>
                    <a:pt x="22743" y="6923"/>
                  </a:lnTo>
                  <a:lnTo>
                    <a:pt x="22585" y="6880"/>
                  </a:lnTo>
                  <a:lnTo>
                    <a:pt x="22442" y="6852"/>
                  </a:lnTo>
                  <a:lnTo>
                    <a:pt x="22185" y="6852"/>
                  </a:lnTo>
                  <a:lnTo>
                    <a:pt x="22027" y="6880"/>
                  </a:lnTo>
                  <a:lnTo>
                    <a:pt x="21655" y="6981"/>
                  </a:lnTo>
                  <a:lnTo>
                    <a:pt x="21198" y="7138"/>
                  </a:lnTo>
                  <a:lnTo>
                    <a:pt x="20711" y="7310"/>
                  </a:lnTo>
                  <a:lnTo>
                    <a:pt x="20197" y="7510"/>
                  </a:lnTo>
                  <a:lnTo>
                    <a:pt x="19710" y="7710"/>
                  </a:lnTo>
                  <a:lnTo>
                    <a:pt x="18895" y="8053"/>
                  </a:lnTo>
                  <a:lnTo>
                    <a:pt x="18537" y="7982"/>
                  </a:lnTo>
                  <a:lnTo>
                    <a:pt x="18151" y="7910"/>
                  </a:lnTo>
                  <a:lnTo>
                    <a:pt x="17736" y="7839"/>
                  </a:lnTo>
                  <a:lnTo>
                    <a:pt x="17279" y="7796"/>
                  </a:lnTo>
                  <a:lnTo>
                    <a:pt x="16792" y="7739"/>
                  </a:lnTo>
                  <a:lnTo>
                    <a:pt x="16263" y="7710"/>
                  </a:lnTo>
                  <a:lnTo>
                    <a:pt x="15047" y="7639"/>
                  </a:lnTo>
                  <a:lnTo>
                    <a:pt x="13846" y="7581"/>
                  </a:lnTo>
                  <a:lnTo>
                    <a:pt x="12616" y="7496"/>
                  </a:lnTo>
                  <a:lnTo>
                    <a:pt x="12001" y="7438"/>
                  </a:lnTo>
                  <a:lnTo>
                    <a:pt x="11400" y="7367"/>
                  </a:lnTo>
                  <a:lnTo>
                    <a:pt x="10814" y="7295"/>
                  </a:lnTo>
                  <a:lnTo>
                    <a:pt x="10256" y="7224"/>
                  </a:lnTo>
                  <a:lnTo>
                    <a:pt x="9727" y="7138"/>
                  </a:lnTo>
                  <a:lnTo>
                    <a:pt x="9240" y="7038"/>
                  </a:lnTo>
                  <a:lnTo>
                    <a:pt x="8797" y="6938"/>
                  </a:lnTo>
                  <a:lnTo>
                    <a:pt x="8396" y="6823"/>
                  </a:lnTo>
                  <a:lnTo>
                    <a:pt x="8053" y="6709"/>
                  </a:lnTo>
                  <a:lnTo>
                    <a:pt x="7910" y="6652"/>
                  </a:lnTo>
                  <a:lnTo>
                    <a:pt x="7781" y="6580"/>
                  </a:lnTo>
                  <a:lnTo>
                    <a:pt x="7681" y="6523"/>
                  </a:lnTo>
                  <a:lnTo>
                    <a:pt x="7581" y="6451"/>
                  </a:lnTo>
                  <a:lnTo>
                    <a:pt x="7510" y="6380"/>
                  </a:lnTo>
                  <a:lnTo>
                    <a:pt x="7452" y="6308"/>
                  </a:lnTo>
                  <a:lnTo>
                    <a:pt x="7181" y="5822"/>
                  </a:lnTo>
                  <a:lnTo>
                    <a:pt x="6752" y="5007"/>
                  </a:lnTo>
                  <a:lnTo>
                    <a:pt x="5650" y="2876"/>
                  </a:lnTo>
                  <a:lnTo>
                    <a:pt x="4191" y="1"/>
                  </a:lnTo>
                  <a:close/>
                </a:path>
              </a:pathLst>
            </a:custGeom>
            <a:solidFill>
              <a:srgbClr val="F6B6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00;p18">
              <a:extLst>
                <a:ext uri="{FF2B5EF4-FFF2-40B4-BE49-F238E27FC236}">
                  <a16:creationId xmlns:a16="http://schemas.microsoft.com/office/drawing/2014/main" id="{E0A717B3-1D50-E25C-DD47-01000C8E670F}"/>
                </a:ext>
              </a:extLst>
            </p:cNvPr>
            <p:cNvSpPr/>
            <p:nvPr/>
          </p:nvSpPr>
          <p:spPr>
            <a:xfrm>
              <a:off x="2124700" y="2525650"/>
              <a:ext cx="176675" cy="144125"/>
            </a:xfrm>
            <a:custGeom>
              <a:avLst/>
              <a:gdLst/>
              <a:ahLst/>
              <a:cxnLst/>
              <a:rect l="l" t="t" r="r" b="b"/>
              <a:pathLst>
                <a:path w="7067" h="5765" extrusionOk="0">
                  <a:moveTo>
                    <a:pt x="2676" y="1"/>
                  </a:moveTo>
                  <a:lnTo>
                    <a:pt x="2547" y="15"/>
                  </a:lnTo>
                  <a:lnTo>
                    <a:pt x="2418" y="58"/>
                  </a:lnTo>
                  <a:lnTo>
                    <a:pt x="2275" y="115"/>
                  </a:lnTo>
                  <a:lnTo>
                    <a:pt x="2118" y="187"/>
                  </a:lnTo>
                  <a:lnTo>
                    <a:pt x="1960" y="272"/>
                  </a:lnTo>
                  <a:lnTo>
                    <a:pt x="1803" y="373"/>
                  </a:lnTo>
                  <a:lnTo>
                    <a:pt x="1660" y="501"/>
                  </a:lnTo>
                  <a:lnTo>
                    <a:pt x="1531" y="659"/>
                  </a:lnTo>
                  <a:lnTo>
                    <a:pt x="1417" y="816"/>
                  </a:lnTo>
                  <a:lnTo>
                    <a:pt x="1317" y="973"/>
                  </a:lnTo>
                  <a:lnTo>
                    <a:pt x="1231" y="1159"/>
                  </a:lnTo>
                  <a:lnTo>
                    <a:pt x="1159" y="1331"/>
                  </a:lnTo>
                  <a:lnTo>
                    <a:pt x="1102" y="1503"/>
                  </a:lnTo>
                  <a:lnTo>
                    <a:pt x="1016" y="1817"/>
                  </a:lnTo>
                  <a:lnTo>
                    <a:pt x="959" y="2089"/>
                  </a:lnTo>
                  <a:lnTo>
                    <a:pt x="931" y="2346"/>
                  </a:lnTo>
                  <a:lnTo>
                    <a:pt x="1" y="5078"/>
                  </a:lnTo>
                  <a:lnTo>
                    <a:pt x="6552" y="5765"/>
                  </a:lnTo>
                  <a:lnTo>
                    <a:pt x="6967" y="4435"/>
                  </a:lnTo>
                  <a:lnTo>
                    <a:pt x="7009" y="4277"/>
                  </a:lnTo>
                  <a:lnTo>
                    <a:pt x="7038" y="4106"/>
                  </a:lnTo>
                  <a:lnTo>
                    <a:pt x="7067" y="3891"/>
                  </a:lnTo>
                  <a:lnTo>
                    <a:pt x="7067" y="3662"/>
                  </a:lnTo>
                  <a:lnTo>
                    <a:pt x="7067" y="3548"/>
                  </a:lnTo>
                  <a:lnTo>
                    <a:pt x="7038" y="3433"/>
                  </a:lnTo>
                  <a:lnTo>
                    <a:pt x="7009" y="3333"/>
                  </a:lnTo>
                  <a:lnTo>
                    <a:pt x="6967" y="3219"/>
                  </a:lnTo>
                  <a:lnTo>
                    <a:pt x="6924" y="3133"/>
                  </a:lnTo>
                  <a:lnTo>
                    <a:pt x="6852" y="3047"/>
                  </a:lnTo>
                  <a:lnTo>
                    <a:pt x="6781" y="2961"/>
                  </a:lnTo>
                  <a:lnTo>
                    <a:pt x="6752" y="2890"/>
                  </a:lnTo>
                  <a:lnTo>
                    <a:pt x="6723" y="2818"/>
                  </a:lnTo>
                  <a:lnTo>
                    <a:pt x="6738" y="2747"/>
                  </a:lnTo>
                  <a:lnTo>
                    <a:pt x="6752" y="2675"/>
                  </a:lnTo>
                  <a:lnTo>
                    <a:pt x="6781" y="2590"/>
                  </a:lnTo>
                  <a:lnTo>
                    <a:pt x="6852" y="2432"/>
                  </a:lnTo>
                  <a:lnTo>
                    <a:pt x="6924" y="2261"/>
                  </a:lnTo>
                  <a:lnTo>
                    <a:pt x="6952" y="2175"/>
                  </a:lnTo>
                  <a:lnTo>
                    <a:pt x="6967" y="2075"/>
                  </a:lnTo>
                  <a:lnTo>
                    <a:pt x="6967" y="1960"/>
                  </a:lnTo>
                  <a:lnTo>
                    <a:pt x="6952" y="1860"/>
                  </a:lnTo>
                  <a:lnTo>
                    <a:pt x="6909" y="1731"/>
                  </a:lnTo>
                  <a:lnTo>
                    <a:pt x="6852" y="1603"/>
                  </a:lnTo>
                  <a:lnTo>
                    <a:pt x="6766" y="1474"/>
                  </a:lnTo>
                  <a:lnTo>
                    <a:pt x="6680" y="1360"/>
                  </a:lnTo>
                  <a:lnTo>
                    <a:pt x="6595" y="1259"/>
                  </a:lnTo>
                  <a:lnTo>
                    <a:pt x="6509" y="1159"/>
                  </a:lnTo>
                  <a:lnTo>
                    <a:pt x="6423" y="1088"/>
                  </a:lnTo>
                  <a:lnTo>
                    <a:pt x="6323" y="1031"/>
                  </a:lnTo>
                  <a:lnTo>
                    <a:pt x="6223" y="988"/>
                  </a:lnTo>
                  <a:lnTo>
                    <a:pt x="6108" y="945"/>
                  </a:lnTo>
                  <a:lnTo>
                    <a:pt x="6008" y="930"/>
                  </a:lnTo>
                  <a:lnTo>
                    <a:pt x="5894" y="916"/>
                  </a:lnTo>
                  <a:lnTo>
                    <a:pt x="5765" y="930"/>
                  </a:lnTo>
                  <a:lnTo>
                    <a:pt x="5651" y="945"/>
                  </a:lnTo>
                  <a:lnTo>
                    <a:pt x="5522" y="988"/>
                  </a:lnTo>
                  <a:lnTo>
                    <a:pt x="5379" y="1031"/>
                  </a:lnTo>
                  <a:lnTo>
                    <a:pt x="5236" y="1102"/>
                  </a:lnTo>
                  <a:lnTo>
                    <a:pt x="5093" y="1174"/>
                  </a:lnTo>
                  <a:lnTo>
                    <a:pt x="4835" y="1331"/>
                  </a:lnTo>
                  <a:lnTo>
                    <a:pt x="4649" y="1474"/>
                  </a:lnTo>
                  <a:lnTo>
                    <a:pt x="4506" y="1560"/>
                  </a:lnTo>
                  <a:lnTo>
                    <a:pt x="4435" y="1588"/>
                  </a:lnTo>
                  <a:lnTo>
                    <a:pt x="4335" y="1588"/>
                  </a:lnTo>
                  <a:lnTo>
                    <a:pt x="4278" y="1560"/>
                  </a:lnTo>
                  <a:lnTo>
                    <a:pt x="4235" y="1517"/>
                  </a:lnTo>
                  <a:lnTo>
                    <a:pt x="4177" y="1445"/>
                  </a:lnTo>
                  <a:lnTo>
                    <a:pt x="4034" y="1245"/>
                  </a:lnTo>
                  <a:lnTo>
                    <a:pt x="3848" y="945"/>
                  </a:lnTo>
                  <a:lnTo>
                    <a:pt x="3648" y="616"/>
                  </a:lnTo>
                  <a:lnTo>
                    <a:pt x="3548" y="473"/>
                  </a:lnTo>
                  <a:lnTo>
                    <a:pt x="3448" y="358"/>
                  </a:lnTo>
                  <a:lnTo>
                    <a:pt x="3348" y="258"/>
                  </a:lnTo>
                  <a:lnTo>
                    <a:pt x="3248" y="172"/>
                  </a:lnTo>
                  <a:lnTo>
                    <a:pt x="3148" y="101"/>
                  </a:lnTo>
                  <a:lnTo>
                    <a:pt x="3033" y="58"/>
                  </a:lnTo>
                  <a:lnTo>
                    <a:pt x="2919" y="15"/>
                  </a:lnTo>
                  <a:lnTo>
                    <a:pt x="2804" y="1"/>
                  </a:lnTo>
                  <a:close/>
                </a:path>
              </a:pathLst>
            </a:custGeom>
            <a:solidFill>
              <a:srgbClr val="86C4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01;p18">
              <a:extLst>
                <a:ext uri="{FF2B5EF4-FFF2-40B4-BE49-F238E27FC236}">
                  <a16:creationId xmlns:a16="http://schemas.microsoft.com/office/drawing/2014/main" id="{BFE56A7A-D8AF-0C6A-3575-DAA740CD8768}"/>
                </a:ext>
              </a:extLst>
            </p:cNvPr>
            <p:cNvSpPr/>
            <p:nvPr/>
          </p:nvSpPr>
          <p:spPr>
            <a:xfrm>
              <a:off x="1811100" y="2529225"/>
              <a:ext cx="182050" cy="136625"/>
            </a:xfrm>
            <a:custGeom>
              <a:avLst/>
              <a:gdLst/>
              <a:ahLst/>
              <a:cxnLst/>
              <a:rect l="l" t="t" r="r" b="b"/>
              <a:pathLst>
                <a:path w="7282" h="5465" extrusionOk="0">
                  <a:moveTo>
                    <a:pt x="2475" y="1"/>
                  </a:moveTo>
                  <a:lnTo>
                    <a:pt x="2361" y="15"/>
                  </a:lnTo>
                  <a:lnTo>
                    <a:pt x="2247" y="44"/>
                  </a:lnTo>
                  <a:lnTo>
                    <a:pt x="2132" y="72"/>
                  </a:lnTo>
                  <a:lnTo>
                    <a:pt x="2032" y="129"/>
                  </a:lnTo>
                  <a:lnTo>
                    <a:pt x="1932" y="187"/>
                  </a:lnTo>
                  <a:lnTo>
                    <a:pt x="1846" y="258"/>
                  </a:lnTo>
                  <a:lnTo>
                    <a:pt x="1760" y="344"/>
                  </a:lnTo>
                  <a:lnTo>
                    <a:pt x="1703" y="430"/>
                  </a:lnTo>
                  <a:lnTo>
                    <a:pt x="1646" y="544"/>
                  </a:lnTo>
                  <a:lnTo>
                    <a:pt x="1603" y="673"/>
                  </a:lnTo>
                  <a:lnTo>
                    <a:pt x="1517" y="945"/>
                  </a:lnTo>
                  <a:lnTo>
                    <a:pt x="1374" y="1531"/>
                  </a:lnTo>
                  <a:lnTo>
                    <a:pt x="1288" y="1789"/>
                  </a:lnTo>
                  <a:lnTo>
                    <a:pt x="1245" y="1889"/>
                  </a:lnTo>
                  <a:lnTo>
                    <a:pt x="1202" y="1975"/>
                  </a:lnTo>
                  <a:lnTo>
                    <a:pt x="1145" y="2046"/>
                  </a:lnTo>
                  <a:lnTo>
                    <a:pt x="1088" y="2075"/>
                  </a:lnTo>
                  <a:lnTo>
                    <a:pt x="1016" y="2075"/>
                  </a:lnTo>
                  <a:lnTo>
                    <a:pt x="931" y="2046"/>
                  </a:lnTo>
                  <a:lnTo>
                    <a:pt x="759" y="1960"/>
                  </a:lnTo>
                  <a:lnTo>
                    <a:pt x="687" y="1932"/>
                  </a:lnTo>
                  <a:lnTo>
                    <a:pt x="602" y="1917"/>
                  </a:lnTo>
                  <a:lnTo>
                    <a:pt x="516" y="1903"/>
                  </a:lnTo>
                  <a:lnTo>
                    <a:pt x="444" y="1903"/>
                  </a:lnTo>
                  <a:lnTo>
                    <a:pt x="373" y="1917"/>
                  </a:lnTo>
                  <a:lnTo>
                    <a:pt x="301" y="1960"/>
                  </a:lnTo>
                  <a:lnTo>
                    <a:pt x="230" y="2003"/>
                  </a:lnTo>
                  <a:lnTo>
                    <a:pt x="173" y="2075"/>
                  </a:lnTo>
                  <a:lnTo>
                    <a:pt x="130" y="2146"/>
                  </a:lnTo>
                  <a:lnTo>
                    <a:pt x="87" y="2261"/>
                  </a:lnTo>
                  <a:lnTo>
                    <a:pt x="44" y="2389"/>
                  </a:lnTo>
                  <a:lnTo>
                    <a:pt x="15" y="2532"/>
                  </a:lnTo>
                  <a:lnTo>
                    <a:pt x="1" y="2704"/>
                  </a:lnTo>
                  <a:lnTo>
                    <a:pt x="1" y="2904"/>
                  </a:lnTo>
                  <a:lnTo>
                    <a:pt x="15" y="3119"/>
                  </a:lnTo>
                  <a:lnTo>
                    <a:pt x="58" y="3348"/>
                  </a:lnTo>
                  <a:lnTo>
                    <a:pt x="144" y="3562"/>
                  </a:lnTo>
                  <a:lnTo>
                    <a:pt x="230" y="3791"/>
                  </a:lnTo>
                  <a:lnTo>
                    <a:pt x="344" y="4006"/>
                  </a:lnTo>
                  <a:lnTo>
                    <a:pt x="473" y="4206"/>
                  </a:lnTo>
                  <a:lnTo>
                    <a:pt x="616" y="4420"/>
                  </a:lnTo>
                  <a:lnTo>
                    <a:pt x="745" y="4606"/>
                  </a:lnTo>
                  <a:lnTo>
                    <a:pt x="1031" y="4950"/>
                  </a:lnTo>
                  <a:lnTo>
                    <a:pt x="1274" y="5221"/>
                  </a:lnTo>
                  <a:lnTo>
                    <a:pt x="1503" y="5465"/>
                  </a:lnTo>
                  <a:lnTo>
                    <a:pt x="6952" y="5465"/>
                  </a:lnTo>
                  <a:lnTo>
                    <a:pt x="7010" y="5136"/>
                  </a:lnTo>
                  <a:lnTo>
                    <a:pt x="7124" y="4363"/>
                  </a:lnTo>
                  <a:lnTo>
                    <a:pt x="7181" y="3906"/>
                  </a:lnTo>
                  <a:lnTo>
                    <a:pt x="7238" y="3448"/>
                  </a:lnTo>
                  <a:lnTo>
                    <a:pt x="7267" y="3047"/>
                  </a:lnTo>
                  <a:lnTo>
                    <a:pt x="7281" y="2733"/>
                  </a:lnTo>
                  <a:lnTo>
                    <a:pt x="7267" y="2618"/>
                  </a:lnTo>
                  <a:lnTo>
                    <a:pt x="7253" y="2518"/>
                  </a:lnTo>
                  <a:lnTo>
                    <a:pt x="7210" y="2447"/>
                  </a:lnTo>
                  <a:lnTo>
                    <a:pt x="7181" y="2389"/>
                  </a:lnTo>
                  <a:lnTo>
                    <a:pt x="7124" y="2346"/>
                  </a:lnTo>
                  <a:lnTo>
                    <a:pt x="7067" y="2318"/>
                  </a:lnTo>
                  <a:lnTo>
                    <a:pt x="6995" y="2304"/>
                  </a:lnTo>
                  <a:lnTo>
                    <a:pt x="6924" y="2304"/>
                  </a:lnTo>
                  <a:lnTo>
                    <a:pt x="6766" y="2318"/>
                  </a:lnTo>
                  <a:lnTo>
                    <a:pt x="6609" y="2346"/>
                  </a:lnTo>
                  <a:lnTo>
                    <a:pt x="6437" y="2375"/>
                  </a:lnTo>
                  <a:lnTo>
                    <a:pt x="6266" y="2389"/>
                  </a:lnTo>
                  <a:lnTo>
                    <a:pt x="6194" y="2389"/>
                  </a:lnTo>
                  <a:lnTo>
                    <a:pt x="6137" y="2361"/>
                  </a:lnTo>
                  <a:lnTo>
                    <a:pt x="6094" y="2332"/>
                  </a:lnTo>
                  <a:lnTo>
                    <a:pt x="6051" y="2289"/>
                  </a:lnTo>
                  <a:lnTo>
                    <a:pt x="6023" y="2232"/>
                  </a:lnTo>
                  <a:lnTo>
                    <a:pt x="6008" y="2161"/>
                  </a:lnTo>
                  <a:lnTo>
                    <a:pt x="5994" y="2018"/>
                  </a:lnTo>
                  <a:lnTo>
                    <a:pt x="6008" y="1846"/>
                  </a:lnTo>
                  <a:lnTo>
                    <a:pt x="6023" y="1674"/>
                  </a:lnTo>
                  <a:lnTo>
                    <a:pt x="6065" y="1345"/>
                  </a:lnTo>
                  <a:lnTo>
                    <a:pt x="6080" y="1202"/>
                  </a:lnTo>
                  <a:lnTo>
                    <a:pt x="6065" y="1073"/>
                  </a:lnTo>
                  <a:lnTo>
                    <a:pt x="6023" y="959"/>
                  </a:lnTo>
                  <a:lnTo>
                    <a:pt x="5980" y="845"/>
                  </a:lnTo>
                  <a:lnTo>
                    <a:pt x="5908" y="745"/>
                  </a:lnTo>
                  <a:lnTo>
                    <a:pt x="5837" y="659"/>
                  </a:lnTo>
                  <a:lnTo>
                    <a:pt x="5737" y="587"/>
                  </a:lnTo>
                  <a:lnTo>
                    <a:pt x="5636" y="516"/>
                  </a:lnTo>
                  <a:lnTo>
                    <a:pt x="5536" y="458"/>
                  </a:lnTo>
                  <a:lnTo>
                    <a:pt x="5422" y="401"/>
                  </a:lnTo>
                  <a:lnTo>
                    <a:pt x="5293" y="358"/>
                  </a:lnTo>
                  <a:lnTo>
                    <a:pt x="5179" y="330"/>
                  </a:lnTo>
                  <a:lnTo>
                    <a:pt x="4921" y="287"/>
                  </a:lnTo>
                  <a:lnTo>
                    <a:pt x="4678" y="273"/>
                  </a:lnTo>
                  <a:lnTo>
                    <a:pt x="4564" y="273"/>
                  </a:lnTo>
                  <a:lnTo>
                    <a:pt x="4478" y="315"/>
                  </a:lnTo>
                  <a:lnTo>
                    <a:pt x="4392" y="358"/>
                  </a:lnTo>
                  <a:lnTo>
                    <a:pt x="4306" y="430"/>
                  </a:lnTo>
                  <a:lnTo>
                    <a:pt x="4235" y="516"/>
                  </a:lnTo>
                  <a:lnTo>
                    <a:pt x="4177" y="601"/>
                  </a:lnTo>
                  <a:lnTo>
                    <a:pt x="4077" y="802"/>
                  </a:lnTo>
                  <a:lnTo>
                    <a:pt x="3920" y="1159"/>
                  </a:lnTo>
                  <a:lnTo>
                    <a:pt x="3891" y="1231"/>
                  </a:lnTo>
                  <a:lnTo>
                    <a:pt x="3848" y="1288"/>
                  </a:lnTo>
                  <a:lnTo>
                    <a:pt x="3806" y="1317"/>
                  </a:lnTo>
                  <a:lnTo>
                    <a:pt x="3763" y="1331"/>
                  </a:lnTo>
                  <a:lnTo>
                    <a:pt x="3663" y="1331"/>
                  </a:lnTo>
                  <a:lnTo>
                    <a:pt x="3548" y="1302"/>
                  </a:lnTo>
                  <a:lnTo>
                    <a:pt x="3419" y="1259"/>
                  </a:lnTo>
                  <a:lnTo>
                    <a:pt x="3305" y="1174"/>
                  </a:lnTo>
                  <a:lnTo>
                    <a:pt x="3248" y="1131"/>
                  </a:lnTo>
                  <a:lnTo>
                    <a:pt x="3191" y="1073"/>
                  </a:lnTo>
                  <a:lnTo>
                    <a:pt x="3133" y="1002"/>
                  </a:lnTo>
                  <a:lnTo>
                    <a:pt x="3090" y="930"/>
                  </a:lnTo>
                  <a:lnTo>
                    <a:pt x="3062" y="830"/>
                  </a:lnTo>
                  <a:lnTo>
                    <a:pt x="3033" y="730"/>
                  </a:lnTo>
                  <a:lnTo>
                    <a:pt x="3019" y="616"/>
                  </a:lnTo>
                  <a:lnTo>
                    <a:pt x="3005" y="487"/>
                  </a:lnTo>
                  <a:lnTo>
                    <a:pt x="3005" y="373"/>
                  </a:lnTo>
                  <a:lnTo>
                    <a:pt x="2962" y="273"/>
                  </a:lnTo>
                  <a:lnTo>
                    <a:pt x="2919" y="187"/>
                  </a:lnTo>
                  <a:lnTo>
                    <a:pt x="2847" y="115"/>
                  </a:lnTo>
                  <a:lnTo>
                    <a:pt x="2761" y="58"/>
                  </a:lnTo>
                  <a:lnTo>
                    <a:pt x="2676" y="29"/>
                  </a:lnTo>
                  <a:lnTo>
                    <a:pt x="2576" y="1"/>
                  </a:lnTo>
                  <a:close/>
                </a:path>
              </a:pathLst>
            </a:custGeom>
            <a:solidFill>
              <a:srgbClr val="86C4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02;p18">
              <a:extLst>
                <a:ext uri="{FF2B5EF4-FFF2-40B4-BE49-F238E27FC236}">
                  <a16:creationId xmlns:a16="http://schemas.microsoft.com/office/drawing/2014/main" id="{6F06CF60-E7CA-07F3-D068-79768B162233}"/>
                </a:ext>
              </a:extLst>
            </p:cNvPr>
            <p:cNvSpPr/>
            <p:nvPr/>
          </p:nvSpPr>
          <p:spPr>
            <a:xfrm>
              <a:off x="1811100" y="2511700"/>
              <a:ext cx="106225" cy="127325"/>
            </a:xfrm>
            <a:custGeom>
              <a:avLst/>
              <a:gdLst/>
              <a:ahLst/>
              <a:cxnLst/>
              <a:rect l="l" t="t" r="r" b="b"/>
              <a:pathLst>
                <a:path w="4249" h="5093" extrusionOk="0">
                  <a:moveTo>
                    <a:pt x="1274" y="1"/>
                  </a:moveTo>
                  <a:lnTo>
                    <a:pt x="1045" y="158"/>
                  </a:lnTo>
                  <a:lnTo>
                    <a:pt x="831" y="344"/>
                  </a:lnTo>
                  <a:lnTo>
                    <a:pt x="645" y="544"/>
                  </a:lnTo>
                  <a:lnTo>
                    <a:pt x="487" y="759"/>
                  </a:lnTo>
                  <a:lnTo>
                    <a:pt x="344" y="988"/>
                  </a:lnTo>
                  <a:lnTo>
                    <a:pt x="230" y="1231"/>
                  </a:lnTo>
                  <a:lnTo>
                    <a:pt x="130" y="1474"/>
                  </a:lnTo>
                  <a:lnTo>
                    <a:pt x="58" y="1732"/>
                  </a:lnTo>
                  <a:lnTo>
                    <a:pt x="15" y="1989"/>
                  </a:lnTo>
                  <a:lnTo>
                    <a:pt x="1" y="2261"/>
                  </a:lnTo>
                  <a:lnTo>
                    <a:pt x="1" y="2533"/>
                  </a:lnTo>
                  <a:lnTo>
                    <a:pt x="44" y="2790"/>
                  </a:lnTo>
                  <a:lnTo>
                    <a:pt x="101" y="3062"/>
                  </a:lnTo>
                  <a:lnTo>
                    <a:pt x="187" y="3319"/>
                  </a:lnTo>
                  <a:lnTo>
                    <a:pt x="287" y="3577"/>
                  </a:lnTo>
                  <a:lnTo>
                    <a:pt x="430" y="3820"/>
                  </a:lnTo>
                  <a:lnTo>
                    <a:pt x="602" y="4049"/>
                  </a:lnTo>
                  <a:lnTo>
                    <a:pt x="788" y="4249"/>
                  </a:lnTo>
                  <a:lnTo>
                    <a:pt x="988" y="4435"/>
                  </a:lnTo>
                  <a:lnTo>
                    <a:pt x="1202" y="4607"/>
                  </a:lnTo>
                  <a:lnTo>
                    <a:pt x="1431" y="4750"/>
                  </a:lnTo>
                  <a:lnTo>
                    <a:pt x="1660" y="4864"/>
                  </a:lnTo>
                  <a:lnTo>
                    <a:pt x="1918" y="4950"/>
                  </a:lnTo>
                  <a:lnTo>
                    <a:pt x="2175" y="5021"/>
                  </a:lnTo>
                  <a:lnTo>
                    <a:pt x="2432" y="5064"/>
                  </a:lnTo>
                  <a:lnTo>
                    <a:pt x="2690" y="5093"/>
                  </a:lnTo>
                  <a:lnTo>
                    <a:pt x="2962" y="5079"/>
                  </a:lnTo>
                  <a:lnTo>
                    <a:pt x="3233" y="5050"/>
                  </a:lnTo>
                  <a:lnTo>
                    <a:pt x="3491" y="4993"/>
                  </a:lnTo>
                  <a:lnTo>
                    <a:pt x="3748" y="4907"/>
                  </a:lnTo>
                  <a:lnTo>
                    <a:pt x="4006" y="4792"/>
                  </a:lnTo>
                  <a:lnTo>
                    <a:pt x="4249" y="4649"/>
                  </a:lnTo>
                  <a:lnTo>
                    <a:pt x="12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03;p18">
              <a:extLst>
                <a:ext uri="{FF2B5EF4-FFF2-40B4-BE49-F238E27FC236}">
                  <a16:creationId xmlns:a16="http://schemas.microsoft.com/office/drawing/2014/main" id="{C10C4610-C57B-4617-527F-B5C37DAFA06B}"/>
                </a:ext>
              </a:extLst>
            </p:cNvPr>
            <p:cNvSpPr/>
            <p:nvPr/>
          </p:nvSpPr>
          <p:spPr>
            <a:xfrm>
              <a:off x="1841150" y="2580725"/>
              <a:ext cx="12175" cy="11825"/>
            </a:xfrm>
            <a:custGeom>
              <a:avLst/>
              <a:gdLst/>
              <a:ahLst/>
              <a:cxnLst/>
              <a:rect l="l" t="t" r="r" b="b"/>
              <a:pathLst>
                <a:path w="487" h="473" extrusionOk="0">
                  <a:moveTo>
                    <a:pt x="201" y="0"/>
                  </a:moveTo>
                  <a:lnTo>
                    <a:pt x="158" y="15"/>
                  </a:lnTo>
                  <a:lnTo>
                    <a:pt x="115" y="29"/>
                  </a:lnTo>
                  <a:lnTo>
                    <a:pt x="72" y="58"/>
                  </a:lnTo>
                  <a:lnTo>
                    <a:pt x="43" y="101"/>
                  </a:lnTo>
                  <a:lnTo>
                    <a:pt x="29" y="143"/>
                  </a:lnTo>
                  <a:lnTo>
                    <a:pt x="15" y="186"/>
                  </a:lnTo>
                  <a:lnTo>
                    <a:pt x="0" y="229"/>
                  </a:lnTo>
                  <a:lnTo>
                    <a:pt x="15" y="272"/>
                  </a:lnTo>
                  <a:lnTo>
                    <a:pt x="29" y="315"/>
                  </a:lnTo>
                  <a:lnTo>
                    <a:pt x="43" y="358"/>
                  </a:lnTo>
                  <a:lnTo>
                    <a:pt x="72" y="401"/>
                  </a:lnTo>
                  <a:lnTo>
                    <a:pt x="115" y="430"/>
                  </a:lnTo>
                  <a:lnTo>
                    <a:pt x="143" y="444"/>
                  </a:lnTo>
                  <a:lnTo>
                    <a:pt x="186" y="458"/>
                  </a:lnTo>
                  <a:lnTo>
                    <a:pt x="244" y="472"/>
                  </a:lnTo>
                  <a:lnTo>
                    <a:pt x="286" y="458"/>
                  </a:lnTo>
                  <a:lnTo>
                    <a:pt x="329" y="458"/>
                  </a:lnTo>
                  <a:lnTo>
                    <a:pt x="372" y="430"/>
                  </a:lnTo>
                  <a:lnTo>
                    <a:pt x="415" y="401"/>
                  </a:lnTo>
                  <a:lnTo>
                    <a:pt x="444" y="358"/>
                  </a:lnTo>
                  <a:lnTo>
                    <a:pt x="458" y="329"/>
                  </a:lnTo>
                  <a:lnTo>
                    <a:pt x="472" y="286"/>
                  </a:lnTo>
                  <a:lnTo>
                    <a:pt x="487" y="244"/>
                  </a:lnTo>
                  <a:lnTo>
                    <a:pt x="472" y="186"/>
                  </a:lnTo>
                  <a:lnTo>
                    <a:pt x="458" y="143"/>
                  </a:lnTo>
                  <a:lnTo>
                    <a:pt x="444" y="101"/>
                  </a:lnTo>
                  <a:lnTo>
                    <a:pt x="415" y="72"/>
                  </a:lnTo>
                  <a:lnTo>
                    <a:pt x="372" y="29"/>
                  </a:lnTo>
                  <a:lnTo>
                    <a:pt x="344" y="15"/>
                  </a:lnTo>
                  <a:lnTo>
                    <a:pt x="301" y="0"/>
                  </a:lnTo>
                  <a:close/>
                </a:path>
              </a:pathLst>
            </a:custGeom>
            <a:solidFill>
              <a:srgbClr val="FFC2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04;p18">
              <a:extLst>
                <a:ext uri="{FF2B5EF4-FFF2-40B4-BE49-F238E27FC236}">
                  <a16:creationId xmlns:a16="http://schemas.microsoft.com/office/drawing/2014/main" id="{F54A84CC-0923-A823-0AEE-6AD70403ED00}"/>
                </a:ext>
              </a:extLst>
            </p:cNvPr>
            <p:cNvSpPr/>
            <p:nvPr/>
          </p:nvSpPr>
          <p:spPr>
            <a:xfrm>
              <a:off x="2168325" y="2534600"/>
              <a:ext cx="108375" cy="125875"/>
            </a:xfrm>
            <a:custGeom>
              <a:avLst/>
              <a:gdLst/>
              <a:ahLst/>
              <a:cxnLst/>
              <a:rect l="l" t="t" r="r" b="b"/>
              <a:pathLst>
                <a:path w="4335" h="5035" extrusionOk="0">
                  <a:moveTo>
                    <a:pt x="3148" y="0"/>
                  </a:moveTo>
                  <a:lnTo>
                    <a:pt x="1" y="4549"/>
                  </a:lnTo>
                  <a:lnTo>
                    <a:pt x="244" y="4692"/>
                  </a:lnTo>
                  <a:lnTo>
                    <a:pt x="501" y="4806"/>
                  </a:lnTo>
                  <a:lnTo>
                    <a:pt x="759" y="4906"/>
                  </a:lnTo>
                  <a:lnTo>
                    <a:pt x="1016" y="4978"/>
                  </a:lnTo>
                  <a:lnTo>
                    <a:pt x="1274" y="5021"/>
                  </a:lnTo>
                  <a:lnTo>
                    <a:pt x="1546" y="5035"/>
                  </a:lnTo>
                  <a:lnTo>
                    <a:pt x="1803" y="5021"/>
                  </a:lnTo>
                  <a:lnTo>
                    <a:pt x="2075" y="4992"/>
                  </a:lnTo>
                  <a:lnTo>
                    <a:pt x="2332" y="4935"/>
                  </a:lnTo>
                  <a:lnTo>
                    <a:pt x="2590" y="4849"/>
                  </a:lnTo>
                  <a:lnTo>
                    <a:pt x="2833" y="4735"/>
                  </a:lnTo>
                  <a:lnTo>
                    <a:pt x="3062" y="4606"/>
                  </a:lnTo>
                  <a:lnTo>
                    <a:pt x="3276" y="4449"/>
                  </a:lnTo>
                  <a:lnTo>
                    <a:pt x="3491" y="4263"/>
                  </a:lnTo>
                  <a:lnTo>
                    <a:pt x="3677" y="4062"/>
                  </a:lnTo>
                  <a:lnTo>
                    <a:pt x="3848" y="3848"/>
                  </a:lnTo>
                  <a:lnTo>
                    <a:pt x="4006" y="3605"/>
                  </a:lnTo>
                  <a:lnTo>
                    <a:pt x="4120" y="3347"/>
                  </a:lnTo>
                  <a:lnTo>
                    <a:pt x="4220" y="3090"/>
                  </a:lnTo>
                  <a:lnTo>
                    <a:pt x="4278" y="2832"/>
                  </a:lnTo>
                  <a:lnTo>
                    <a:pt x="4320" y="2575"/>
                  </a:lnTo>
                  <a:lnTo>
                    <a:pt x="4335" y="2303"/>
                  </a:lnTo>
                  <a:lnTo>
                    <a:pt x="4335" y="2046"/>
                  </a:lnTo>
                  <a:lnTo>
                    <a:pt x="4292" y="1774"/>
                  </a:lnTo>
                  <a:lnTo>
                    <a:pt x="4235" y="1516"/>
                  </a:lnTo>
                  <a:lnTo>
                    <a:pt x="4149" y="1273"/>
                  </a:lnTo>
                  <a:lnTo>
                    <a:pt x="4049" y="1016"/>
                  </a:lnTo>
                  <a:lnTo>
                    <a:pt x="3906" y="787"/>
                  </a:lnTo>
                  <a:lnTo>
                    <a:pt x="3763" y="572"/>
                  </a:lnTo>
                  <a:lnTo>
                    <a:pt x="3577" y="358"/>
                  </a:lnTo>
                  <a:lnTo>
                    <a:pt x="3376" y="172"/>
                  </a:lnTo>
                  <a:lnTo>
                    <a:pt x="31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05;p18">
              <a:extLst>
                <a:ext uri="{FF2B5EF4-FFF2-40B4-BE49-F238E27FC236}">
                  <a16:creationId xmlns:a16="http://schemas.microsoft.com/office/drawing/2014/main" id="{1DF96793-EB50-FF21-21DB-A7653C6EF3A6}"/>
                </a:ext>
              </a:extLst>
            </p:cNvPr>
            <p:cNvSpPr/>
            <p:nvPr/>
          </p:nvSpPr>
          <p:spPr>
            <a:xfrm>
              <a:off x="2195500" y="2616475"/>
              <a:ext cx="11825" cy="11825"/>
            </a:xfrm>
            <a:custGeom>
              <a:avLst/>
              <a:gdLst/>
              <a:ahLst/>
              <a:cxnLst/>
              <a:rect l="l" t="t" r="r" b="b"/>
              <a:pathLst>
                <a:path w="473" h="473" extrusionOk="0">
                  <a:moveTo>
                    <a:pt x="201" y="1"/>
                  </a:moveTo>
                  <a:lnTo>
                    <a:pt x="158" y="15"/>
                  </a:lnTo>
                  <a:lnTo>
                    <a:pt x="115" y="44"/>
                  </a:lnTo>
                  <a:lnTo>
                    <a:pt x="72" y="72"/>
                  </a:lnTo>
                  <a:lnTo>
                    <a:pt x="44" y="101"/>
                  </a:lnTo>
                  <a:lnTo>
                    <a:pt x="30" y="144"/>
                  </a:lnTo>
                  <a:lnTo>
                    <a:pt x="15" y="187"/>
                  </a:lnTo>
                  <a:lnTo>
                    <a:pt x="1" y="230"/>
                  </a:lnTo>
                  <a:lnTo>
                    <a:pt x="15" y="287"/>
                  </a:lnTo>
                  <a:lnTo>
                    <a:pt x="15" y="330"/>
                  </a:lnTo>
                  <a:lnTo>
                    <a:pt x="44" y="358"/>
                  </a:lnTo>
                  <a:lnTo>
                    <a:pt x="72" y="401"/>
                  </a:lnTo>
                  <a:lnTo>
                    <a:pt x="101" y="430"/>
                  </a:lnTo>
                  <a:lnTo>
                    <a:pt x="144" y="458"/>
                  </a:lnTo>
                  <a:lnTo>
                    <a:pt x="187" y="473"/>
                  </a:lnTo>
                  <a:lnTo>
                    <a:pt x="287" y="473"/>
                  </a:lnTo>
                  <a:lnTo>
                    <a:pt x="330" y="458"/>
                  </a:lnTo>
                  <a:lnTo>
                    <a:pt x="373" y="444"/>
                  </a:lnTo>
                  <a:lnTo>
                    <a:pt x="401" y="416"/>
                  </a:lnTo>
                  <a:lnTo>
                    <a:pt x="430" y="373"/>
                  </a:lnTo>
                  <a:lnTo>
                    <a:pt x="459" y="330"/>
                  </a:lnTo>
                  <a:lnTo>
                    <a:pt x="473" y="287"/>
                  </a:lnTo>
                  <a:lnTo>
                    <a:pt x="473" y="244"/>
                  </a:lnTo>
                  <a:lnTo>
                    <a:pt x="473" y="201"/>
                  </a:lnTo>
                  <a:lnTo>
                    <a:pt x="459" y="158"/>
                  </a:lnTo>
                  <a:lnTo>
                    <a:pt x="444" y="115"/>
                  </a:lnTo>
                  <a:lnTo>
                    <a:pt x="416" y="72"/>
                  </a:lnTo>
                  <a:lnTo>
                    <a:pt x="373" y="44"/>
                  </a:lnTo>
                  <a:lnTo>
                    <a:pt x="330" y="15"/>
                  </a:lnTo>
                  <a:lnTo>
                    <a:pt x="287" y="1"/>
                  </a:lnTo>
                  <a:close/>
                </a:path>
              </a:pathLst>
            </a:custGeom>
            <a:solidFill>
              <a:srgbClr val="FFC2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06;p18">
              <a:extLst>
                <a:ext uri="{FF2B5EF4-FFF2-40B4-BE49-F238E27FC236}">
                  <a16:creationId xmlns:a16="http://schemas.microsoft.com/office/drawing/2014/main" id="{467B20B7-087E-EE44-0916-1A8A390C921A}"/>
                </a:ext>
              </a:extLst>
            </p:cNvPr>
            <p:cNvSpPr/>
            <p:nvPr/>
          </p:nvSpPr>
          <p:spPr>
            <a:xfrm>
              <a:off x="1771050" y="2544600"/>
              <a:ext cx="553225" cy="221375"/>
            </a:xfrm>
            <a:custGeom>
              <a:avLst/>
              <a:gdLst/>
              <a:ahLst/>
              <a:cxnLst/>
              <a:rect l="l" t="t" r="r" b="b"/>
              <a:pathLst>
                <a:path w="22129" h="8855" extrusionOk="0">
                  <a:moveTo>
                    <a:pt x="14075" y="1"/>
                  </a:moveTo>
                  <a:lnTo>
                    <a:pt x="14004" y="15"/>
                  </a:lnTo>
                  <a:lnTo>
                    <a:pt x="13947" y="29"/>
                  </a:lnTo>
                  <a:lnTo>
                    <a:pt x="13904" y="58"/>
                  </a:lnTo>
                  <a:lnTo>
                    <a:pt x="13818" y="130"/>
                  </a:lnTo>
                  <a:lnTo>
                    <a:pt x="13746" y="230"/>
                  </a:lnTo>
                  <a:lnTo>
                    <a:pt x="13689" y="344"/>
                  </a:lnTo>
                  <a:lnTo>
                    <a:pt x="13661" y="473"/>
                  </a:lnTo>
                  <a:lnTo>
                    <a:pt x="13632" y="616"/>
                  </a:lnTo>
                  <a:lnTo>
                    <a:pt x="13618" y="759"/>
                  </a:lnTo>
                  <a:lnTo>
                    <a:pt x="13589" y="1403"/>
                  </a:lnTo>
                  <a:lnTo>
                    <a:pt x="13575" y="1560"/>
                  </a:lnTo>
                  <a:lnTo>
                    <a:pt x="13546" y="1703"/>
                  </a:lnTo>
                  <a:lnTo>
                    <a:pt x="13518" y="1832"/>
                  </a:lnTo>
                  <a:lnTo>
                    <a:pt x="13460" y="1932"/>
                  </a:lnTo>
                  <a:lnTo>
                    <a:pt x="13403" y="2032"/>
                  </a:lnTo>
                  <a:lnTo>
                    <a:pt x="13346" y="2089"/>
                  </a:lnTo>
                  <a:lnTo>
                    <a:pt x="13289" y="2132"/>
                  </a:lnTo>
                  <a:lnTo>
                    <a:pt x="13231" y="2146"/>
                  </a:lnTo>
                  <a:lnTo>
                    <a:pt x="13160" y="2146"/>
                  </a:lnTo>
                  <a:lnTo>
                    <a:pt x="13103" y="2132"/>
                  </a:lnTo>
                  <a:lnTo>
                    <a:pt x="13046" y="2089"/>
                  </a:lnTo>
                  <a:lnTo>
                    <a:pt x="12974" y="2032"/>
                  </a:lnTo>
                  <a:lnTo>
                    <a:pt x="12845" y="1875"/>
                  </a:lnTo>
                  <a:lnTo>
                    <a:pt x="12688" y="1660"/>
                  </a:lnTo>
                  <a:lnTo>
                    <a:pt x="12531" y="1403"/>
                  </a:lnTo>
                  <a:lnTo>
                    <a:pt x="12359" y="1116"/>
                  </a:lnTo>
                  <a:lnTo>
                    <a:pt x="12273" y="973"/>
                  </a:lnTo>
                  <a:lnTo>
                    <a:pt x="12187" y="845"/>
                  </a:lnTo>
                  <a:lnTo>
                    <a:pt x="12102" y="759"/>
                  </a:lnTo>
                  <a:lnTo>
                    <a:pt x="12016" y="687"/>
                  </a:lnTo>
                  <a:lnTo>
                    <a:pt x="11930" y="630"/>
                  </a:lnTo>
                  <a:lnTo>
                    <a:pt x="11858" y="602"/>
                  </a:lnTo>
                  <a:lnTo>
                    <a:pt x="11773" y="602"/>
                  </a:lnTo>
                  <a:lnTo>
                    <a:pt x="11715" y="616"/>
                  </a:lnTo>
                  <a:lnTo>
                    <a:pt x="11644" y="644"/>
                  </a:lnTo>
                  <a:lnTo>
                    <a:pt x="11587" y="687"/>
                  </a:lnTo>
                  <a:lnTo>
                    <a:pt x="11544" y="745"/>
                  </a:lnTo>
                  <a:lnTo>
                    <a:pt x="11501" y="816"/>
                  </a:lnTo>
                  <a:lnTo>
                    <a:pt x="11458" y="902"/>
                  </a:lnTo>
                  <a:lnTo>
                    <a:pt x="11429" y="1002"/>
                  </a:lnTo>
                  <a:lnTo>
                    <a:pt x="11415" y="1116"/>
                  </a:lnTo>
                  <a:lnTo>
                    <a:pt x="11415" y="1245"/>
                  </a:lnTo>
                  <a:lnTo>
                    <a:pt x="11401" y="1860"/>
                  </a:lnTo>
                  <a:lnTo>
                    <a:pt x="11386" y="2218"/>
                  </a:lnTo>
                  <a:lnTo>
                    <a:pt x="11343" y="2575"/>
                  </a:lnTo>
                  <a:lnTo>
                    <a:pt x="11315" y="2747"/>
                  </a:lnTo>
                  <a:lnTo>
                    <a:pt x="11272" y="2919"/>
                  </a:lnTo>
                  <a:lnTo>
                    <a:pt x="11229" y="3076"/>
                  </a:lnTo>
                  <a:lnTo>
                    <a:pt x="11186" y="3219"/>
                  </a:lnTo>
                  <a:lnTo>
                    <a:pt x="11115" y="3348"/>
                  </a:lnTo>
                  <a:lnTo>
                    <a:pt x="11043" y="3462"/>
                  </a:lnTo>
                  <a:lnTo>
                    <a:pt x="10957" y="3562"/>
                  </a:lnTo>
                  <a:lnTo>
                    <a:pt x="10857" y="3634"/>
                  </a:lnTo>
                  <a:lnTo>
                    <a:pt x="10757" y="3677"/>
                  </a:lnTo>
                  <a:lnTo>
                    <a:pt x="10657" y="3705"/>
                  </a:lnTo>
                  <a:lnTo>
                    <a:pt x="10557" y="3720"/>
                  </a:lnTo>
                  <a:lnTo>
                    <a:pt x="10471" y="3705"/>
                  </a:lnTo>
                  <a:lnTo>
                    <a:pt x="10385" y="3691"/>
                  </a:lnTo>
                  <a:lnTo>
                    <a:pt x="10299" y="3648"/>
                  </a:lnTo>
                  <a:lnTo>
                    <a:pt x="10228" y="3605"/>
                  </a:lnTo>
                  <a:lnTo>
                    <a:pt x="10156" y="3548"/>
                  </a:lnTo>
                  <a:lnTo>
                    <a:pt x="10099" y="3476"/>
                  </a:lnTo>
                  <a:lnTo>
                    <a:pt x="10056" y="3405"/>
                  </a:lnTo>
                  <a:lnTo>
                    <a:pt x="10013" y="3319"/>
                  </a:lnTo>
                  <a:lnTo>
                    <a:pt x="9985" y="3233"/>
                  </a:lnTo>
                  <a:lnTo>
                    <a:pt x="9970" y="3147"/>
                  </a:lnTo>
                  <a:lnTo>
                    <a:pt x="9970" y="3062"/>
                  </a:lnTo>
                  <a:lnTo>
                    <a:pt x="9970" y="2962"/>
                  </a:lnTo>
                  <a:lnTo>
                    <a:pt x="9999" y="2876"/>
                  </a:lnTo>
                  <a:lnTo>
                    <a:pt x="10085" y="2590"/>
                  </a:lnTo>
                  <a:lnTo>
                    <a:pt x="10113" y="2361"/>
                  </a:lnTo>
                  <a:lnTo>
                    <a:pt x="10128" y="2246"/>
                  </a:lnTo>
                  <a:lnTo>
                    <a:pt x="10113" y="2146"/>
                  </a:lnTo>
                  <a:lnTo>
                    <a:pt x="10113" y="2060"/>
                  </a:lnTo>
                  <a:lnTo>
                    <a:pt x="10085" y="1989"/>
                  </a:lnTo>
                  <a:lnTo>
                    <a:pt x="10070" y="1917"/>
                  </a:lnTo>
                  <a:lnTo>
                    <a:pt x="10028" y="1846"/>
                  </a:lnTo>
                  <a:lnTo>
                    <a:pt x="9999" y="1789"/>
                  </a:lnTo>
                  <a:lnTo>
                    <a:pt x="9956" y="1746"/>
                  </a:lnTo>
                  <a:lnTo>
                    <a:pt x="9856" y="1660"/>
                  </a:lnTo>
                  <a:lnTo>
                    <a:pt x="9741" y="1603"/>
                  </a:lnTo>
                  <a:lnTo>
                    <a:pt x="9627" y="1574"/>
                  </a:lnTo>
                  <a:lnTo>
                    <a:pt x="9498" y="1560"/>
                  </a:lnTo>
                  <a:lnTo>
                    <a:pt x="9370" y="1560"/>
                  </a:lnTo>
                  <a:lnTo>
                    <a:pt x="9241" y="1588"/>
                  </a:lnTo>
                  <a:lnTo>
                    <a:pt x="9126" y="1617"/>
                  </a:lnTo>
                  <a:lnTo>
                    <a:pt x="9012" y="1660"/>
                  </a:lnTo>
                  <a:lnTo>
                    <a:pt x="8926" y="1703"/>
                  </a:lnTo>
                  <a:lnTo>
                    <a:pt x="8869" y="1760"/>
                  </a:lnTo>
                  <a:lnTo>
                    <a:pt x="8769" y="1860"/>
                  </a:lnTo>
                  <a:lnTo>
                    <a:pt x="8683" y="1989"/>
                  </a:lnTo>
                  <a:lnTo>
                    <a:pt x="8597" y="2132"/>
                  </a:lnTo>
                  <a:lnTo>
                    <a:pt x="8540" y="2275"/>
                  </a:lnTo>
                  <a:lnTo>
                    <a:pt x="8411" y="2575"/>
                  </a:lnTo>
                  <a:lnTo>
                    <a:pt x="8311" y="2876"/>
                  </a:lnTo>
                  <a:lnTo>
                    <a:pt x="8211" y="3147"/>
                  </a:lnTo>
                  <a:lnTo>
                    <a:pt x="8168" y="3262"/>
                  </a:lnTo>
                  <a:lnTo>
                    <a:pt x="8111" y="3362"/>
                  </a:lnTo>
                  <a:lnTo>
                    <a:pt x="8054" y="3448"/>
                  </a:lnTo>
                  <a:lnTo>
                    <a:pt x="7996" y="3519"/>
                  </a:lnTo>
                  <a:lnTo>
                    <a:pt x="7925" y="3562"/>
                  </a:lnTo>
                  <a:lnTo>
                    <a:pt x="7839" y="3577"/>
                  </a:lnTo>
                  <a:lnTo>
                    <a:pt x="7768" y="3562"/>
                  </a:lnTo>
                  <a:lnTo>
                    <a:pt x="7696" y="3548"/>
                  </a:lnTo>
                  <a:lnTo>
                    <a:pt x="7625" y="3519"/>
                  </a:lnTo>
                  <a:lnTo>
                    <a:pt x="7582" y="3476"/>
                  </a:lnTo>
                  <a:lnTo>
                    <a:pt x="7524" y="3434"/>
                  </a:lnTo>
                  <a:lnTo>
                    <a:pt x="7482" y="3362"/>
                  </a:lnTo>
                  <a:lnTo>
                    <a:pt x="7424" y="3205"/>
                  </a:lnTo>
                  <a:lnTo>
                    <a:pt x="7353" y="3004"/>
                  </a:lnTo>
                  <a:lnTo>
                    <a:pt x="7296" y="2761"/>
                  </a:lnTo>
                  <a:lnTo>
                    <a:pt x="7167" y="2146"/>
                  </a:lnTo>
                  <a:lnTo>
                    <a:pt x="7110" y="1917"/>
                  </a:lnTo>
                  <a:lnTo>
                    <a:pt x="7095" y="1703"/>
                  </a:lnTo>
                  <a:lnTo>
                    <a:pt x="7067" y="1517"/>
                  </a:lnTo>
                  <a:lnTo>
                    <a:pt x="7038" y="1431"/>
                  </a:lnTo>
                  <a:lnTo>
                    <a:pt x="7010" y="1360"/>
                  </a:lnTo>
                  <a:lnTo>
                    <a:pt x="6967" y="1288"/>
                  </a:lnTo>
                  <a:lnTo>
                    <a:pt x="6909" y="1231"/>
                  </a:lnTo>
                  <a:lnTo>
                    <a:pt x="6838" y="1174"/>
                  </a:lnTo>
                  <a:lnTo>
                    <a:pt x="6738" y="1131"/>
                  </a:lnTo>
                  <a:lnTo>
                    <a:pt x="6623" y="1102"/>
                  </a:lnTo>
                  <a:lnTo>
                    <a:pt x="6480" y="1074"/>
                  </a:lnTo>
                  <a:lnTo>
                    <a:pt x="6309" y="1059"/>
                  </a:lnTo>
                  <a:lnTo>
                    <a:pt x="6094" y="1059"/>
                  </a:lnTo>
                  <a:lnTo>
                    <a:pt x="5894" y="1074"/>
                  </a:lnTo>
                  <a:lnTo>
                    <a:pt x="5722" y="1116"/>
                  </a:lnTo>
                  <a:lnTo>
                    <a:pt x="5579" y="1174"/>
                  </a:lnTo>
                  <a:lnTo>
                    <a:pt x="5465" y="1259"/>
                  </a:lnTo>
                  <a:lnTo>
                    <a:pt x="5379" y="1374"/>
                  </a:lnTo>
                  <a:lnTo>
                    <a:pt x="5307" y="1488"/>
                  </a:lnTo>
                  <a:lnTo>
                    <a:pt x="5265" y="1617"/>
                  </a:lnTo>
                  <a:lnTo>
                    <a:pt x="5222" y="1760"/>
                  </a:lnTo>
                  <a:lnTo>
                    <a:pt x="5179" y="2060"/>
                  </a:lnTo>
                  <a:lnTo>
                    <a:pt x="5136" y="2361"/>
                  </a:lnTo>
                  <a:lnTo>
                    <a:pt x="5122" y="2504"/>
                  </a:lnTo>
                  <a:lnTo>
                    <a:pt x="5093" y="2633"/>
                  </a:lnTo>
                  <a:lnTo>
                    <a:pt x="5050" y="2761"/>
                  </a:lnTo>
                  <a:lnTo>
                    <a:pt x="5007" y="2876"/>
                  </a:lnTo>
                  <a:lnTo>
                    <a:pt x="4936" y="2962"/>
                  </a:lnTo>
                  <a:lnTo>
                    <a:pt x="4878" y="3019"/>
                  </a:lnTo>
                  <a:lnTo>
                    <a:pt x="4807" y="3047"/>
                  </a:lnTo>
                  <a:lnTo>
                    <a:pt x="4735" y="3062"/>
                  </a:lnTo>
                  <a:lnTo>
                    <a:pt x="4650" y="3033"/>
                  </a:lnTo>
                  <a:lnTo>
                    <a:pt x="4578" y="2990"/>
                  </a:lnTo>
                  <a:lnTo>
                    <a:pt x="4506" y="2919"/>
                  </a:lnTo>
                  <a:lnTo>
                    <a:pt x="4421" y="2833"/>
                  </a:lnTo>
                  <a:lnTo>
                    <a:pt x="4349" y="2733"/>
                  </a:lnTo>
                  <a:lnTo>
                    <a:pt x="4278" y="2604"/>
                  </a:lnTo>
                  <a:lnTo>
                    <a:pt x="4206" y="2475"/>
                  </a:lnTo>
                  <a:lnTo>
                    <a:pt x="4149" y="2318"/>
                  </a:lnTo>
                  <a:lnTo>
                    <a:pt x="4077" y="2146"/>
                  </a:lnTo>
                  <a:lnTo>
                    <a:pt x="4020" y="1975"/>
                  </a:lnTo>
                  <a:lnTo>
                    <a:pt x="3977" y="1789"/>
                  </a:lnTo>
                  <a:lnTo>
                    <a:pt x="3934" y="1603"/>
                  </a:lnTo>
                  <a:lnTo>
                    <a:pt x="3906" y="1474"/>
                  </a:lnTo>
                  <a:lnTo>
                    <a:pt x="3863" y="1374"/>
                  </a:lnTo>
                  <a:lnTo>
                    <a:pt x="3820" y="1259"/>
                  </a:lnTo>
                  <a:lnTo>
                    <a:pt x="3777" y="1174"/>
                  </a:lnTo>
                  <a:lnTo>
                    <a:pt x="3720" y="1088"/>
                  </a:lnTo>
                  <a:lnTo>
                    <a:pt x="3648" y="1002"/>
                  </a:lnTo>
                  <a:lnTo>
                    <a:pt x="3577" y="945"/>
                  </a:lnTo>
                  <a:lnTo>
                    <a:pt x="3491" y="888"/>
                  </a:lnTo>
                  <a:lnTo>
                    <a:pt x="3405" y="845"/>
                  </a:lnTo>
                  <a:lnTo>
                    <a:pt x="3319" y="816"/>
                  </a:lnTo>
                  <a:lnTo>
                    <a:pt x="3219" y="802"/>
                  </a:lnTo>
                  <a:lnTo>
                    <a:pt x="3105" y="802"/>
                  </a:lnTo>
                  <a:lnTo>
                    <a:pt x="3005" y="816"/>
                  </a:lnTo>
                  <a:lnTo>
                    <a:pt x="2876" y="845"/>
                  </a:lnTo>
                  <a:lnTo>
                    <a:pt x="2761" y="888"/>
                  </a:lnTo>
                  <a:lnTo>
                    <a:pt x="2633" y="959"/>
                  </a:lnTo>
                  <a:lnTo>
                    <a:pt x="2518" y="1045"/>
                  </a:lnTo>
                  <a:lnTo>
                    <a:pt x="2433" y="1145"/>
                  </a:lnTo>
                  <a:lnTo>
                    <a:pt x="2375" y="1245"/>
                  </a:lnTo>
                  <a:lnTo>
                    <a:pt x="2332" y="1374"/>
                  </a:lnTo>
                  <a:lnTo>
                    <a:pt x="2304" y="1503"/>
                  </a:lnTo>
                  <a:lnTo>
                    <a:pt x="2304" y="1631"/>
                  </a:lnTo>
                  <a:lnTo>
                    <a:pt x="2318" y="1917"/>
                  </a:lnTo>
                  <a:lnTo>
                    <a:pt x="2347" y="2232"/>
                  </a:lnTo>
                  <a:lnTo>
                    <a:pt x="2361" y="2389"/>
                  </a:lnTo>
                  <a:lnTo>
                    <a:pt x="2361" y="2532"/>
                  </a:lnTo>
                  <a:lnTo>
                    <a:pt x="2347" y="2690"/>
                  </a:lnTo>
                  <a:lnTo>
                    <a:pt x="2332" y="2833"/>
                  </a:lnTo>
                  <a:lnTo>
                    <a:pt x="2289" y="2976"/>
                  </a:lnTo>
                  <a:lnTo>
                    <a:pt x="2218" y="3119"/>
                  </a:lnTo>
                  <a:lnTo>
                    <a:pt x="2175" y="3176"/>
                  </a:lnTo>
                  <a:lnTo>
                    <a:pt x="2132" y="3219"/>
                  </a:lnTo>
                  <a:lnTo>
                    <a:pt x="2089" y="3262"/>
                  </a:lnTo>
                  <a:lnTo>
                    <a:pt x="2032" y="3291"/>
                  </a:lnTo>
                  <a:lnTo>
                    <a:pt x="1975" y="3305"/>
                  </a:lnTo>
                  <a:lnTo>
                    <a:pt x="1903" y="3319"/>
                  </a:lnTo>
                  <a:lnTo>
                    <a:pt x="1775" y="3319"/>
                  </a:lnTo>
                  <a:lnTo>
                    <a:pt x="1617" y="3291"/>
                  </a:lnTo>
                  <a:lnTo>
                    <a:pt x="1474" y="3248"/>
                  </a:lnTo>
                  <a:lnTo>
                    <a:pt x="1145" y="3119"/>
                  </a:lnTo>
                  <a:lnTo>
                    <a:pt x="816" y="2990"/>
                  </a:lnTo>
                  <a:lnTo>
                    <a:pt x="659" y="2947"/>
                  </a:lnTo>
                  <a:lnTo>
                    <a:pt x="516" y="2919"/>
                  </a:lnTo>
                  <a:lnTo>
                    <a:pt x="316" y="2919"/>
                  </a:lnTo>
                  <a:lnTo>
                    <a:pt x="258" y="2947"/>
                  </a:lnTo>
                  <a:lnTo>
                    <a:pt x="201" y="2976"/>
                  </a:lnTo>
                  <a:lnTo>
                    <a:pt x="158" y="3004"/>
                  </a:lnTo>
                  <a:lnTo>
                    <a:pt x="101" y="3062"/>
                  </a:lnTo>
                  <a:lnTo>
                    <a:pt x="72" y="3119"/>
                  </a:lnTo>
                  <a:lnTo>
                    <a:pt x="30" y="3190"/>
                  </a:lnTo>
                  <a:lnTo>
                    <a:pt x="15" y="3262"/>
                  </a:lnTo>
                  <a:lnTo>
                    <a:pt x="1" y="3348"/>
                  </a:lnTo>
                  <a:lnTo>
                    <a:pt x="1" y="3434"/>
                  </a:lnTo>
                  <a:lnTo>
                    <a:pt x="15" y="3619"/>
                  </a:lnTo>
                  <a:lnTo>
                    <a:pt x="58" y="3820"/>
                  </a:lnTo>
                  <a:lnTo>
                    <a:pt x="130" y="4020"/>
                  </a:lnTo>
                  <a:lnTo>
                    <a:pt x="230" y="4235"/>
                  </a:lnTo>
                  <a:lnTo>
                    <a:pt x="330" y="4449"/>
                  </a:lnTo>
                  <a:lnTo>
                    <a:pt x="459" y="4664"/>
                  </a:lnTo>
                  <a:lnTo>
                    <a:pt x="702" y="5050"/>
                  </a:lnTo>
                  <a:lnTo>
                    <a:pt x="916" y="5364"/>
                  </a:lnTo>
                  <a:lnTo>
                    <a:pt x="1145" y="5665"/>
                  </a:lnTo>
                  <a:lnTo>
                    <a:pt x="1388" y="5779"/>
                  </a:lnTo>
                  <a:lnTo>
                    <a:pt x="2061" y="6051"/>
                  </a:lnTo>
                  <a:lnTo>
                    <a:pt x="3119" y="6466"/>
                  </a:lnTo>
                  <a:lnTo>
                    <a:pt x="3777" y="6695"/>
                  </a:lnTo>
                  <a:lnTo>
                    <a:pt x="4506" y="6952"/>
                  </a:lnTo>
                  <a:lnTo>
                    <a:pt x="5293" y="7210"/>
                  </a:lnTo>
                  <a:lnTo>
                    <a:pt x="6151" y="7467"/>
                  </a:lnTo>
                  <a:lnTo>
                    <a:pt x="7067" y="7724"/>
                  </a:lnTo>
                  <a:lnTo>
                    <a:pt x="8011" y="7982"/>
                  </a:lnTo>
                  <a:lnTo>
                    <a:pt x="9012" y="8211"/>
                  </a:lnTo>
                  <a:lnTo>
                    <a:pt x="10042" y="8411"/>
                  </a:lnTo>
                  <a:lnTo>
                    <a:pt x="10557" y="8511"/>
                  </a:lnTo>
                  <a:lnTo>
                    <a:pt x="11086" y="8597"/>
                  </a:lnTo>
                  <a:lnTo>
                    <a:pt x="11615" y="8683"/>
                  </a:lnTo>
                  <a:lnTo>
                    <a:pt x="12159" y="8754"/>
                  </a:lnTo>
                  <a:lnTo>
                    <a:pt x="12688" y="8797"/>
                  </a:lnTo>
                  <a:lnTo>
                    <a:pt x="13203" y="8840"/>
                  </a:lnTo>
                  <a:lnTo>
                    <a:pt x="13703" y="8854"/>
                  </a:lnTo>
                  <a:lnTo>
                    <a:pt x="14190" y="8854"/>
                  </a:lnTo>
                  <a:lnTo>
                    <a:pt x="14662" y="8840"/>
                  </a:lnTo>
                  <a:lnTo>
                    <a:pt x="15105" y="8797"/>
                  </a:lnTo>
                  <a:lnTo>
                    <a:pt x="15549" y="8754"/>
                  </a:lnTo>
                  <a:lnTo>
                    <a:pt x="15978" y="8697"/>
                  </a:lnTo>
                  <a:lnTo>
                    <a:pt x="16378" y="8626"/>
                  </a:lnTo>
                  <a:lnTo>
                    <a:pt x="16779" y="8540"/>
                  </a:lnTo>
                  <a:lnTo>
                    <a:pt x="17165" y="8440"/>
                  </a:lnTo>
                  <a:lnTo>
                    <a:pt x="17522" y="8325"/>
                  </a:lnTo>
                  <a:lnTo>
                    <a:pt x="17880" y="8211"/>
                  </a:lnTo>
                  <a:lnTo>
                    <a:pt x="18209" y="8096"/>
                  </a:lnTo>
                  <a:lnTo>
                    <a:pt x="18524" y="7968"/>
                  </a:lnTo>
                  <a:lnTo>
                    <a:pt x="18824" y="7825"/>
                  </a:lnTo>
                  <a:lnTo>
                    <a:pt x="19124" y="7682"/>
                  </a:lnTo>
                  <a:lnTo>
                    <a:pt x="19396" y="7539"/>
                  </a:lnTo>
                  <a:lnTo>
                    <a:pt x="19654" y="7395"/>
                  </a:lnTo>
                  <a:lnTo>
                    <a:pt x="19897" y="7238"/>
                  </a:lnTo>
                  <a:lnTo>
                    <a:pt x="20126" y="7095"/>
                  </a:lnTo>
                  <a:lnTo>
                    <a:pt x="20340" y="6938"/>
                  </a:lnTo>
                  <a:lnTo>
                    <a:pt x="20712" y="6637"/>
                  </a:lnTo>
                  <a:lnTo>
                    <a:pt x="21041" y="6351"/>
                  </a:lnTo>
                  <a:lnTo>
                    <a:pt x="21298" y="6080"/>
                  </a:lnTo>
                  <a:lnTo>
                    <a:pt x="21499" y="5836"/>
                  </a:lnTo>
                  <a:lnTo>
                    <a:pt x="21642" y="5636"/>
                  </a:lnTo>
                  <a:lnTo>
                    <a:pt x="21828" y="5264"/>
                  </a:lnTo>
                  <a:lnTo>
                    <a:pt x="21914" y="5078"/>
                  </a:lnTo>
                  <a:lnTo>
                    <a:pt x="21985" y="4907"/>
                  </a:lnTo>
                  <a:lnTo>
                    <a:pt x="22042" y="4735"/>
                  </a:lnTo>
                  <a:lnTo>
                    <a:pt x="22085" y="4563"/>
                  </a:lnTo>
                  <a:lnTo>
                    <a:pt x="22114" y="4392"/>
                  </a:lnTo>
                  <a:lnTo>
                    <a:pt x="22128" y="4235"/>
                  </a:lnTo>
                  <a:lnTo>
                    <a:pt x="22128" y="4077"/>
                  </a:lnTo>
                  <a:lnTo>
                    <a:pt x="22099" y="3934"/>
                  </a:lnTo>
                  <a:lnTo>
                    <a:pt x="22057" y="3791"/>
                  </a:lnTo>
                  <a:lnTo>
                    <a:pt x="21999" y="3662"/>
                  </a:lnTo>
                  <a:lnTo>
                    <a:pt x="21914" y="3548"/>
                  </a:lnTo>
                  <a:lnTo>
                    <a:pt x="21799" y="3434"/>
                  </a:lnTo>
                  <a:lnTo>
                    <a:pt x="21670" y="3319"/>
                  </a:lnTo>
                  <a:lnTo>
                    <a:pt x="21527" y="3233"/>
                  </a:lnTo>
                  <a:lnTo>
                    <a:pt x="21313" y="3133"/>
                  </a:lnTo>
                  <a:lnTo>
                    <a:pt x="21127" y="3062"/>
                  </a:lnTo>
                  <a:lnTo>
                    <a:pt x="20970" y="3033"/>
                  </a:lnTo>
                  <a:lnTo>
                    <a:pt x="20841" y="3033"/>
                  </a:lnTo>
                  <a:lnTo>
                    <a:pt x="20726" y="3047"/>
                  </a:lnTo>
                  <a:lnTo>
                    <a:pt x="20626" y="3090"/>
                  </a:lnTo>
                  <a:lnTo>
                    <a:pt x="20555" y="3133"/>
                  </a:lnTo>
                  <a:lnTo>
                    <a:pt x="20483" y="3205"/>
                  </a:lnTo>
                  <a:lnTo>
                    <a:pt x="20383" y="3333"/>
                  </a:lnTo>
                  <a:lnTo>
                    <a:pt x="20297" y="3448"/>
                  </a:lnTo>
                  <a:lnTo>
                    <a:pt x="20269" y="3491"/>
                  </a:lnTo>
                  <a:lnTo>
                    <a:pt x="20226" y="3519"/>
                  </a:lnTo>
                  <a:lnTo>
                    <a:pt x="20183" y="3519"/>
                  </a:lnTo>
                  <a:lnTo>
                    <a:pt x="20126" y="3491"/>
                  </a:lnTo>
                  <a:lnTo>
                    <a:pt x="20011" y="3391"/>
                  </a:lnTo>
                  <a:lnTo>
                    <a:pt x="19925" y="3305"/>
                  </a:lnTo>
                  <a:lnTo>
                    <a:pt x="19854" y="3219"/>
                  </a:lnTo>
                  <a:lnTo>
                    <a:pt x="19811" y="3147"/>
                  </a:lnTo>
                  <a:lnTo>
                    <a:pt x="19782" y="3076"/>
                  </a:lnTo>
                  <a:lnTo>
                    <a:pt x="19768" y="3019"/>
                  </a:lnTo>
                  <a:lnTo>
                    <a:pt x="19768" y="2890"/>
                  </a:lnTo>
                  <a:lnTo>
                    <a:pt x="19754" y="2804"/>
                  </a:lnTo>
                  <a:lnTo>
                    <a:pt x="19739" y="2761"/>
                  </a:lnTo>
                  <a:lnTo>
                    <a:pt x="19725" y="2718"/>
                  </a:lnTo>
                  <a:lnTo>
                    <a:pt x="19682" y="2690"/>
                  </a:lnTo>
                  <a:lnTo>
                    <a:pt x="19639" y="2661"/>
                  </a:lnTo>
                  <a:lnTo>
                    <a:pt x="19553" y="2647"/>
                  </a:lnTo>
                  <a:lnTo>
                    <a:pt x="19453" y="2618"/>
                  </a:lnTo>
                  <a:lnTo>
                    <a:pt x="19339" y="2618"/>
                  </a:lnTo>
                  <a:lnTo>
                    <a:pt x="19239" y="2633"/>
                  </a:lnTo>
                  <a:lnTo>
                    <a:pt x="19167" y="2647"/>
                  </a:lnTo>
                  <a:lnTo>
                    <a:pt x="19096" y="2690"/>
                  </a:lnTo>
                  <a:lnTo>
                    <a:pt x="19039" y="2747"/>
                  </a:lnTo>
                  <a:lnTo>
                    <a:pt x="18981" y="2804"/>
                  </a:lnTo>
                  <a:lnTo>
                    <a:pt x="18953" y="2876"/>
                  </a:lnTo>
                  <a:lnTo>
                    <a:pt x="18910" y="2962"/>
                  </a:lnTo>
                  <a:lnTo>
                    <a:pt x="18853" y="3133"/>
                  </a:lnTo>
                  <a:lnTo>
                    <a:pt x="18795" y="3319"/>
                  </a:lnTo>
                  <a:lnTo>
                    <a:pt x="18738" y="3505"/>
                  </a:lnTo>
                  <a:lnTo>
                    <a:pt x="18695" y="3591"/>
                  </a:lnTo>
                  <a:lnTo>
                    <a:pt x="18652" y="3662"/>
                  </a:lnTo>
                  <a:lnTo>
                    <a:pt x="18595" y="3720"/>
                  </a:lnTo>
                  <a:lnTo>
                    <a:pt x="18552" y="3748"/>
                  </a:lnTo>
                  <a:lnTo>
                    <a:pt x="18495" y="3763"/>
                  </a:lnTo>
                  <a:lnTo>
                    <a:pt x="18438" y="3763"/>
                  </a:lnTo>
                  <a:lnTo>
                    <a:pt x="18366" y="3734"/>
                  </a:lnTo>
                  <a:lnTo>
                    <a:pt x="18309" y="3691"/>
                  </a:lnTo>
                  <a:lnTo>
                    <a:pt x="18252" y="3634"/>
                  </a:lnTo>
                  <a:lnTo>
                    <a:pt x="18195" y="3548"/>
                  </a:lnTo>
                  <a:lnTo>
                    <a:pt x="18137" y="3462"/>
                  </a:lnTo>
                  <a:lnTo>
                    <a:pt x="18095" y="3362"/>
                  </a:lnTo>
                  <a:lnTo>
                    <a:pt x="18052" y="3248"/>
                  </a:lnTo>
                  <a:lnTo>
                    <a:pt x="18009" y="3119"/>
                  </a:lnTo>
                  <a:lnTo>
                    <a:pt x="17980" y="2990"/>
                  </a:lnTo>
                  <a:lnTo>
                    <a:pt x="17952" y="2833"/>
                  </a:lnTo>
                  <a:lnTo>
                    <a:pt x="17937" y="2690"/>
                  </a:lnTo>
                  <a:lnTo>
                    <a:pt x="17923" y="2518"/>
                  </a:lnTo>
                  <a:lnTo>
                    <a:pt x="17923" y="2261"/>
                  </a:lnTo>
                  <a:lnTo>
                    <a:pt x="17894" y="2032"/>
                  </a:lnTo>
                  <a:lnTo>
                    <a:pt x="17851" y="1846"/>
                  </a:lnTo>
                  <a:lnTo>
                    <a:pt x="17794" y="1703"/>
                  </a:lnTo>
                  <a:lnTo>
                    <a:pt x="17708" y="1574"/>
                  </a:lnTo>
                  <a:lnTo>
                    <a:pt x="17608" y="1460"/>
                  </a:lnTo>
                  <a:lnTo>
                    <a:pt x="17480" y="1360"/>
                  </a:lnTo>
                  <a:lnTo>
                    <a:pt x="17322" y="1274"/>
                  </a:lnTo>
                  <a:lnTo>
                    <a:pt x="17265" y="1245"/>
                  </a:lnTo>
                  <a:lnTo>
                    <a:pt x="17208" y="1231"/>
                  </a:lnTo>
                  <a:lnTo>
                    <a:pt x="17151" y="1217"/>
                  </a:lnTo>
                  <a:lnTo>
                    <a:pt x="17108" y="1231"/>
                  </a:lnTo>
                  <a:lnTo>
                    <a:pt x="16993" y="1259"/>
                  </a:lnTo>
                  <a:lnTo>
                    <a:pt x="16893" y="1317"/>
                  </a:lnTo>
                  <a:lnTo>
                    <a:pt x="16793" y="1403"/>
                  </a:lnTo>
                  <a:lnTo>
                    <a:pt x="16693" y="1517"/>
                  </a:lnTo>
                  <a:lnTo>
                    <a:pt x="16507" y="1760"/>
                  </a:lnTo>
                  <a:lnTo>
                    <a:pt x="16321" y="2032"/>
                  </a:lnTo>
                  <a:lnTo>
                    <a:pt x="16149" y="2275"/>
                  </a:lnTo>
                  <a:lnTo>
                    <a:pt x="16063" y="2375"/>
                  </a:lnTo>
                  <a:lnTo>
                    <a:pt x="15963" y="2447"/>
                  </a:lnTo>
                  <a:lnTo>
                    <a:pt x="15878" y="2504"/>
                  </a:lnTo>
                  <a:lnTo>
                    <a:pt x="15835" y="2518"/>
                  </a:lnTo>
                  <a:lnTo>
                    <a:pt x="15706" y="2518"/>
                  </a:lnTo>
                  <a:lnTo>
                    <a:pt x="15620" y="2490"/>
                  </a:lnTo>
                  <a:lnTo>
                    <a:pt x="15534" y="2447"/>
                  </a:lnTo>
                  <a:lnTo>
                    <a:pt x="15463" y="2389"/>
                  </a:lnTo>
                  <a:lnTo>
                    <a:pt x="15391" y="2318"/>
                  </a:lnTo>
                  <a:lnTo>
                    <a:pt x="15320" y="2232"/>
                  </a:lnTo>
                  <a:lnTo>
                    <a:pt x="15248" y="2146"/>
                  </a:lnTo>
                  <a:lnTo>
                    <a:pt x="15191" y="2032"/>
                  </a:lnTo>
                  <a:lnTo>
                    <a:pt x="15134" y="1932"/>
                  </a:lnTo>
                  <a:lnTo>
                    <a:pt x="15077" y="1803"/>
                  </a:lnTo>
                  <a:lnTo>
                    <a:pt x="15005" y="1546"/>
                  </a:lnTo>
                  <a:lnTo>
                    <a:pt x="14962" y="1259"/>
                  </a:lnTo>
                  <a:lnTo>
                    <a:pt x="14948" y="1102"/>
                  </a:lnTo>
                  <a:lnTo>
                    <a:pt x="14934" y="959"/>
                  </a:lnTo>
                  <a:lnTo>
                    <a:pt x="14934" y="687"/>
                  </a:lnTo>
                  <a:lnTo>
                    <a:pt x="14919" y="473"/>
                  </a:lnTo>
                  <a:lnTo>
                    <a:pt x="14891" y="301"/>
                  </a:lnTo>
                  <a:lnTo>
                    <a:pt x="14876" y="244"/>
                  </a:lnTo>
                  <a:lnTo>
                    <a:pt x="14833" y="172"/>
                  </a:lnTo>
                  <a:lnTo>
                    <a:pt x="14791" y="130"/>
                  </a:lnTo>
                  <a:lnTo>
                    <a:pt x="14748" y="87"/>
                  </a:lnTo>
                  <a:lnTo>
                    <a:pt x="14676" y="58"/>
                  </a:lnTo>
                  <a:lnTo>
                    <a:pt x="14605" y="29"/>
                  </a:lnTo>
                  <a:lnTo>
                    <a:pt x="1440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07;p18">
              <a:extLst>
                <a:ext uri="{FF2B5EF4-FFF2-40B4-BE49-F238E27FC236}">
                  <a16:creationId xmlns:a16="http://schemas.microsoft.com/office/drawing/2014/main" id="{B11E7793-7B59-1FA2-7AAA-8E844CFF0FCA}"/>
                </a:ext>
              </a:extLst>
            </p:cNvPr>
            <p:cNvSpPr/>
            <p:nvPr/>
          </p:nvSpPr>
          <p:spPr>
            <a:xfrm>
              <a:off x="1937700" y="2574275"/>
              <a:ext cx="129825" cy="102300"/>
            </a:xfrm>
            <a:custGeom>
              <a:avLst/>
              <a:gdLst/>
              <a:ahLst/>
              <a:cxnLst/>
              <a:rect l="l" t="t" r="r" b="b"/>
              <a:pathLst>
                <a:path w="5193" h="4092" extrusionOk="0">
                  <a:moveTo>
                    <a:pt x="4849" y="1"/>
                  </a:moveTo>
                  <a:lnTo>
                    <a:pt x="0" y="2647"/>
                  </a:lnTo>
                  <a:lnTo>
                    <a:pt x="143" y="2890"/>
                  </a:lnTo>
                  <a:lnTo>
                    <a:pt x="315" y="3105"/>
                  </a:lnTo>
                  <a:lnTo>
                    <a:pt x="501" y="3305"/>
                  </a:lnTo>
                  <a:lnTo>
                    <a:pt x="701" y="3491"/>
                  </a:lnTo>
                  <a:lnTo>
                    <a:pt x="916" y="3648"/>
                  </a:lnTo>
                  <a:lnTo>
                    <a:pt x="1159" y="3777"/>
                  </a:lnTo>
                  <a:lnTo>
                    <a:pt x="1388" y="3891"/>
                  </a:lnTo>
                  <a:lnTo>
                    <a:pt x="1645" y="3977"/>
                  </a:lnTo>
                  <a:lnTo>
                    <a:pt x="1903" y="4034"/>
                  </a:lnTo>
                  <a:lnTo>
                    <a:pt x="2160" y="4077"/>
                  </a:lnTo>
                  <a:lnTo>
                    <a:pt x="2432" y="4092"/>
                  </a:lnTo>
                  <a:lnTo>
                    <a:pt x="2704" y="4077"/>
                  </a:lnTo>
                  <a:lnTo>
                    <a:pt x="2961" y="4034"/>
                  </a:lnTo>
                  <a:lnTo>
                    <a:pt x="3233" y="3963"/>
                  </a:lnTo>
                  <a:lnTo>
                    <a:pt x="3490" y="3877"/>
                  </a:lnTo>
                  <a:lnTo>
                    <a:pt x="3748" y="3748"/>
                  </a:lnTo>
                  <a:lnTo>
                    <a:pt x="3991" y="3605"/>
                  </a:lnTo>
                  <a:lnTo>
                    <a:pt x="4205" y="3434"/>
                  </a:lnTo>
                  <a:lnTo>
                    <a:pt x="4406" y="3248"/>
                  </a:lnTo>
                  <a:lnTo>
                    <a:pt x="4592" y="3048"/>
                  </a:lnTo>
                  <a:lnTo>
                    <a:pt x="4749" y="2833"/>
                  </a:lnTo>
                  <a:lnTo>
                    <a:pt x="4878" y="2590"/>
                  </a:lnTo>
                  <a:lnTo>
                    <a:pt x="4992" y="2361"/>
                  </a:lnTo>
                  <a:lnTo>
                    <a:pt x="5078" y="2104"/>
                  </a:lnTo>
                  <a:lnTo>
                    <a:pt x="5135" y="1846"/>
                  </a:lnTo>
                  <a:lnTo>
                    <a:pt x="5178" y="1589"/>
                  </a:lnTo>
                  <a:lnTo>
                    <a:pt x="5192" y="1317"/>
                  </a:lnTo>
                  <a:lnTo>
                    <a:pt x="5178" y="1045"/>
                  </a:lnTo>
                  <a:lnTo>
                    <a:pt x="5135" y="788"/>
                  </a:lnTo>
                  <a:lnTo>
                    <a:pt x="5064" y="516"/>
                  </a:lnTo>
                  <a:lnTo>
                    <a:pt x="4978" y="258"/>
                  </a:lnTo>
                  <a:lnTo>
                    <a:pt x="48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08;p18">
              <a:extLst>
                <a:ext uri="{FF2B5EF4-FFF2-40B4-BE49-F238E27FC236}">
                  <a16:creationId xmlns:a16="http://schemas.microsoft.com/office/drawing/2014/main" id="{2001B3AA-6E73-001B-7A9A-07EC0FEE2E5E}"/>
                </a:ext>
              </a:extLst>
            </p:cNvPr>
            <p:cNvSpPr/>
            <p:nvPr/>
          </p:nvSpPr>
          <p:spPr>
            <a:xfrm>
              <a:off x="1758550" y="2641875"/>
              <a:ext cx="579300" cy="289650"/>
            </a:xfrm>
            <a:custGeom>
              <a:avLst/>
              <a:gdLst/>
              <a:ahLst/>
              <a:cxnLst/>
              <a:rect l="l" t="t" r="r" b="b"/>
              <a:pathLst>
                <a:path w="23172" h="11586" extrusionOk="0">
                  <a:moveTo>
                    <a:pt x="0" y="0"/>
                  </a:moveTo>
                  <a:lnTo>
                    <a:pt x="15" y="601"/>
                  </a:lnTo>
                  <a:lnTo>
                    <a:pt x="58" y="1187"/>
                  </a:lnTo>
                  <a:lnTo>
                    <a:pt x="129" y="1774"/>
                  </a:lnTo>
                  <a:lnTo>
                    <a:pt x="229" y="2332"/>
                  </a:lnTo>
                  <a:lnTo>
                    <a:pt x="358" y="2904"/>
                  </a:lnTo>
                  <a:lnTo>
                    <a:pt x="515" y="3447"/>
                  </a:lnTo>
                  <a:lnTo>
                    <a:pt x="701" y="3991"/>
                  </a:lnTo>
                  <a:lnTo>
                    <a:pt x="916" y="4520"/>
                  </a:lnTo>
                  <a:lnTo>
                    <a:pt x="1145" y="5021"/>
                  </a:lnTo>
                  <a:lnTo>
                    <a:pt x="1402" y="5521"/>
                  </a:lnTo>
                  <a:lnTo>
                    <a:pt x="1674" y="6008"/>
                  </a:lnTo>
                  <a:lnTo>
                    <a:pt x="1974" y="6480"/>
                  </a:lnTo>
                  <a:lnTo>
                    <a:pt x="2303" y="6937"/>
                  </a:lnTo>
                  <a:lnTo>
                    <a:pt x="2646" y="7381"/>
                  </a:lnTo>
                  <a:lnTo>
                    <a:pt x="3004" y="7795"/>
                  </a:lnTo>
                  <a:lnTo>
                    <a:pt x="3390" y="8196"/>
                  </a:lnTo>
                  <a:lnTo>
                    <a:pt x="3791" y="8582"/>
                  </a:lnTo>
                  <a:lnTo>
                    <a:pt x="4220" y="8940"/>
                  </a:lnTo>
                  <a:lnTo>
                    <a:pt x="4649" y="9283"/>
                  </a:lnTo>
                  <a:lnTo>
                    <a:pt x="5107" y="9612"/>
                  </a:lnTo>
                  <a:lnTo>
                    <a:pt x="5579" y="9912"/>
                  </a:lnTo>
                  <a:lnTo>
                    <a:pt x="6065" y="10198"/>
                  </a:lnTo>
                  <a:lnTo>
                    <a:pt x="6566" y="10441"/>
                  </a:lnTo>
                  <a:lnTo>
                    <a:pt x="7080" y="10685"/>
                  </a:lnTo>
                  <a:lnTo>
                    <a:pt x="7610" y="10885"/>
                  </a:lnTo>
                  <a:lnTo>
                    <a:pt x="8139" y="11071"/>
                  </a:lnTo>
                  <a:lnTo>
                    <a:pt x="8697" y="11228"/>
                  </a:lnTo>
                  <a:lnTo>
                    <a:pt x="9255" y="11357"/>
                  </a:lnTo>
                  <a:lnTo>
                    <a:pt x="9827" y="11457"/>
                  </a:lnTo>
                  <a:lnTo>
                    <a:pt x="10399" y="11529"/>
                  </a:lnTo>
                  <a:lnTo>
                    <a:pt x="10985" y="11571"/>
                  </a:lnTo>
                  <a:lnTo>
                    <a:pt x="11586" y="11586"/>
                  </a:lnTo>
                  <a:lnTo>
                    <a:pt x="12187" y="11571"/>
                  </a:lnTo>
                  <a:lnTo>
                    <a:pt x="12773" y="11529"/>
                  </a:lnTo>
                  <a:lnTo>
                    <a:pt x="13345" y="11457"/>
                  </a:lnTo>
                  <a:lnTo>
                    <a:pt x="13917" y="11357"/>
                  </a:lnTo>
                  <a:lnTo>
                    <a:pt x="14490" y="11228"/>
                  </a:lnTo>
                  <a:lnTo>
                    <a:pt x="15033" y="11071"/>
                  </a:lnTo>
                  <a:lnTo>
                    <a:pt x="15577" y="10885"/>
                  </a:lnTo>
                  <a:lnTo>
                    <a:pt x="16091" y="10685"/>
                  </a:lnTo>
                  <a:lnTo>
                    <a:pt x="16606" y="10441"/>
                  </a:lnTo>
                  <a:lnTo>
                    <a:pt x="17107" y="10198"/>
                  </a:lnTo>
                  <a:lnTo>
                    <a:pt x="17593" y="9912"/>
                  </a:lnTo>
                  <a:lnTo>
                    <a:pt x="18065" y="9612"/>
                  </a:lnTo>
                  <a:lnTo>
                    <a:pt x="18523" y="9283"/>
                  </a:lnTo>
                  <a:lnTo>
                    <a:pt x="18952" y="8940"/>
                  </a:lnTo>
                  <a:lnTo>
                    <a:pt x="19381" y="8582"/>
                  </a:lnTo>
                  <a:lnTo>
                    <a:pt x="19782" y="8196"/>
                  </a:lnTo>
                  <a:lnTo>
                    <a:pt x="20168" y="7795"/>
                  </a:lnTo>
                  <a:lnTo>
                    <a:pt x="20525" y="7381"/>
                  </a:lnTo>
                  <a:lnTo>
                    <a:pt x="20869" y="6937"/>
                  </a:lnTo>
                  <a:lnTo>
                    <a:pt x="21198" y="6480"/>
                  </a:lnTo>
                  <a:lnTo>
                    <a:pt x="21498" y="6008"/>
                  </a:lnTo>
                  <a:lnTo>
                    <a:pt x="21770" y="5521"/>
                  </a:lnTo>
                  <a:lnTo>
                    <a:pt x="22027" y="5021"/>
                  </a:lnTo>
                  <a:lnTo>
                    <a:pt x="22270" y="4520"/>
                  </a:lnTo>
                  <a:lnTo>
                    <a:pt x="22471" y="3991"/>
                  </a:lnTo>
                  <a:lnTo>
                    <a:pt x="22657" y="3447"/>
                  </a:lnTo>
                  <a:lnTo>
                    <a:pt x="22814" y="2904"/>
                  </a:lnTo>
                  <a:lnTo>
                    <a:pt x="22943" y="2332"/>
                  </a:lnTo>
                  <a:lnTo>
                    <a:pt x="23043" y="1774"/>
                  </a:lnTo>
                  <a:lnTo>
                    <a:pt x="23114" y="1187"/>
                  </a:lnTo>
                  <a:lnTo>
                    <a:pt x="23157" y="601"/>
                  </a:lnTo>
                  <a:lnTo>
                    <a:pt x="231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09;p18">
              <a:extLst>
                <a:ext uri="{FF2B5EF4-FFF2-40B4-BE49-F238E27FC236}">
                  <a16:creationId xmlns:a16="http://schemas.microsoft.com/office/drawing/2014/main" id="{85A0AD34-B007-2529-9087-C8D9A8FF4A9E}"/>
                </a:ext>
              </a:extLst>
            </p:cNvPr>
            <p:cNvSpPr/>
            <p:nvPr/>
          </p:nvSpPr>
          <p:spPr>
            <a:xfrm>
              <a:off x="2144725" y="3079550"/>
              <a:ext cx="102300" cy="975500"/>
            </a:xfrm>
            <a:custGeom>
              <a:avLst/>
              <a:gdLst/>
              <a:ahLst/>
              <a:cxnLst/>
              <a:rect l="l" t="t" r="r" b="b"/>
              <a:pathLst>
                <a:path w="4092" h="39020" extrusionOk="0">
                  <a:moveTo>
                    <a:pt x="1" y="0"/>
                  </a:moveTo>
                  <a:lnTo>
                    <a:pt x="1" y="39019"/>
                  </a:lnTo>
                  <a:lnTo>
                    <a:pt x="4092" y="39019"/>
                  </a:lnTo>
                  <a:lnTo>
                    <a:pt x="4092" y="0"/>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10;p18">
              <a:extLst>
                <a:ext uri="{FF2B5EF4-FFF2-40B4-BE49-F238E27FC236}">
                  <a16:creationId xmlns:a16="http://schemas.microsoft.com/office/drawing/2014/main" id="{97573483-CE73-4602-A1D1-FC17CCC824F8}"/>
                </a:ext>
              </a:extLst>
            </p:cNvPr>
            <p:cNvSpPr/>
            <p:nvPr/>
          </p:nvSpPr>
          <p:spPr>
            <a:xfrm>
              <a:off x="371500" y="3079550"/>
              <a:ext cx="102275" cy="975500"/>
            </a:xfrm>
            <a:custGeom>
              <a:avLst/>
              <a:gdLst/>
              <a:ahLst/>
              <a:cxnLst/>
              <a:rect l="l" t="t" r="r" b="b"/>
              <a:pathLst>
                <a:path w="4091" h="39020" extrusionOk="0">
                  <a:moveTo>
                    <a:pt x="0" y="0"/>
                  </a:moveTo>
                  <a:lnTo>
                    <a:pt x="0" y="39019"/>
                  </a:lnTo>
                  <a:lnTo>
                    <a:pt x="4091" y="39019"/>
                  </a:lnTo>
                  <a:lnTo>
                    <a:pt x="4091" y="0"/>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11;p18">
              <a:extLst>
                <a:ext uri="{FF2B5EF4-FFF2-40B4-BE49-F238E27FC236}">
                  <a16:creationId xmlns:a16="http://schemas.microsoft.com/office/drawing/2014/main" id="{06AB0809-5588-AFC6-9E5D-D1657FF04AE4}"/>
                </a:ext>
              </a:extLst>
            </p:cNvPr>
            <p:cNvSpPr/>
            <p:nvPr/>
          </p:nvSpPr>
          <p:spPr>
            <a:xfrm>
              <a:off x="371500" y="3079550"/>
              <a:ext cx="102275" cy="975500"/>
            </a:xfrm>
            <a:custGeom>
              <a:avLst/>
              <a:gdLst/>
              <a:ahLst/>
              <a:cxnLst/>
              <a:rect l="l" t="t" r="r" b="b"/>
              <a:pathLst>
                <a:path w="4091" h="39020" fill="none" extrusionOk="0">
                  <a:moveTo>
                    <a:pt x="0" y="39019"/>
                  </a:moveTo>
                  <a:lnTo>
                    <a:pt x="4091" y="39019"/>
                  </a:lnTo>
                  <a:lnTo>
                    <a:pt x="4091" y="0"/>
                  </a:lnTo>
                  <a:lnTo>
                    <a:pt x="0" y="0"/>
                  </a:lnTo>
                  <a:lnTo>
                    <a:pt x="0" y="390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12;p18">
              <a:extLst>
                <a:ext uri="{FF2B5EF4-FFF2-40B4-BE49-F238E27FC236}">
                  <a16:creationId xmlns:a16="http://schemas.microsoft.com/office/drawing/2014/main" id="{981E6C17-3950-7B51-5259-607C73E30EEF}"/>
                </a:ext>
              </a:extLst>
            </p:cNvPr>
            <p:cNvSpPr/>
            <p:nvPr/>
          </p:nvSpPr>
          <p:spPr>
            <a:xfrm>
              <a:off x="1850075" y="3079550"/>
              <a:ext cx="102300" cy="975500"/>
            </a:xfrm>
            <a:custGeom>
              <a:avLst/>
              <a:gdLst/>
              <a:ahLst/>
              <a:cxnLst/>
              <a:rect l="l" t="t" r="r" b="b"/>
              <a:pathLst>
                <a:path w="4092" h="39020" extrusionOk="0">
                  <a:moveTo>
                    <a:pt x="1" y="0"/>
                  </a:moveTo>
                  <a:lnTo>
                    <a:pt x="1" y="39019"/>
                  </a:lnTo>
                  <a:lnTo>
                    <a:pt x="4092" y="39019"/>
                  </a:lnTo>
                  <a:lnTo>
                    <a:pt x="4092" y="0"/>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13;p18">
              <a:extLst>
                <a:ext uri="{FF2B5EF4-FFF2-40B4-BE49-F238E27FC236}">
                  <a16:creationId xmlns:a16="http://schemas.microsoft.com/office/drawing/2014/main" id="{10D96294-ED04-635F-8898-6328DE314D1D}"/>
                </a:ext>
              </a:extLst>
            </p:cNvPr>
            <p:cNvSpPr/>
            <p:nvPr/>
          </p:nvSpPr>
          <p:spPr>
            <a:xfrm>
              <a:off x="669000" y="3079550"/>
              <a:ext cx="102300" cy="975500"/>
            </a:xfrm>
            <a:custGeom>
              <a:avLst/>
              <a:gdLst/>
              <a:ahLst/>
              <a:cxnLst/>
              <a:rect l="l" t="t" r="r" b="b"/>
              <a:pathLst>
                <a:path w="4092" h="39020" extrusionOk="0">
                  <a:moveTo>
                    <a:pt x="0" y="0"/>
                  </a:moveTo>
                  <a:lnTo>
                    <a:pt x="0" y="39019"/>
                  </a:lnTo>
                  <a:lnTo>
                    <a:pt x="4091" y="39019"/>
                  </a:lnTo>
                  <a:lnTo>
                    <a:pt x="4091" y="0"/>
                  </a:lnTo>
                  <a:close/>
                </a:path>
              </a:pathLst>
            </a:custGeom>
            <a:solidFill>
              <a:srgbClr val="BD63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14;p18">
              <a:extLst>
                <a:ext uri="{FF2B5EF4-FFF2-40B4-BE49-F238E27FC236}">
                  <a16:creationId xmlns:a16="http://schemas.microsoft.com/office/drawing/2014/main" id="{86F03DE9-4D13-7FE0-44A7-E7713B49CBD1}"/>
                </a:ext>
              </a:extLst>
            </p:cNvPr>
            <p:cNvSpPr/>
            <p:nvPr/>
          </p:nvSpPr>
          <p:spPr>
            <a:xfrm>
              <a:off x="669000" y="3079550"/>
              <a:ext cx="102300" cy="975500"/>
            </a:xfrm>
            <a:custGeom>
              <a:avLst/>
              <a:gdLst/>
              <a:ahLst/>
              <a:cxnLst/>
              <a:rect l="l" t="t" r="r" b="b"/>
              <a:pathLst>
                <a:path w="4092" h="39020" fill="none" extrusionOk="0">
                  <a:moveTo>
                    <a:pt x="0" y="39019"/>
                  </a:moveTo>
                  <a:lnTo>
                    <a:pt x="4091" y="39019"/>
                  </a:lnTo>
                  <a:lnTo>
                    <a:pt x="4091" y="0"/>
                  </a:lnTo>
                  <a:lnTo>
                    <a:pt x="0" y="0"/>
                  </a:lnTo>
                  <a:lnTo>
                    <a:pt x="0" y="390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15;p18">
              <a:extLst>
                <a:ext uri="{FF2B5EF4-FFF2-40B4-BE49-F238E27FC236}">
                  <a16:creationId xmlns:a16="http://schemas.microsoft.com/office/drawing/2014/main" id="{1063223A-1092-12E6-CC74-15229EBFECE6}"/>
                </a:ext>
              </a:extLst>
            </p:cNvPr>
            <p:cNvSpPr/>
            <p:nvPr/>
          </p:nvSpPr>
          <p:spPr>
            <a:xfrm>
              <a:off x="2195875" y="3079550"/>
              <a:ext cx="102275" cy="975500"/>
            </a:xfrm>
            <a:custGeom>
              <a:avLst/>
              <a:gdLst/>
              <a:ahLst/>
              <a:cxnLst/>
              <a:rect l="l" t="t" r="r" b="b"/>
              <a:pathLst>
                <a:path w="4091" h="39020" extrusionOk="0">
                  <a:moveTo>
                    <a:pt x="0" y="0"/>
                  </a:moveTo>
                  <a:lnTo>
                    <a:pt x="0" y="39019"/>
                  </a:lnTo>
                  <a:lnTo>
                    <a:pt x="4091" y="39019"/>
                  </a:lnTo>
                  <a:lnTo>
                    <a:pt x="4091"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16;p18">
              <a:extLst>
                <a:ext uri="{FF2B5EF4-FFF2-40B4-BE49-F238E27FC236}">
                  <a16:creationId xmlns:a16="http://schemas.microsoft.com/office/drawing/2014/main" id="{573158C2-3FF0-01A2-DC41-6CC2CE607238}"/>
                </a:ext>
              </a:extLst>
            </p:cNvPr>
            <p:cNvSpPr/>
            <p:nvPr/>
          </p:nvSpPr>
          <p:spPr>
            <a:xfrm>
              <a:off x="422625" y="3079550"/>
              <a:ext cx="102300" cy="975500"/>
            </a:xfrm>
            <a:custGeom>
              <a:avLst/>
              <a:gdLst/>
              <a:ahLst/>
              <a:cxnLst/>
              <a:rect l="l" t="t" r="r" b="b"/>
              <a:pathLst>
                <a:path w="4092" h="39020" extrusionOk="0">
                  <a:moveTo>
                    <a:pt x="0" y="0"/>
                  </a:moveTo>
                  <a:lnTo>
                    <a:pt x="0" y="39019"/>
                  </a:lnTo>
                  <a:lnTo>
                    <a:pt x="4091" y="39019"/>
                  </a:lnTo>
                  <a:lnTo>
                    <a:pt x="4091"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17;p18">
              <a:extLst>
                <a:ext uri="{FF2B5EF4-FFF2-40B4-BE49-F238E27FC236}">
                  <a16:creationId xmlns:a16="http://schemas.microsoft.com/office/drawing/2014/main" id="{A080AC82-995F-1B09-84BD-8478449971F3}"/>
                </a:ext>
              </a:extLst>
            </p:cNvPr>
            <p:cNvSpPr/>
            <p:nvPr/>
          </p:nvSpPr>
          <p:spPr>
            <a:xfrm>
              <a:off x="422625" y="3079550"/>
              <a:ext cx="102300" cy="975500"/>
            </a:xfrm>
            <a:custGeom>
              <a:avLst/>
              <a:gdLst/>
              <a:ahLst/>
              <a:cxnLst/>
              <a:rect l="l" t="t" r="r" b="b"/>
              <a:pathLst>
                <a:path w="4092" h="39020" fill="none" extrusionOk="0">
                  <a:moveTo>
                    <a:pt x="0" y="39019"/>
                  </a:moveTo>
                  <a:lnTo>
                    <a:pt x="4091" y="39019"/>
                  </a:lnTo>
                  <a:lnTo>
                    <a:pt x="4091" y="0"/>
                  </a:lnTo>
                  <a:lnTo>
                    <a:pt x="0" y="0"/>
                  </a:lnTo>
                  <a:lnTo>
                    <a:pt x="0" y="390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18;p18">
              <a:extLst>
                <a:ext uri="{FF2B5EF4-FFF2-40B4-BE49-F238E27FC236}">
                  <a16:creationId xmlns:a16="http://schemas.microsoft.com/office/drawing/2014/main" id="{31E83C7A-45DE-46FD-575B-56E76E5B31B4}"/>
                </a:ext>
              </a:extLst>
            </p:cNvPr>
            <p:cNvSpPr/>
            <p:nvPr/>
          </p:nvSpPr>
          <p:spPr>
            <a:xfrm>
              <a:off x="1901225" y="3079550"/>
              <a:ext cx="101925" cy="975500"/>
            </a:xfrm>
            <a:custGeom>
              <a:avLst/>
              <a:gdLst/>
              <a:ahLst/>
              <a:cxnLst/>
              <a:rect l="l" t="t" r="r" b="b"/>
              <a:pathLst>
                <a:path w="4077" h="39020" extrusionOk="0">
                  <a:moveTo>
                    <a:pt x="0" y="0"/>
                  </a:moveTo>
                  <a:lnTo>
                    <a:pt x="0" y="39019"/>
                  </a:lnTo>
                  <a:lnTo>
                    <a:pt x="4077" y="39019"/>
                  </a:lnTo>
                  <a:lnTo>
                    <a:pt x="4077"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19;p18">
              <a:extLst>
                <a:ext uri="{FF2B5EF4-FFF2-40B4-BE49-F238E27FC236}">
                  <a16:creationId xmlns:a16="http://schemas.microsoft.com/office/drawing/2014/main" id="{569411C2-3049-F2AB-1B66-CD9EE91A9319}"/>
                </a:ext>
              </a:extLst>
            </p:cNvPr>
            <p:cNvSpPr/>
            <p:nvPr/>
          </p:nvSpPr>
          <p:spPr>
            <a:xfrm>
              <a:off x="720125" y="3079550"/>
              <a:ext cx="102300" cy="975500"/>
            </a:xfrm>
            <a:custGeom>
              <a:avLst/>
              <a:gdLst/>
              <a:ahLst/>
              <a:cxnLst/>
              <a:rect l="l" t="t" r="r" b="b"/>
              <a:pathLst>
                <a:path w="4092" h="39020" extrusionOk="0">
                  <a:moveTo>
                    <a:pt x="1" y="0"/>
                  </a:moveTo>
                  <a:lnTo>
                    <a:pt x="1" y="39019"/>
                  </a:lnTo>
                  <a:lnTo>
                    <a:pt x="4091" y="39019"/>
                  </a:lnTo>
                  <a:lnTo>
                    <a:pt x="4091"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720;p18">
              <a:extLst>
                <a:ext uri="{FF2B5EF4-FFF2-40B4-BE49-F238E27FC236}">
                  <a16:creationId xmlns:a16="http://schemas.microsoft.com/office/drawing/2014/main" id="{25F3E633-9A30-D904-8F3E-71EE0F9752B8}"/>
                </a:ext>
              </a:extLst>
            </p:cNvPr>
            <p:cNvSpPr/>
            <p:nvPr/>
          </p:nvSpPr>
          <p:spPr>
            <a:xfrm>
              <a:off x="720125" y="3079550"/>
              <a:ext cx="102300" cy="975500"/>
            </a:xfrm>
            <a:custGeom>
              <a:avLst/>
              <a:gdLst/>
              <a:ahLst/>
              <a:cxnLst/>
              <a:rect l="l" t="t" r="r" b="b"/>
              <a:pathLst>
                <a:path w="4092" h="39020" fill="none" extrusionOk="0">
                  <a:moveTo>
                    <a:pt x="1" y="39019"/>
                  </a:moveTo>
                  <a:lnTo>
                    <a:pt x="4091" y="39019"/>
                  </a:lnTo>
                  <a:lnTo>
                    <a:pt x="4091" y="0"/>
                  </a:lnTo>
                  <a:lnTo>
                    <a:pt x="1" y="0"/>
                  </a:lnTo>
                  <a:lnTo>
                    <a:pt x="1" y="390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721;p18">
              <a:extLst>
                <a:ext uri="{FF2B5EF4-FFF2-40B4-BE49-F238E27FC236}">
                  <a16:creationId xmlns:a16="http://schemas.microsoft.com/office/drawing/2014/main" id="{A17E0624-D3E8-814B-5273-12D3A6622949}"/>
                </a:ext>
              </a:extLst>
            </p:cNvPr>
            <p:cNvSpPr/>
            <p:nvPr/>
          </p:nvSpPr>
          <p:spPr>
            <a:xfrm>
              <a:off x="2112550" y="3079550"/>
              <a:ext cx="101925" cy="34350"/>
            </a:xfrm>
            <a:custGeom>
              <a:avLst/>
              <a:gdLst/>
              <a:ahLst/>
              <a:cxnLst/>
              <a:rect l="l" t="t" r="r" b="b"/>
              <a:pathLst>
                <a:path w="4077" h="1374" extrusionOk="0">
                  <a:moveTo>
                    <a:pt x="1" y="0"/>
                  </a:moveTo>
                  <a:lnTo>
                    <a:pt x="1" y="1373"/>
                  </a:lnTo>
                  <a:lnTo>
                    <a:pt x="4077" y="1373"/>
                  </a:lnTo>
                  <a:lnTo>
                    <a:pt x="4077" y="0"/>
                  </a:lnTo>
                  <a:close/>
                </a:path>
              </a:pathLst>
            </a:custGeom>
            <a:solidFill>
              <a:srgbClr val="9EB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722;p18">
              <a:extLst>
                <a:ext uri="{FF2B5EF4-FFF2-40B4-BE49-F238E27FC236}">
                  <a16:creationId xmlns:a16="http://schemas.microsoft.com/office/drawing/2014/main" id="{8592E595-4C9B-36CA-46EC-CB8D448D78CD}"/>
                </a:ext>
              </a:extLst>
            </p:cNvPr>
            <p:cNvSpPr/>
            <p:nvPr/>
          </p:nvSpPr>
          <p:spPr>
            <a:xfrm>
              <a:off x="1817550" y="3079550"/>
              <a:ext cx="102300" cy="34350"/>
            </a:xfrm>
            <a:custGeom>
              <a:avLst/>
              <a:gdLst/>
              <a:ahLst/>
              <a:cxnLst/>
              <a:rect l="l" t="t" r="r" b="b"/>
              <a:pathLst>
                <a:path w="4092" h="1374" extrusionOk="0">
                  <a:moveTo>
                    <a:pt x="0" y="0"/>
                  </a:moveTo>
                  <a:lnTo>
                    <a:pt x="0" y="1373"/>
                  </a:lnTo>
                  <a:lnTo>
                    <a:pt x="4091" y="1373"/>
                  </a:lnTo>
                  <a:lnTo>
                    <a:pt x="4091" y="0"/>
                  </a:lnTo>
                  <a:close/>
                </a:path>
              </a:pathLst>
            </a:custGeom>
            <a:solidFill>
              <a:srgbClr val="9EB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723;p18">
              <a:extLst>
                <a:ext uri="{FF2B5EF4-FFF2-40B4-BE49-F238E27FC236}">
                  <a16:creationId xmlns:a16="http://schemas.microsoft.com/office/drawing/2014/main" id="{83BB9D4A-BCF9-3A96-D26E-641E923A68BB}"/>
                </a:ext>
              </a:extLst>
            </p:cNvPr>
            <p:cNvSpPr/>
            <p:nvPr/>
          </p:nvSpPr>
          <p:spPr>
            <a:xfrm>
              <a:off x="720125" y="3079550"/>
              <a:ext cx="102300" cy="34350"/>
            </a:xfrm>
            <a:custGeom>
              <a:avLst/>
              <a:gdLst/>
              <a:ahLst/>
              <a:cxnLst/>
              <a:rect l="l" t="t" r="r" b="b"/>
              <a:pathLst>
                <a:path w="4092" h="1374" extrusionOk="0">
                  <a:moveTo>
                    <a:pt x="1" y="0"/>
                  </a:moveTo>
                  <a:lnTo>
                    <a:pt x="1" y="1373"/>
                  </a:lnTo>
                  <a:lnTo>
                    <a:pt x="4091" y="1373"/>
                  </a:lnTo>
                  <a:lnTo>
                    <a:pt x="4091" y="0"/>
                  </a:lnTo>
                  <a:close/>
                </a:path>
              </a:pathLst>
            </a:custGeom>
            <a:solidFill>
              <a:srgbClr val="9EB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724;p18">
              <a:extLst>
                <a:ext uri="{FF2B5EF4-FFF2-40B4-BE49-F238E27FC236}">
                  <a16:creationId xmlns:a16="http://schemas.microsoft.com/office/drawing/2014/main" id="{DF834BBD-E8A7-1011-8D39-4890C8C21180}"/>
                </a:ext>
              </a:extLst>
            </p:cNvPr>
            <p:cNvSpPr/>
            <p:nvPr/>
          </p:nvSpPr>
          <p:spPr>
            <a:xfrm>
              <a:off x="720125" y="3079550"/>
              <a:ext cx="102300" cy="34350"/>
            </a:xfrm>
            <a:custGeom>
              <a:avLst/>
              <a:gdLst/>
              <a:ahLst/>
              <a:cxnLst/>
              <a:rect l="l" t="t" r="r" b="b"/>
              <a:pathLst>
                <a:path w="4092" h="1374" fill="none" extrusionOk="0">
                  <a:moveTo>
                    <a:pt x="1" y="1373"/>
                  </a:moveTo>
                  <a:lnTo>
                    <a:pt x="4091" y="1373"/>
                  </a:lnTo>
                  <a:lnTo>
                    <a:pt x="4091" y="0"/>
                  </a:lnTo>
                  <a:lnTo>
                    <a:pt x="1" y="0"/>
                  </a:lnTo>
                  <a:lnTo>
                    <a:pt x="1" y="13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725;p18">
              <a:extLst>
                <a:ext uri="{FF2B5EF4-FFF2-40B4-BE49-F238E27FC236}">
                  <a16:creationId xmlns:a16="http://schemas.microsoft.com/office/drawing/2014/main" id="{43EA77F1-DFB5-F4DB-DBF9-10CCE7EB2450}"/>
                </a:ext>
              </a:extLst>
            </p:cNvPr>
            <p:cNvSpPr/>
            <p:nvPr/>
          </p:nvSpPr>
          <p:spPr>
            <a:xfrm>
              <a:off x="422625" y="3079550"/>
              <a:ext cx="102300" cy="34350"/>
            </a:xfrm>
            <a:custGeom>
              <a:avLst/>
              <a:gdLst/>
              <a:ahLst/>
              <a:cxnLst/>
              <a:rect l="l" t="t" r="r" b="b"/>
              <a:pathLst>
                <a:path w="4092" h="1374" extrusionOk="0">
                  <a:moveTo>
                    <a:pt x="0" y="0"/>
                  </a:moveTo>
                  <a:lnTo>
                    <a:pt x="0" y="1373"/>
                  </a:lnTo>
                  <a:lnTo>
                    <a:pt x="4091" y="1373"/>
                  </a:lnTo>
                  <a:lnTo>
                    <a:pt x="4091" y="0"/>
                  </a:lnTo>
                  <a:close/>
                </a:path>
              </a:pathLst>
            </a:custGeom>
            <a:solidFill>
              <a:srgbClr val="9EB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726;p18">
              <a:extLst>
                <a:ext uri="{FF2B5EF4-FFF2-40B4-BE49-F238E27FC236}">
                  <a16:creationId xmlns:a16="http://schemas.microsoft.com/office/drawing/2014/main" id="{4F59ABC6-199D-C1EA-B4A2-DEBAC798D5B2}"/>
                </a:ext>
              </a:extLst>
            </p:cNvPr>
            <p:cNvSpPr/>
            <p:nvPr/>
          </p:nvSpPr>
          <p:spPr>
            <a:xfrm>
              <a:off x="422625" y="3079550"/>
              <a:ext cx="102300" cy="34350"/>
            </a:xfrm>
            <a:custGeom>
              <a:avLst/>
              <a:gdLst/>
              <a:ahLst/>
              <a:cxnLst/>
              <a:rect l="l" t="t" r="r" b="b"/>
              <a:pathLst>
                <a:path w="4092" h="1374" fill="none" extrusionOk="0">
                  <a:moveTo>
                    <a:pt x="0" y="1373"/>
                  </a:moveTo>
                  <a:lnTo>
                    <a:pt x="4091" y="1373"/>
                  </a:lnTo>
                  <a:lnTo>
                    <a:pt x="4091" y="0"/>
                  </a:lnTo>
                  <a:lnTo>
                    <a:pt x="0" y="0"/>
                  </a:lnTo>
                  <a:lnTo>
                    <a:pt x="0" y="13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727;p18">
              <a:extLst>
                <a:ext uri="{FF2B5EF4-FFF2-40B4-BE49-F238E27FC236}">
                  <a16:creationId xmlns:a16="http://schemas.microsoft.com/office/drawing/2014/main" id="{9BDE976C-4DBC-B0B9-7297-9F6C7CA591CD}"/>
                </a:ext>
              </a:extLst>
            </p:cNvPr>
            <p:cNvSpPr/>
            <p:nvPr/>
          </p:nvSpPr>
          <p:spPr>
            <a:xfrm>
              <a:off x="238125" y="2921125"/>
              <a:ext cx="2195925" cy="591100"/>
            </a:xfrm>
            <a:custGeom>
              <a:avLst/>
              <a:gdLst/>
              <a:ahLst/>
              <a:cxnLst/>
              <a:rect l="l" t="t" r="r" b="b"/>
              <a:pathLst>
                <a:path w="87837" h="23644" extrusionOk="0">
                  <a:moveTo>
                    <a:pt x="0" y="1"/>
                  </a:moveTo>
                  <a:lnTo>
                    <a:pt x="0" y="8583"/>
                  </a:lnTo>
                  <a:lnTo>
                    <a:pt x="0" y="22643"/>
                  </a:lnTo>
                  <a:lnTo>
                    <a:pt x="172" y="22671"/>
                  </a:lnTo>
                  <a:lnTo>
                    <a:pt x="386" y="22700"/>
                  </a:lnTo>
                  <a:lnTo>
                    <a:pt x="658" y="22729"/>
                  </a:lnTo>
                  <a:lnTo>
                    <a:pt x="987" y="22729"/>
                  </a:lnTo>
                  <a:lnTo>
                    <a:pt x="1373" y="22714"/>
                  </a:lnTo>
                  <a:lnTo>
                    <a:pt x="1817" y="22671"/>
                  </a:lnTo>
                  <a:lnTo>
                    <a:pt x="2045" y="22643"/>
                  </a:lnTo>
                  <a:lnTo>
                    <a:pt x="2289" y="22586"/>
                  </a:lnTo>
                  <a:lnTo>
                    <a:pt x="2532" y="22528"/>
                  </a:lnTo>
                  <a:lnTo>
                    <a:pt x="2789" y="22457"/>
                  </a:lnTo>
                  <a:lnTo>
                    <a:pt x="3061" y="22371"/>
                  </a:lnTo>
                  <a:lnTo>
                    <a:pt x="3318" y="22271"/>
                  </a:lnTo>
                  <a:lnTo>
                    <a:pt x="3604" y="22156"/>
                  </a:lnTo>
                  <a:lnTo>
                    <a:pt x="3876" y="22013"/>
                  </a:lnTo>
                  <a:lnTo>
                    <a:pt x="4148" y="21856"/>
                  </a:lnTo>
                  <a:lnTo>
                    <a:pt x="4434" y="21684"/>
                  </a:lnTo>
                  <a:lnTo>
                    <a:pt x="4720" y="21484"/>
                  </a:lnTo>
                  <a:lnTo>
                    <a:pt x="4992" y="21270"/>
                  </a:lnTo>
                  <a:lnTo>
                    <a:pt x="5278" y="21027"/>
                  </a:lnTo>
                  <a:lnTo>
                    <a:pt x="5550" y="20769"/>
                  </a:lnTo>
                  <a:lnTo>
                    <a:pt x="5821" y="20483"/>
                  </a:lnTo>
                  <a:lnTo>
                    <a:pt x="6093" y="20168"/>
                  </a:lnTo>
                  <a:lnTo>
                    <a:pt x="6365" y="19825"/>
                  </a:lnTo>
                  <a:lnTo>
                    <a:pt x="6622" y="19453"/>
                  </a:lnTo>
                  <a:lnTo>
                    <a:pt x="6908" y="19038"/>
                  </a:lnTo>
                  <a:lnTo>
                    <a:pt x="7223" y="18652"/>
                  </a:lnTo>
                  <a:lnTo>
                    <a:pt x="7538" y="18295"/>
                  </a:lnTo>
                  <a:lnTo>
                    <a:pt x="7881" y="17966"/>
                  </a:lnTo>
                  <a:lnTo>
                    <a:pt x="8224" y="17665"/>
                  </a:lnTo>
                  <a:lnTo>
                    <a:pt x="8582" y="17408"/>
                  </a:lnTo>
                  <a:lnTo>
                    <a:pt x="8954" y="17165"/>
                  </a:lnTo>
                  <a:lnTo>
                    <a:pt x="9326" y="16950"/>
                  </a:lnTo>
                  <a:lnTo>
                    <a:pt x="9712" y="16764"/>
                  </a:lnTo>
                  <a:lnTo>
                    <a:pt x="10098" y="16607"/>
                  </a:lnTo>
                  <a:lnTo>
                    <a:pt x="10499" y="16478"/>
                  </a:lnTo>
                  <a:lnTo>
                    <a:pt x="10899" y="16378"/>
                  </a:lnTo>
                  <a:lnTo>
                    <a:pt x="11300" y="16306"/>
                  </a:lnTo>
                  <a:lnTo>
                    <a:pt x="11700" y="16264"/>
                  </a:lnTo>
                  <a:lnTo>
                    <a:pt x="12101" y="16235"/>
                  </a:lnTo>
                  <a:lnTo>
                    <a:pt x="12501" y="16235"/>
                  </a:lnTo>
                  <a:lnTo>
                    <a:pt x="12902" y="16264"/>
                  </a:lnTo>
                  <a:lnTo>
                    <a:pt x="13288" y="16321"/>
                  </a:lnTo>
                  <a:lnTo>
                    <a:pt x="13688" y="16392"/>
                  </a:lnTo>
                  <a:lnTo>
                    <a:pt x="14074" y="16492"/>
                  </a:lnTo>
                  <a:lnTo>
                    <a:pt x="14446" y="16621"/>
                  </a:lnTo>
                  <a:lnTo>
                    <a:pt x="14818" y="16764"/>
                  </a:lnTo>
                  <a:lnTo>
                    <a:pt x="15176" y="16936"/>
                  </a:lnTo>
                  <a:lnTo>
                    <a:pt x="15533" y="17122"/>
                  </a:lnTo>
                  <a:lnTo>
                    <a:pt x="15862" y="17336"/>
                  </a:lnTo>
                  <a:lnTo>
                    <a:pt x="16191" y="17579"/>
                  </a:lnTo>
                  <a:lnTo>
                    <a:pt x="16506" y="17837"/>
                  </a:lnTo>
                  <a:lnTo>
                    <a:pt x="16806" y="18123"/>
                  </a:lnTo>
                  <a:lnTo>
                    <a:pt x="17092" y="18423"/>
                  </a:lnTo>
                  <a:lnTo>
                    <a:pt x="17350" y="18738"/>
                  </a:lnTo>
                  <a:lnTo>
                    <a:pt x="17593" y="19081"/>
                  </a:lnTo>
                  <a:lnTo>
                    <a:pt x="17822" y="19453"/>
                  </a:lnTo>
                  <a:lnTo>
                    <a:pt x="18079" y="19868"/>
                  </a:lnTo>
                  <a:lnTo>
                    <a:pt x="18351" y="20268"/>
                  </a:lnTo>
                  <a:lnTo>
                    <a:pt x="18651" y="20655"/>
                  </a:lnTo>
                  <a:lnTo>
                    <a:pt x="18952" y="21012"/>
                  </a:lnTo>
                  <a:lnTo>
                    <a:pt x="19281" y="21341"/>
                  </a:lnTo>
                  <a:lnTo>
                    <a:pt x="19610" y="21656"/>
                  </a:lnTo>
                  <a:lnTo>
                    <a:pt x="19953" y="21942"/>
                  </a:lnTo>
                  <a:lnTo>
                    <a:pt x="20311" y="22214"/>
                  </a:lnTo>
                  <a:lnTo>
                    <a:pt x="20682" y="22457"/>
                  </a:lnTo>
                  <a:lnTo>
                    <a:pt x="21054" y="22686"/>
                  </a:lnTo>
                  <a:lnTo>
                    <a:pt x="21441" y="22872"/>
                  </a:lnTo>
                  <a:lnTo>
                    <a:pt x="21827" y="23058"/>
                  </a:lnTo>
                  <a:lnTo>
                    <a:pt x="22227" y="23201"/>
                  </a:lnTo>
                  <a:lnTo>
                    <a:pt x="22613" y="23344"/>
                  </a:lnTo>
                  <a:lnTo>
                    <a:pt x="23028" y="23444"/>
                  </a:lnTo>
                  <a:lnTo>
                    <a:pt x="23429" y="23530"/>
                  </a:lnTo>
                  <a:lnTo>
                    <a:pt x="23829" y="23587"/>
                  </a:lnTo>
                  <a:lnTo>
                    <a:pt x="24244" y="23630"/>
                  </a:lnTo>
                  <a:lnTo>
                    <a:pt x="24644" y="23644"/>
                  </a:lnTo>
                  <a:lnTo>
                    <a:pt x="25045" y="23644"/>
                  </a:lnTo>
                  <a:lnTo>
                    <a:pt x="25445" y="23615"/>
                  </a:lnTo>
                  <a:lnTo>
                    <a:pt x="25846" y="23558"/>
                  </a:lnTo>
                  <a:lnTo>
                    <a:pt x="26246" y="23487"/>
                  </a:lnTo>
                  <a:lnTo>
                    <a:pt x="26633" y="23387"/>
                  </a:lnTo>
                  <a:lnTo>
                    <a:pt x="27019" y="23258"/>
                  </a:lnTo>
                  <a:lnTo>
                    <a:pt x="27391" y="23115"/>
                  </a:lnTo>
                  <a:lnTo>
                    <a:pt x="27748" y="22943"/>
                  </a:lnTo>
                  <a:lnTo>
                    <a:pt x="28106" y="22743"/>
                  </a:lnTo>
                  <a:lnTo>
                    <a:pt x="28449" y="22528"/>
                  </a:lnTo>
                  <a:lnTo>
                    <a:pt x="28778" y="22285"/>
                  </a:lnTo>
                  <a:lnTo>
                    <a:pt x="29107" y="22028"/>
                  </a:lnTo>
                  <a:lnTo>
                    <a:pt x="29407" y="21742"/>
                  </a:lnTo>
                  <a:lnTo>
                    <a:pt x="29994" y="21155"/>
                  </a:lnTo>
                  <a:lnTo>
                    <a:pt x="30552" y="20569"/>
                  </a:lnTo>
                  <a:lnTo>
                    <a:pt x="31610" y="19439"/>
                  </a:lnTo>
                  <a:lnTo>
                    <a:pt x="32125" y="18910"/>
                  </a:lnTo>
                  <a:lnTo>
                    <a:pt x="32626" y="18409"/>
                  </a:lnTo>
                  <a:lnTo>
                    <a:pt x="33141" y="17937"/>
                  </a:lnTo>
                  <a:lnTo>
                    <a:pt x="33412" y="17708"/>
                  </a:lnTo>
                  <a:lnTo>
                    <a:pt x="33670" y="17494"/>
                  </a:lnTo>
                  <a:lnTo>
                    <a:pt x="33942" y="17293"/>
                  </a:lnTo>
                  <a:lnTo>
                    <a:pt x="34213" y="17093"/>
                  </a:lnTo>
                  <a:lnTo>
                    <a:pt x="34485" y="16907"/>
                  </a:lnTo>
                  <a:lnTo>
                    <a:pt x="34771" y="16736"/>
                  </a:lnTo>
                  <a:lnTo>
                    <a:pt x="35057" y="16578"/>
                  </a:lnTo>
                  <a:lnTo>
                    <a:pt x="35358" y="16421"/>
                  </a:lnTo>
                  <a:lnTo>
                    <a:pt x="35658" y="16292"/>
                  </a:lnTo>
                  <a:lnTo>
                    <a:pt x="35973" y="16163"/>
                  </a:lnTo>
                  <a:lnTo>
                    <a:pt x="36302" y="16049"/>
                  </a:lnTo>
                  <a:lnTo>
                    <a:pt x="36631" y="15963"/>
                  </a:lnTo>
                  <a:lnTo>
                    <a:pt x="36974" y="15877"/>
                  </a:lnTo>
                  <a:lnTo>
                    <a:pt x="37331" y="15806"/>
                  </a:lnTo>
                  <a:lnTo>
                    <a:pt x="37703" y="15763"/>
                  </a:lnTo>
                  <a:lnTo>
                    <a:pt x="38090" y="15720"/>
                  </a:lnTo>
                  <a:lnTo>
                    <a:pt x="38476" y="15706"/>
                  </a:lnTo>
                  <a:lnTo>
                    <a:pt x="38890" y="15706"/>
                  </a:lnTo>
                  <a:lnTo>
                    <a:pt x="39334" y="15720"/>
                  </a:lnTo>
                  <a:lnTo>
                    <a:pt x="39763" y="15749"/>
                  </a:lnTo>
                  <a:lnTo>
                    <a:pt x="40178" y="15777"/>
                  </a:lnTo>
                  <a:lnTo>
                    <a:pt x="40578" y="15820"/>
                  </a:lnTo>
                  <a:lnTo>
                    <a:pt x="40950" y="15877"/>
                  </a:lnTo>
                  <a:lnTo>
                    <a:pt x="41322" y="15935"/>
                  </a:lnTo>
                  <a:lnTo>
                    <a:pt x="41665" y="16006"/>
                  </a:lnTo>
                  <a:lnTo>
                    <a:pt x="42009" y="16092"/>
                  </a:lnTo>
                  <a:lnTo>
                    <a:pt x="42338" y="16178"/>
                  </a:lnTo>
                  <a:lnTo>
                    <a:pt x="42652" y="16264"/>
                  </a:lnTo>
                  <a:lnTo>
                    <a:pt x="42953" y="16364"/>
                  </a:lnTo>
                  <a:lnTo>
                    <a:pt x="43239" y="16464"/>
                  </a:lnTo>
                  <a:lnTo>
                    <a:pt x="43510" y="16578"/>
                  </a:lnTo>
                  <a:lnTo>
                    <a:pt x="43782" y="16693"/>
                  </a:lnTo>
                  <a:lnTo>
                    <a:pt x="44040" y="16821"/>
                  </a:lnTo>
                  <a:lnTo>
                    <a:pt x="44283" y="16950"/>
                  </a:lnTo>
                  <a:lnTo>
                    <a:pt x="44526" y="17079"/>
                  </a:lnTo>
                  <a:lnTo>
                    <a:pt x="44755" y="17222"/>
                  </a:lnTo>
                  <a:lnTo>
                    <a:pt x="45184" y="17508"/>
                  </a:lnTo>
                  <a:lnTo>
                    <a:pt x="45599" y="17823"/>
                  </a:lnTo>
                  <a:lnTo>
                    <a:pt x="45971" y="18137"/>
                  </a:lnTo>
                  <a:lnTo>
                    <a:pt x="46328" y="18466"/>
                  </a:lnTo>
                  <a:lnTo>
                    <a:pt x="46671" y="18795"/>
                  </a:lnTo>
                  <a:lnTo>
                    <a:pt x="47000" y="19138"/>
                  </a:lnTo>
                  <a:lnTo>
                    <a:pt x="47329" y="19467"/>
                  </a:lnTo>
                  <a:lnTo>
                    <a:pt x="47944" y="20154"/>
                  </a:lnTo>
                  <a:lnTo>
                    <a:pt x="48259" y="20483"/>
                  </a:lnTo>
                  <a:lnTo>
                    <a:pt x="48574" y="20798"/>
                  </a:lnTo>
                  <a:lnTo>
                    <a:pt x="48903" y="21112"/>
                  </a:lnTo>
                  <a:lnTo>
                    <a:pt x="49246" y="21413"/>
                  </a:lnTo>
                  <a:lnTo>
                    <a:pt x="49604" y="21684"/>
                  </a:lnTo>
                  <a:lnTo>
                    <a:pt x="49990" y="21942"/>
                  </a:lnTo>
                  <a:lnTo>
                    <a:pt x="50405" y="22185"/>
                  </a:lnTo>
                  <a:lnTo>
                    <a:pt x="50605" y="22299"/>
                  </a:lnTo>
                  <a:lnTo>
                    <a:pt x="50834" y="22400"/>
                  </a:lnTo>
                  <a:lnTo>
                    <a:pt x="51063" y="22500"/>
                  </a:lnTo>
                  <a:lnTo>
                    <a:pt x="51306" y="22600"/>
                  </a:lnTo>
                  <a:lnTo>
                    <a:pt x="51549" y="22671"/>
                  </a:lnTo>
                  <a:lnTo>
                    <a:pt x="51806" y="22757"/>
                  </a:lnTo>
                  <a:lnTo>
                    <a:pt x="52078" y="22829"/>
                  </a:lnTo>
                  <a:lnTo>
                    <a:pt x="52350" y="22886"/>
                  </a:lnTo>
                  <a:lnTo>
                    <a:pt x="52650" y="22929"/>
                  </a:lnTo>
                  <a:lnTo>
                    <a:pt x="52951" y="22972"/>
                  </a:lnTo>
                  <a:lnTo>
                    <a:pt x="53265" y="23015"/>
                  </a:lnTo>
                  <a:lnTo>
                    <a:pt x="53580" y="23029"/>
                  </a:lnTo>
                  <a:lnTo>
                    <a:pt x="53923" y="23043"/>
                  </a:lnTo>
                  <a:lnTo>
                    <a:pt x="54281" y="23058"/>
                  </a:lnTo>
                  <a:lnTo>
                    <a:pt x="54667" y="23043"/>
                  </a:lnTo>
                  <a:lnTo>
                    <a:pt x="55039" y="23029"/>
                  </a:lnTo>
                  <a:lnTo>
                    <a:pt x="55396" y="23000"/>
                  </a:lnTo>
                  <a:lnTo>
                    <a:pt x="55754" y="22957"/>
                  </a:lnTo>
                  <a:lnTo>
                    <a:pt x="56097" y="22915"/>
                  </a:lnTo>
                  <a:lnTo>
                    <a:pt x="56441" y="22857"/>
                  </a:lnTo>
                  <a:lnTo>
                    <a:pt x="56770" y="22800"/>
                  </a:lnTo>
                  <a:lnTo>
                    <a:pt x="57084" y="22729"/>
                  </a:lnTo>
                  <a:lnTo>
                    <a:pt x="57399" y="22643"/>
                  </a:lnTo>
                  <a:lnTo>
                    <a:pt x="57699" y="22557"/>
                  </a:lnTo>
                  <a:lnTo>
                    <a:pt x="57985" y="22457"/>
                  </a:lnTo>
                  <a:lnTo>
                    <a:pt x="58286" y="22357"/>
                  </a:lnTo>
                  <a:lnTo>
                    <a:pt x="58557" y="22257"/>
                  </a:lnTo>
                  <a:lnTo>
                    <a:pt x="58829" y="22142"/>
                  </a:lnTo>
                  <a:lnTo>
                    <a:pt x="59358" y="21885"/>
                  </a:lnTo>
                  <a:lnTo>
                    <a:pt x="59859" y="21627"/>
                  </a:lnTo>
                  <a:lnTo>
                    <a:pt x="60345" y="21327"/>
                  </a:lnTo>
                  <a:lnTo>
                    <a:pt x="60789" y="21027"/>
                  </a:lnTo>
                  <a:lnTo>
                    <a:pt x="61232" y="20712"/>
                  </a:lnTo>
                  <a:lnTo>
                    <a:pt x="61647" y="20383"/>
                  </a:lnTo>
                  <a:lnTo>
                    <a:pt x="62047" y="20054"/>
                  </a:lnTo>
                  <a:lnTo>
                    <a:pt x="62434" y="19711"/>
                  </a:lnTo>
                  <a:lnTo>
                    <a:pt x="62806" y="19367"/>
                  </a:lnTo>
                  <a:lnTo>
                    <a:pt x="63506" y="18681"/>
                  </a:lnTo>
                  <a:lnTo>
                    <a:pt x="64179" y="18023"/>
                  </a:lnTo>
                  <a:lnTo>
                    <a:pt x="64508" y="17708"/>
                  </a:lnTo>
                  <a:lnTo>
                    <a:pt x="64837" y="17408"/>
                  </a:lnTo>
                  <a:lnTo>
                    <a:pt x="65166" y="17122"/>
                  </a:lnTo>
                  <a:lnTo>
                    <a:pt x="65495" y="16850"/>
                  </a:lnTo>
                  <a:lnTo>
                    <a:pt x="65823" y="16607"/>
                  </a:lnTo>
                  <a:lnTo>
                    <a:pt x="66152" y="16378"/>
                  </a:lnTo>
                  <a:lnTo>
                    <a:pt x="66496" y="16192"/>
                  </a:lnTo>
                  <a:lnTo>
                    <a:pt x="66853" y="16020"/>
                  </a:lnTo>
                  <a:lnTo>
                    <a:pt x="67025" y="15949"/>
                  </a:lnTo>
                  <a:lnTo>
                    <a:pt x="67197" y="15892"/>
                  </a:lnTo>
                  <a:lnTo>
                    <a:pt x="67383" y="15834"/>
                  </a:lnTo>
                  <a:lnTo>
                    <a:pt x="67568" y="15792"/>
                  </a:lnTo>
                  <a:lnTo>
                    <a:pt x="67754" y="15749"/>
                  </a:lnTo>
                  <a:lnTo>
                    <a:pt x="67955" y="15734"/>
                  </a:lnTo>
                  <a:lnTo>
                    <a:pt x="68155" y="15720"/>
                  </a:lnTo>
                  <a:lnTo>
                    <a:pt x="68355" y="15706"/>
                  </a:lnTo>
                  <a:lnTo>
                    <a:pt x="68641" y="15720"/>
                  </a:lnTo>
                  <a:lnTo>
                    <a:pt x="68927" y="15734"/>
                  </a:lnTo>
                  <a:lnTo>
                    <a:pt x="69199" y="15749"/>
                  </a:lnTo>
                  <a:lnTo>
                    <a:pt x="69471" y="15792"/>
                  </a:lnTo>
                  <a:lnTo>
                    <a:pt x="69743" y="15834"/>
                  </a:lnTo>
                  <a:lnTo>
                    <a:pt x="70000" y="15892"/>
                  </a:lnTo>
                  <a:lnTo>
                    <a:pt x="70257" y="15949"/>
                  </a:lnTo>
                  <a:lnTo>
                    <a:pt x="70501" y="16020"/>
                  </a:lnTo>
                  <a:lnTo>
                    <a:pt x="70744" y="16106"/>
                  </a:lnTo>
                  <a:lnTo>
                    <a:pt x="70987" y="16192"/>
                  </a:lnTo>
                  <a:lnTo>
                    <a:pt x="71445" y="16378"/>
                  </a:lnTo>
                  <a:lnTo>
                    <a:pt x="71888" y="16607"/>
                  </a:lnTo>
                  <a:lnTo>
                    <a:pt x="72317" y="16850"/>
                  </a:lnTo>
                  <a:lnTo>
                    <a:pt x="72732" y="17122"/>
                  </a:lnTo>
                  <a:lnTo>
                    <a:pt x="73147" y="17408"/>
                  </a:lnTo>
                  <a:lnTo>
                    <a:pt x="73533" y="17708"/>
                  </a:lnTo>
                  <a:lnTo>
                    <a:pt x="73919" y="18023"/>
                  </a:lnTo>
                  <a:lnTo>
                    <a:pt x="74305" y="18352"/>
                  </a:lnTo>
                  <a:lnTo>
                    <a:pt x="74677" y="18681"/>
                  </a:lnTo>
                  <a:lnTo>
                    <a:pt x="75435" y="19367"/>
                  </a:lnTo>
                  <a:lnTo>
                    <a:pt x="76179" y="20040"/>
                  </a:lnTo>
                  <a:lnTo>
                    <a:pt x="76565" y="20383"/>
                  </a:lnTo>
                  <a:lnTo>
                    <a:pt x="76966" y="20698"/>
                  </a:lnTo>
                  <a:lnTo>
                    <a:pt x="77366" y="21027"/>
                  </a:lnTo>
                  <a:lnTo>
                    <a:pt x="77767" y="21327"/>
                  </a:lnTo>
                  <a:lnTo>
                    <a:pt x="78196" y="21613"/>
                  </a:lnTo>
                  <a:lnTo>
                    <a:pt x="78639" y="21870"/>
                  </a:lnTo>
                  <a:lnTo>
                    <a:pt x="79097" y="22114"/>
                  </a:lnTo>
                  <a:lnTo>
                    <a:pt x="79569" y="22342"/>
                  </a:lnTo>
                  <a:lnTo>
                    <a:pt x="79812" y="22443"/>
                  </a:lnTo>
                  <a:lnTo>
                    <a:pt x="80070" y="22543"/>
                  </a:lnTo>
                  <a:lnTo>
                    <a:pt x="80327" y="22628"/>
                  </a:lnTo>
                  <a:lnTo>
                    <a:pt x="80584" y="22700"/>
                  </a:lnTo>
                  <a:lnTo>
                    <a:pt x="80856" y="22771"/>
                  </a:lnTo>
                  <a:lnTo>
                    <a:pt x="81128" y="22829"/>
                  </a:lnTo>
                  <a:lnTo>
                    <a:pt x="81414" y="22886"/>
                  </a:lnTo>
                  <a:lnTo>
                    <a:pt x="81700" y="22929"/>
                  </a:lnTo>
                  <a:lnTo>
                    <a:pt x="82000" y="22972"/>
                  </a:lnTo>
                  <a:lnTo>
                    <a:pt x="82301" y="23000"/>
                  </a:lnTo>
                  <a:lnTo>
                    <a:pt x="82601" y="23015"/>
                  </a:lnTo>
                  <a:lnTo>
                    <a:pt x="82930" y="23015"/>
                  </a:lnTo>
                  <a:lnTo>
                    <a:pt x="83273" y="23000"/>
                  </a:lnTo>
                  <a:lnTo>
                    <a:pt x="83617" y="22972"/>
                  </a:lnTo>
                  <a:lnTo>
                    <a:pt x="83931" y="22915"/>
                  </a:lnTo>
                  <a:lnTo>
                    <a:pt x="84246" y="22829"/>
                  </a:lnTo>
                  <a:lnTo>
                    <a:pt x="84532" y="22743"/>
                  </a:lnTo>
                  <a:lnTo>
                    <a:pt x="84804" y="22628"/>
                  </a:lnTo>
                  <a:lnTo>
                    <a:pt x="85061" y="22500"/>
                  </a:lnTo>
                  <a:lnTo>
                    <a:pt x="85319" y="22357"/>
                  </a:lnTo>
                  <a:lnTo>
                    <a:pt x="85548" y="22199"/>
                  </a:lnTo>
                  <a:lnTo>
                    <a:pt x="85762" y="22042"/>
                  </a:lnTo>
                  <a:lnTo>
                    <a:pt x="85977" y="21856"/>
                  </a:lnTo>
                  <a:lnTo>
                    <a:pt x="86163" y="21684"/>
                  </a:lnTo>
                  <a:lnTo>
                    <a:pt x="86349" y="21484"/>
                  </a:lnTo>
                  <a:lnTo>
                    <a:pt x="86520" y="21298"/>
                  </a:lnTo>
                  <a:lnTo>
                    <a:pt x="86678" y="21098"/>
                  </a:lnTo>
                  <a:lnTo>
                    <a:pt x="86821" y="20898"/>
                  </a:lnTo>
                  <a:lnTo>
                    <a:pt x="86949" y="20712"/>
                  </a:lnTo>
                  <a:lnTo>
                    <a:pt x="87078" y="20512"/>
                  </a:lnTo>
                  <a:lnTo>
                    <a:pt x="87293" y="20125"/>
                  </a:lnTo>
                  <a:lnTo>
                    <a:pt x="87464" y="19768"/>
                  </a:lnTo>
                  <a:lnTo>
                    <a:pt x="87607" y="19453"/>
                  </a:lnTo>
                  <a:lnTo>
                    <a:pt x="87707" y="19181"/>
                  </a:lnTo>
                  <a:lnTo>
                    <a:pt x="87779" y="18967"/>
                  </a:lnTo>
                  <a:lnTo>
                    <a:pt x="87836" y="18795"/>
                  </a:lnTo>
                  <a:lnTo>
                    <a:pt x="878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728;p18">
              <a:extLst>
                <a:ext uri="{FF2B5EF4-FFF2-40B4-BE49-F238E27FC236}">
                  <a16:creationId xmlns:a16="http://schemas.microsoft.com/office/drawing/2014/main" id="{31A64B2D-2F10-4FC1-224A-63820B2E096F}"/>
                </a:ext>
              </a:extLst>
            </p:cNvPr>
            <p:cNvSpPr/>
            <p:nvPr/>
          </p:nvSpPr>
          <p:spPr>
            <a:xfrm>
              <a:off x="238125" y="2921125"/>
              <a:ext cx="2195925" cy="591100"/>
            </a:xfrm>
            <a:custGeom>
              <a:avLst/>
              <a:gdLst/>
              <a:ahLst/>
              <a:cxnLst/>
              <a:rect l="l" t="t" r="r" b="b"/>
              <a:pathLst>
                <a:path w="87837" h="23644" fill="none" extrusionOk="0">
                  <a:moveTo>
                    <a:pt x="0" y="8583"/>
                  </a:moveTo>
                  <a:lnTo>
                    <a:pt x="0" y="22643"/>
                  </a:lnTo>
                  <a:lnTo>
                    <a:pt x="0" y="22643"/>
                  </a:lnTo>
                  <a:lnTo>
                    <a:pt x="172" y="22671"/>
                  </a:lnTo>
                  <a:lnTo>
                    <a:pt x="386" y="22700"/>
                  </a:lnTo>
                  <a:lnTo>
                    <a:pt x="658" y="22729"/>
                  </a:lnTo>
                  <a:lnTo>
                    <a:pt x="987" y="22729"/>
                  </a:lnTo>
                  <a:lnTo>
                    <a:pt x="1373" y="22714"/>
                  </a:lnTo>
                  <a:lnTo>
                    <a:pt x="1817" y="22671"/>
                  </a:lnTo>
                  <a:lnTo>
                    <a:pt x="2045" y="22643"/>
                  </a:lnTo>
                  <a:lnTo>
                    <a:pt x="2289" y="22586"/>
                  </a:lnTo>
                  <a:lnTo>
                    <a:pt x="2532" y="22528"/>
                  </a:lnTo>
                  <a:lnTo>
                    <a:pt x="2789" y="22457"/>
                  </a:lnTo>
                  <a:lnTo>
                    <a:pt x="3061" y="22371"/>
                  </a:lnTo>
                  <a:lnTo>
                    <a:pt x="3318" y="22271"/>
                  </a:lnTo>
                  <a:lnTo>
                    <a:pt x="3604" y="22156"/>
                  </a:lnTo>
                  <a:lnTo>
                    <a:pt x="3876" y="22013"/>
                  </a:lnTo>
                  <a:lnTo>
                    <a:pt x="4148" y="21856"/>
                  </a:lnTo>
                  <a:lnTo>
                    <a:pt x="4434" y="21684"/>
                  </a:lnTo>
                  <a:lnTo>
                    <a:pt x="4720" y="21484"/>
                  </a:lnTo>
                  <a:lnTo>
                    <a:pt x="4992" y="21270"/>
                  </a:lnTo>
                  <a:lnTo>
                    <a:pt x="5278" y="21027"/>
                  </a:lnTo>
                  <a:lnTo>
                    <a:pt x="5550" y="20769"/>
                  </a:lnTo>
                  <a:lnTo>
                    <a:pt x="5821" y="20483"/>
                  </a:lnTo>
                  <a:lnTo>
                    <a:pt x="6093" y="20168"/>
                  </a:lnTo>
                  <a:lnTo>
                    <a:pt x="6365" y="19825"/>
                  </a:lnTo>
                  <a:lnTo>
                    <a:pt x="6622" y="19453"/>
                  </a:lnTo>
                  <a:lnTo>
                    <a:pt x="6622" y="19453"/>
                  </a:lnTo>
                  <a:lnTo>
                    <a:pt x="6908" y="19038"/>
                  </a:lnTo>
                  <a:lnTo>
                    <a:pt x="7223" y="18652"/>
                  </a:lnTo>
                  <a:lnTo>
                    <a:pt x="7538" y="18295"/>
                  </a:lnTo>
                  <a:lnTo>
                    <a:pt x="7881" y="17966"/>
                  </a:lnTo>
                  <a:lnTo>
                    <a:pt x="8224" y="17665"/>
                  </a:lnTo>
                  <a:lnTo>
                    <a:pt x="8582" y="17408"/>
                  </a:lnTo>
                  <a:lnTo>
                    <a:pt x="8954" y="17165"/>
                  </a:lnTo>
                  <a:lnTo>
                    <a:pt x="9326" y="16950"/>
                  </a:lnTo>
                  <a:lnTo>
                    <a:pt x="9712" y="16764"/>
                  </a:lnTo>
                  <a:lnTo>
                    <a:pt x="10098" y="16607"/>
                  </a:lnTo>
                  <a:lnTo>
                    <a:pt x="10499" y="16478"/>
                  </a:lnTo>
                  <a:lnTo>
                    <a:pt x="10899" y="16378"/>
                  </a:lnTo>
                  <a:lnTo>
                    <a:pt x="11300" y="16306"/>
                  </a:lnTo>
                  <a:lnTo>
                    <a:pt x="11700" y="16264"/>
                  </a:lnTo>
                  <a:lnTo>
                    <a:pt x="12101" y="16235"/>
                  </a:lnTo>
                  <a:lnTo>
                    <a:pt x="12501" y="16235"/>
                  </a:lnTo>
                  <a:lnTo>
                    <a:pt x="12902" y="16264"/>
                  </a:lnTo>
                  <a:lnTo>
                    <a:pt x="13288" y="16321"/>
                  </a:lnTo>
                  <a:lnTo>
                    <a:pt x="13688" y="16392"/>
                  </a:lnTo>
                  <a:lnTo>
                    <a:pt x="14074" y="16492"/>
                  </a:lnTo>
                  <a:lnTo>
                    <a:pt x="14446" y="16621"/>
                  </a:lnTo>
                  <a:lnTo>
                    <a:pt x="14818" y="16764"/>
                  </a:lnTo>
                  <a:lnTo>
                    <a:pt x="15176" y="16936"/>
                  </a:lnTo>
                  <a:lnTo>
                    <a:pt x="15533" y="17122"/>
                  </a:lnTo>
                  <a:lnTo>
                    <a:pt x="15862" y="17336"/>
                  </a:lnTo>
                  <a:lnTo>
                    <a:pt x="16191" y="17579"/>
                  </a:lnTo>
                  <a:lnTo>
                    <a:pt x="16506" y="17837"/>
                  </a:lnTo>
                  <a:lnTo>
                    <a:pt x="16806" y="18123"/>
                  </a:lnTo>
                  <a:lnTo>
                    <a:pt x="17092" y="18423"/>
                  </a:lnTo>
                  <a:lnTo>
                    <a:pt x="17350" y="18738"/>
                  </a:lnTo>
                  <a:lnTo>
                    <a:pt x="17593" y="19081"/>
                  </a:lnTo>
                  <a:lnTo>
                    <a:pt x="17822" y="19453"/>
                  </a:lnTo>
                  <a:lnTo>
                    <a:pt x="17822" y="19453"/>
                  </a:lnTo>
                  <a:lnTo>
                    <a:pt x="18079" y="19868"/>
                  </a:lnTo>
                  <a:lnTo>
                    <a:pt x="18351" y="20268"/>
                  </a:lnTo>
                  <a:lnTo>
                    <a:pt x="18651" y="20655"/>
                  </a:lnTo>
                  <a:lnTo>
                    <a:pt x="18952" y="21012"/>
                  </a:lnTo>
                  <a:lnTo>
                    <a:pt x="19281" y="21341"/>
                  </a:lnTo>
                  <a:lnTo>
                    <a:pt x="19610" y="21656"/>
                  </a:lnTo>
                  <a:lnTo>
                    <a:pt x="19953" y="21942"/>
                  </a:lnTo>
                  <a:lnTo>
                    <a:pt x="20311" y="22214"/>
                  </a:lnTo>
                  <a:lnTo>
                    <a:pt x="20682" y="22457"/>
                  </a:lnTo>
                  <a:lnTo>
                    <a:pt x="21054" y="22686"/>
                  </a:lnTo>
                  <a:lnTo>
                    <a:pt x="21441" y="22872"/>
                  </a:lnTo>
                  <a:lnTo>
                    <a:pt x="21827" y="23058"/>
                  </a:lnTo>
                  <a:lnTo>
                    <a:pt x="22227" y="23201"/>
                  </a:lnTo>
                  <a:lnTo>
                    <a:pt x="22613" y="23344"/>
                  </a:lnTo>
                  <a:lnTo>
                    <a:pt x="23028" y="23444"/>
                  </a:lnTo>
                  <a:lnTo>
                    <a:pt x="23429" y="23530"/>
                  </a:lnTo>
                  <a:lnTo>
                    <a:pt x="23829" y="23587"/>
                  </a:lnTo>
                  <a:lnTo>
                    <a:pt x="24244" y="23630"/>
                  </a:lnTo>
                  <a:lnTo>
                    <a:pt x="24644" y="23644"/>
                  </a:lnTo>
                  <a:lnTo>
                    <a:pt x="25045" y="23644"/>
                  </a:lnTo>
                  <a:lnTo>
                    <a:pt x="25445" y="23615"/>
                  </a:lnTo>
                  <a:lnTo>
                    <a:pt x="25846" y="23558"/>
                  </a:lnTo>
                  <a:lnTo>
                    <a:pt x="26246" y="23487"/>
                  </a:lnTo>
                  <a:lnTo>
                    <a:pt x="26633" y="23387"/>
                  </a:lnTo>
                  <a:lnTo>
                    <a:pt x="27019" y="23258"/>
                  </a:lnTo>
                  <a:lnTo>
                    <a:pt x="27391" y="23115"/>
                  </a:lnTo>
                  <a:lnTo>
                    <a:pt x="27748" y="22943"/>
                  </a:lnTo>
                  <a:lnTo>
                    <a:pt x="28106" y="22743"/>
                  </a:lnTo>
                  <a:lnTo>
                    <a:pt x="28449" y="22528"/>
                  </a:lnTo>
                  <a:lnTo>
                    <a:pt x="28778" y="22285"/>
                  </a:lnTo>
                  <a:lnTo>
                    <a:pt x="29107" y="22028"/>
                  </a:lnTo>
                  <a:lnTo>
                    <a:pt x="29407" y="21742"/>
                  </a:lnTo>
                  <a:lnTo>
                    <a:pt x="29407" y="21742"/>
                  </a:lnTo>
                  <a:lnTo>
                    <a:pt x="29994" y="21155"/>
                  </a:lnTo>
                  <a:lnTo>
                    <a:pt x="30552" y="20569"/>
                  </a:lnTo>
                  <a:lnTo>
                    <a:pt x="31610" y="19439"/>
                  </a:lnTo>
                  <a:lnTo>
                    <a:pt x="32125" y="18910"/>
                  </a:lnTo>
                  <a:lnTo>
                    <a:pt x="32626" y="18409"/>
                  </a:lnTo>
                  <a:lnTo>
                    <a:pt x="33141" y="17937"/>
                  </a:lnTo>
                  <a:lnTo>
                    <a:pt x="33412" y="17708"/>
                  </a:lnTo>
                  <a:lnTo>
                    <a:pt x="33670" y="17494"/>
                  </a:lnTo>
                  <a:lnTo>
                    <a:pt x="33942" y="17293"/>
                  </a:lnTo>
                  <a:lnTo>
                    <a:pt x="34213" y="17093"/>
                  </a:lnTo>
                  <a:lnTo>
                    <a:pt x="34485" y="16907"/>
                  </a:lnTo>
                  <a:lnTo>
                    <a:pt x="34771" y="16736"/>
                  </a:lnTo>
                  <a:lnTo>
                    <a:pt x="35057" y="16578"/>
                  </a:lnTo>
                  <a:lnTo>
                    <a:pt x="35358" y="16421"/>
                  </a:lnTo>
                  <a:lnTo>
                    <a:pt x="35658" y="16292"/>
                  </a:lnTo>
                  <a:lnTo>
                    <a:pt x="35973" y="16163"/>
                  </a:lnTo>
                  <a:lnTo>
                    <a:pt x="36302" y="16049"/>
                  </a:lnTo>
                  <a:lnTo>
                    <a:pt x="36631" y="15963"/>
                  </a:lnTo>
                  <a:lnTo>
                    <a:pt x="36974" y="15877"/>
                  </a:lnTo>
                  <a:lnTo>
                    <a:pt x="37331" y="15806"/>
                  </a:lnTo>
                  <a:lnTo>
                    <a:pt x="37703" y="15763"/>
                  </a:lnTo>
                  <a:lnTo>
                    <a:pt x="38090" y="15720"/>
                  </a:lnTo>
                  <a:lnTo>
                    <a:pt x="38476" y="15706"/>
                  </a:lnTo>
                  <a:lnTo>
                    <a:pt x="38890" y="15706"/>
                  </a:lnTo>
                  <a:lnTo>
                    <a:pt x="38890" y="15706"/>
                  </a:lnTo>
                  <a:lnTo>
                    <a:pt x="39334" y="15720"/>
                  </a:lnTo>
                  <a:lnTo>
                    <a:pt x="39763" y="15749"/>
                  </a:lnTo>
                  <a:lnTo>
                    <a:pt x="40178" y="15777"/>
                  </a:lnTo>
                  <a:lnTo>
                    <a:pt x="40578" y="15820"/>
                  </a:lnTo>
                  <a:lnTo>
                    <a:pt x="40950" y="15877"/>
                  </a:lnTo>
                  <a:lnTo>
                    <a:pt x="41322" y="15935"/>
                  </a:lnTo>
                  <a:lnTo>
                    <a:pt x="41665" y="16006"/>
                  </a:lnTo>
                  <a:lnTo>
                    <a:pt x="42009" y="16092"/>
                  </a:lnTo>
                  <a:lnTo>
                    <a:pt x="42338" y="16178"/>
                  </a:lnTo>
                  <a:lnTo>
                    <a:pt x="42652" y="16264"/>
                  </a:lnTo>
                  <a:lnTo>
                    <a:pt x="42953" y="16364"/>
                  </a:lnTo>
                  <a:lnTo>
                    <a:pt x="43239" y="16464"/>
                  </a:lnTo>
                  <a:lnTo>
                    <a:pt x="43510" y="16578"/>
                  </a:lnTo>
                  <a:lnTo>
                    <a:pt x="43782" y="16693"/>
                  </a:lnTo>
                  <a:lnTo>
                    <a:pt x="44040" y="16821"/>
                  </a:lnTo>
                  <a:lnTo>
                    <a:pt x="44283" y="16950"/>
                  </a:lnTo>
                  <a:lnTo>
                    <a:pt x="44526" y="17079"/>
                  </a:lnTo>
                  <a:lnTo>
                    <a:pt x="44755" y="17222"/>
                  </a:lnTo>
                  <a:lnTo>
                    <a:pt x="45184" y="17508"/>
                  </a:lnTo>
                  <a:lnTo>
                    <a:pt x="45599" y="17823"/>
                  </a:lnTo>
                  <a:lnTo>
                    <a:pt x="45971" y="18137"/>
                  </a:lnTo>
                  <a:lnTo>
                    <a:pt x="46328" y="18466"/>
                  </a:lnTo>
                  <a:lnTo>
                    <a:pt x="46671" y="18795"/>
                  </a:lnTo>
                  <a:lnTo>
                    <a:pt x="47000" y="19138"/>
                  </a:lnTo>
                  <a:lnTo>
                    <a:pt x="47329" y="19467"/>
                  </a:lnTo>
                  <a:lnTo>
                    <a:pt x="47944" y="20154"/>
                  </a:lnTo>
                  <a:lnTo>
                    <a:pt x="48259" y="20483"/>
                  </a:lnTo>
                  <a:lnTo>
                    <a:pt x="48574" y="20798"/>
                  </a:lnTo>
                  <a:lnTo>
                    <a:pt x="48903" y="21112"/>
                  </a:lnTo>
                  <a:lnTo>
                    <a:pt x="49246" y="21413"/>
                  </a:lnTo>
                  <a:lnTo>
                    <a:pt x="49604" y="21684"/>
                  </a:lnTo>
                  <a:lnTo>
                    <a:pt x="49990" y="21942"/>
                  </a:lnTo>
                  <a:lnTo>
                    <a:pt x="50405" y="22185"/>
                  </a:lnTo>
                  <a:lnTo>
                    <a:pt x="50605" y="22299"/>
                  </a:lnTo>
                  <a:lnTo>
                    <a:pt x="50834" y="22400"/>
                  </a:lnTo>
                  <a:lnTo>
                    <a:pt x="51063" y="22500"/>
                  </a:lnTo>
                  <a:lnTo>
                    <a:pt x="51306" y="22600"/>
                  </a:lnTo>
                  <a:lnTo>
                    <a:pt x="51549" y="22671"/>
                  </a:lnTo>
                  <a:lnTo>
                    <a:pt x="51806" y="22757"/>
                  </a:lnTo>
                  <a:lnTo>
                    <a:pt x="52078" y="22829"/>
                  </a:lnTo>
                  <a:lnTo>
                    <a:pt x="52350" y="22886"/>
                  </a:lnTo>
                  <a:lnTo>
                    <a:pt x="52650" y="22929"/>
                  </a:lnTo>
                  <a:lnTo>
                    <a:pt x="52951" y="22972"/>
                  </a:lnTo>
                  <a:lnTo>
                    <a:pt x="53265" y="23015"/>
                  </a:lnTo>
                  <a:lnTo>
                    <a:pt x="53580" y="23029"/>
                  </a:lnTo>
                  <a:lnTo>
                    <a:pt x="53923" y="23043"/>
                  </a:lnTo>
                  <a:lnTo>
                    <a:pt x="54281" y="23058"/>
                  </a:lnTo>
                  <a:lnTo>
                    <a:pt x="54281" y="23058"/>
                  </a:lnTo>
                  <a:lnTo>
                    <a:pt x="54667" y="23043"/>
                  </a:lnTo>
                  <a:lnTo>
                    <a:pt x="55039" y="23029"/>
                  </a:lnTo>
                  <a:lnTo>
                    <a:pt x="55396" y="23000"/>
                  </a:lnTo>
                  <a:lnTo>
                    <a:pt x="55754" y="22957"/>
                  </a:lnTo>
                  <a:lnTo>
                    <a:pt x="56097" y="22915"/>
                  </a:lnTo>
                  <a:lnTo>
                    <a:pt x="56441" y="22857"/>
                  </a:lnTo>
                  <a:lnTo>
                    <a:pt x="56770" y="22800"/>
                  </a:lnTo>
                  <a:lnTo>
                    <a:pt x="57084" y="22729"/>
                  </a:lnTo>
                  <a:lnTo>
                    <a:pt x="57399" y="22643"/>
                  </a:lnTo>
                  <a:lnTo>
                    <a:pt x="57699" y="22557"/>
                  </a:lnTo>
                  <a:lnTo>
                    <a:pt x="57985" y="22457"/>
                  </a:lnTo>
                  <a:lnTo>
                    <a:pt x="58286" y="22357"/>
                  </a:lnTo>
                  <a:lnTo>
                    <a:pt x="58557" y="22257"/>
                  </a:lnTo>
                  <a:lnTo>
                    <a:pt x="58829" y="22142"/>
                  </a:lnTo>
                  <a:lnTo>
                    <a:pt x="59358" y="21885"/>
                  </a:lnTo>
                  <a:lnTo>
                    <a:pt x="59859" y="21627"/>
                  </a:lnTo>
                  <a:lnTo>
                    <a:pt x="60345" y="21327"/>
                  </a:lnTo>
                  <a:lnTo>
                    <a:pt x="60789" y="21027"/>
                  </a:lnTo>
                  <a:lnTo>
                    <a:pt x="61232" y="20712"/>
                  </a:lnTo>
                  <a:lnTo>
                    <a:pt x="61647" y="20383"/>
                  </a:lnTo>
                  <a:lnTo>
                    <a:pt x="62047" y="20054"/>
                  </a:lnTo>
                  <a:lnTo>
                    <a:pt x="62434" y="19711"/>
                  </a:lnTo>
                  <a:lnTo>
                    <a:pt x="62806" y="19367"/>
                  </a:lnTo>
                  <a:lnTo>
                    <a:pt x="63506" y="18681"/>
                  </a:lnTo>
                  <a:lnTo>
                    <a:pt x="64179" y="18023"/>
                  </a:lnTo>
                  <a:lnTo>
                    <a:pt x="64508" y="17708"/>
                  </a:lnTo>
                  <a:lnTo>
                    <a:pt x="64837" y="17408"/>
                  </a:lnTo>
                  <a:lnTo>
                    <a:pt x="65166" y="17122"/>
                  </a:lnTo>
                  <a:lnTo>
                    <a:pt x="65495" y="16850"/>
                  </a:lnTo>
                  <a:lnTo>
                    <a:pt x="65823" y="16607"/>
                  </a:lnTo>
                  <a:lnTo>
                    <a:pt x="66152" y="16378"/>
                  </a:lnTo>
                  <a:lnTo>
                    <a:pt x="66496" y="16192"/>
                  </a:lnTo>
                  <a:lnTo>
                    <a:pt x="66853" y="16020"/>
                  </a:lnTo>
                  <a:lnTo>
                    <a:pt x="67025" y="15949"/>
                  </a:lnTo>
                  <a:lnTo>
                    <a:pt x="67197" y="15892"/>
                  </a:lnTo>
                  <a:lnTo>
                    <a:pt x="67383" y="15834"/>
                  </a:lnTo>
                  <a:lnTo>
                    <a:pt x="67568" y="15792"/>
                  </a:lnTo>
                  <a:lnTo>
                    <a:pt x="67754" y="15749"/>
                  </a:lnTo>
                  <a:lnTo>
                    <a:pt x="67955" y="15734"/>
                  </a:lnTo>
                  <a:lnTo>
                    <a:pt x="68155" y="15720"/>
                  </a:lnTo>
                  <a:lnTo>
                    <a:pt x="68355" y="15706"/>
                  </a:lnTo>
                  <a:lnTo>
                    <a:pt x="68355" y="15706"/>
                  </a:lnTo>
                  <a:lnTo>
                    <a:pt x="68641" y="15720"/>
                  </a:lnTo>
                  <a:lnTo>
                    <a:pt x="68927" y="15734"/>
                  </a:lnTo>
                  <a:lnTo>
                    <a:pt x="69199" y="15749"/>
                  </a:lnTo>
                  <a:lnTo>
                    <a:pt x="69471" y="15792"/>
                  </a:lnTo>
                  <a:lnTo>
                    <a:pt x="69743" y="15834"/>
                  </a:lnTo>
                  <a:lnTo>
                    <a:pt x="70000" y="15892"/>
                  </a:lnTo>
                  <a:lnTo>
                    <a:pt x="70257" y="15949"/>
                  </a:lnTo>
                  <a:lnTo>
                    <a:pt x="70501" y="16020"/>
                  </a:lnTo>
                  <a:lnTo>
                    <a:pt x="70744" y="16106"/>
                  </a:lnTo>
                  <a:lnTo>
                    <a:pt x="70987" y="16192"/>
                  </a:lnTo>
                  <a:lnTo>
                    <a:pt x="71445" y="16378"/>
                  </a:lnTo>
                  <a:lnTo>
                    <a:pt x="71888" y="16607"/>
                  </a:lnTo>
                  <a:lnTo>
                    <a:pt x="72317" y="16850"/>
                  </a:lnTo>
                  <a:lnTo>
                    <a:pt x="72732" y="17122"/>
                  </a:lnTo>
                  <a:lnTo>
                    <a:pt x="73147" y="17408"/>
                  </a:lnTo>
                  <a:lnTo>
                    <a:pt x="73533" y="17708"/>
                  </a:lnTo>
                  <a:lnTo>
                    <a:pt x="73919" y="18023"/>
                  </a:lnTo>
                  <a:lnTo>
                    <a:pt x="74305" y="18352"/>
                  </a:lnTo>
                  <a:lnTo>
                    <a:pt x="74677" y="18681"/>
                  </a:lnTo>
                  <a:lnTo>
                    <a:pt x="75435" y="19367"/>
                  </a:lnTo>
                  <a:lnTo>
                    <a:pt x="76179" y="20040"/>
                  </a:lnTo>
                  <a:lnTo>
                    <a:pt x="76565" y="20383"/>
                  </a:lnTo>
                  <a:lnTo>
                    <a:pt x="76966" y="20698"/>
                  </a:lnTo>
                  <a:lnTo>
                    <a:pt x="77366" y="21027"/>
                  </a:lnTo>
                  <a:lnTo>
                    <a:pt x="77767" y="21327"/>
                  </a:lnTo>
                  <a:lnTo>
                    <a:pt x="78196" y="21613"/>
                  </a:lnTo>
                  <a:lnTo>
                    <a:pt x="78639" y="21870"/>
                  </a:lnTo>
                  <a:lnTo>
                    <a:pt x="79097" y="22114"/>
                  </a:lnTo>
                  <a:lnTo>
                    <a:pt x="79569" y="22342"/>
                  </a:lnTo>
                  <a:lnTo>
                    <a:pt x="79812" y="22443"/>
                  </a:lnTo>
                  <a:lnTo>
                    <a:pt x="80070" y="22543"/>
                  </a:lnTo>
                  <a:lnTo>
                    <a:pt x="80327" y="22628"/>
                  </a:lnTo>
                  <a:lnTo>
                    <a:pt x="80584" y="22700"/>
                  </a:lnTo>
                  <a:lnTo>
                    <a:pt x="80856" y="22771"/>
                  </a:lnTo>
                  <a:lnTo>
                    <a:pt x="81128" y="22829"/>
                  </a:lnTo>
                  <a:lnTo>
                    <a:pt x="81414" y="22886"/>
                  </a:lnTo>
                  <a:lnTo>
                    <a:pt x="81700" y="22929"/>
                  </a:lnTo>
                  <a:lnTo>
                    <a:pt x="82000" y="22972"/>
                  </a:lnTo>
                  <a:lnTo>
                    <a:pt x="82301" y="23000"/>
                  </a:lnTo>
                  <a:lnTo>
                    <a:pt x="82601" y="23015"/>
                  </a:lnTo>
                  <a:lnTo>
                    <a:pt x="82930" y="23015"/>
                  </a:lnTo>
                  <a:lnTo>
                    <a:pt x="82930" y="23015"/>
                  </a:lnTo>
                  <a:lnTo>
                    <a:pt x="83273" y="23000"/>
                  </a:lnTo>
                  <a:lnTo>
                    <a:pt x="83617" y="22972"/>
                  </a:lnTo>
                  <a:lnTo>
                    <a:pt x="83931" y="22915"/>
                  </a:lnTo>
                  <a:lnTo>
                    <a:pt x="84246" y="22829"/>
                  </a:lnTo>
                  <a:lnTo>
                    <a:pt x="84532" y="22743"/>
                  </a:lnTo>
                  <a:lnTo>
                    <a:pt x="84804" y="22628"/>
                  </a:lnTo>
                  <a:lnTo>
                    <a:pt x="85061" y="22500"/>
                  </a:lnTo>
                  <a:lnTo>
                    <a:pt x="85319" y="22357"/>
                  </a:lnTo>
                  <a:lnTo>
                    <a:pt x="85548" y="22199"/>
                  </a:lnTo>
                  <a:lnTo>
                    <a:pt x="85762" y="22042"/>
                  </a:lnTo>
                  <a:lnTo>
                    <a:pt x="85977" y="21856"/>
                  </a:lnTo>
                  <a:lnTo>
                    <a:pt x="86163" y="21684"/>
                  </a:lnTo>
                  <a:lnTo>
                    <a:pt x="86349" y="21484"/>
                  </a:lnTo>
                  <a:lnTo>
                    <a:pt x="86520" y="21298"/>
                  </a:lnTo>
                  <a:lnTo>
                    <a:pt x="86678" y="21098"/>
                  </a:lnTo>
                  <a:lnTo>
                    <a:pt x="86821" y="20898"/>
                  </a:lnTo>
                  <a:lnTo>
                    <a:pt x="86949" y="20712"/>
                  </a:lnTo>
                  <a:lnTo>
                    <a:pt x="87078" y="20512"/>
                  </a:lnTo>
                  <a:lnTo>
                    <a:pt x="87293" y="20125"/>
                  </a:lnTo>
                  <a:lnTo>
                    <a:pt x="87464" y="19768"/>
                  </a:lnTo>
                  <a:lnTo>
                    <a:pt x="87607" y="19453"/>
                  </a:lnTo>
                  <a:lnTo>
                    <a:pt x="87707" y="19181"/>
                  </a:lnTo>
                  <a:lnTo>
                    <a:pt x="87779" y="18967"/>
                  </a:lnTo>
                  <a:lnTo>
                    <a:pt x="87836" y="18795"/>
                  </a:lnTo>
                  <a:lnTo>
                    <a:pt x="87836" y="1"/>
                  </a:lnTo>
                  <a:lnTo>
                    <a:pt x="0" y="1"/>
                  </a:lnTo>
                  <a:lnTo>
                    <a:pt x="0" y="858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729;p18">
              <a:extLst>
                <a:ext uri="{FF2B5EF4-FFF2-40B4-BE49-F238E27FC236}">
                  <a16:creationId xmlns:a16="http://schemas.microsoft.com/office/drawing/2014/main" id="{888549AD-0F33-CDD6-E54A-6ACD560C90CE}"/>
                </a:ext>
              </a:extLst>
            </p:cNvPr>
            <p:cNvSpPr/>
            <p:nvPr/>
          </p:nvSpPr>
          <p:spPr>
            <a:xfrm>
              <a:off x="238125" y="2920075"/>
              <a:ext cx="526725" cy="1075"/>
            </a:xfrm>
            <a:custGeom>
              <a:avLst/>
              <a:gdLst/>
              <a:ahLst/>
              <a:cxnLst/>
              <a:rect l="l" t="t" r="r" b="b"/>
              <a:pathLst>
                <a:path w="21069" h="43" extrusionOk="0">
                  <a:moveTo>
                    <a:pt x="21069" y="0"/>
                  </a:moveTo>
                  <a:lnTo>
                    <a:pt x="0" y="43"/>
                  </a:lnTo>
                  <a:lnTo>
                    <a:pt x="21069" y="43"/>
                  </a:lnTo>
                  <a:lnTo>
                    <a:pt x="21069" y="0"/>
                  </a:lnTo>
                  <a:close/>
                </a:path>
              </a:pathLst>
            </a:custGeom>
            <a:solidFill>
              <a:srgbClr val="D4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730;p18">
              <a:extLst>
                <a:ext uri="{FF2B5EF4-FFF2-40B4-BE49-F238E27FC236}">
                  <a16:creationId xmlns:a16="http://schemas.microsoft.com/office/drawing/2014/main" id="{95A20A09-D8EB-6ED1-9A1A-4D2107498855}"/>
                </a:ext>
              </a:extLst>
            </p:cNvPr>
            <p:cNvSpPr/>
            <p:nvPr/>
          </p:nvSpPr>
          <p:spPr>
            <a:xfrm>
              <a:off x="238125" y="2920075"/>
              <a:ext cx="526725" cy="1075"/>
            </a:xfrm>
            <a:custGeom>
              <a:avLst/>
              <a:gdLst/>
              <a:ahLst/>
              <a:cxnLst/>
              <a:rect l="l" t="t" r="r" b="b"/>
              <a:pathLst>
                <a:path w="21069" h="43" fill="none" extrusionOk="0">
                  <a:moveTo>
                    <a:pt x="21069" y="0"/>
                  </a:moveTo>
                  <a:lnTo>
                    <a:pt x="0" y="43"/>
                  </a:lnTo>
                  <a:lnTo>
                    <a:pt x="21069" y="43"/>
                  </a:lnTo>
                  <a:lnTo>
                    <a:pt x="21069" y="43"/>
                  </a:lnTo>
                  <a:lnTo>
                    <a:pt x="2106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731;p18">
              <a:extLst>
                <a:ext uri="{FF2B5EF4-FFF2-40B4-BE49-F238E27FC236}">
                  <a16:creationId xmlns:a16="http://schemas.microsoft.com/office/drawing/2014/main" id="{0EF9A54C-8917-F249-8C8A-0F7A02576B26}"/>
                </a:ext>
              </a:extLst>
            </p:cNvPr>
            <p:cNvSpPr/>
            <p:nvPr/>
          </p:nvSpPr>
          <p:spPr>
            <a:xfrm>
              <a:off x="764825" y="2919350"/>
              <a:ext cx="181675" cy="1800"/>
            </a:xfrm>
            <a:custGeom>
              <a:avLst/>
              <a:gdLst/>
              <a:ahLst/>
              <a:cxnLst/>
              <a:rect l="l" t="t" r="r" b="b"/>
              <a:pathLst>
                <a:path w="7267" h="72" extrusionOk="0">
                  <a:moveTo>
                    <a:pt x="7267" y="0"/>
                  </a:moveTo>
                  <a:lnTo>
                    <a:pt x="1" y="29"/>
                  </a:lnTo>
                  <a:lnTo>
                    <a:pt x="1" y="72"/>
                  </a:lnTo>
                  <a:lnTo>
                    <a:pt x="7267" y="72"/>
                  </a:lnTo>
                  <a:lnTo>
                    <a:pt x="7267" y="0"/>
                  </a:lnTo>
                  <a:close/>
                </a:path>
              </a:pathLst>
            </a:custGeom>
            <a:solidFill>
              <a:srgbClr val="A05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732;p18">
              <a:extLst>
                <a:ext uri="{FF2B5EF4-FFF2-40B4-BE49-F238E27FC236}">
                  <a16:creationId xmlns:a16="http://schemas.microsoft.com/office/drawing/2014/main" id="{82EE349A-63FA-FFE0-EBD1-49B1F8D97033}"/>
                </a:ext>
              </a:extLst>
            </p:cNvPr>
            <p:cNvSpPr/>
            <p:nvPr/>
          </p:nvSpPr>
          <p:spPr>
            <a:xfrm>
              <a:off x="764825" y="2919350"/>
              <a:ext cx="181675" cy="1800"/>
            </a:xfrm>
            <a:custGeom>
              <a:avLst/>
              <a:gdLst/>
              <a:ahLst/>
              <a:cxnLst/>
              <a:rect l="l" t="t" r="r" b="b"/>
              <a:pathLst>
                <a:path w="7267" h="72" fill="none" extrusionOk="0">
                  <a:moveTo>
                    <a:pt x="7267" y="0"/>
                  </a:moveTo>
                  <a:lnTo>
                    <a:pt x="1" y="29"/>
                  </a:lnTo>
                  <a:lnTo>
                    <a:pt x="1" y="29"/>
                  </a:lnTo>
                  <a:lnTo>
                    <a:pt x="1" y="72"/>
                  </a:lnTo>
                  <a:lnTo>
                    <a:pt x="7267" y="72"/>
                  </a:lnTo>
                  <a:lnTo>
                    <a:pt x="726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733;p18">
              <a:extLst>
                <a:ext uri="{FF2B5EF4-FFF2-40B4-BE49-F238E27FC236}">
                  <a16:creationId xmlns:a16="http://schemas.microsoft.com/office/drawing/2014/main" id="{D7218DA7-3B6E-A541-B6D5-A2A1C3C38E53}"/>
                </a:ext>
              </a:extLst>
            </p:cNvPr>
            <p:cNvSpPr/>
            <p:nvPr/>
          </p:nvSpPr>
          <p:spPr>
            <a:xfrm>
              <a:off x="946475" y="2919000"/>
              <a:ext cx="115525" cy="2150"/>
            </a:xfrm>
            <a:custGeom>
              <a:avLst/>
              <a:gdLst/>
              <a:ahLst/>
              <a:cxnLst/>
              <a:rect l="l" t="t" r="r" b="b"/>
              <a:pathLst>
                <a:path w="4621" h="86" extrusionOk="0">
                  <a:moveTo>
                    <a:pt x="4621" y="0"/>
                  </a:moveTo>
                  <a:lnTo>
                    <a:pt x="1" y="14"/>
                  </a:lnTo>
                  <a:lnTo>
                    <a:pt x="1" y="86"/>
                  </a:lnTo>
                  <a:lnTo>
                    <a:pt x="4621" y="86"/>
                  </a:lnTo>
                  <a:lnTo>
                    <a:pt x="4621" y="0"/>
                  </a:lnTo>
                  <a:close/>
                </a:path>
              </a:pathLst>
            </a:custGeom>
            <a:solidFill>
              <a:srgbClr val="BC5A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734;p18">
              <a:extLst>
                <a:ext uri="{FF2B5EF4-FFF2-40B4-BE49-F238E27FC236}">
                  <a16:creationId xmlns:a16="http://schemas.microsoft.com/office/drawing/2014/main" id="{8F2DEE6C-ABB9-3C29-694D-CC498A6F106A}"/>
                </a:ext>
              </a:extLst>
            </p:cNvPr>
            <p:cNvSpPr/>
            <p:nvPr/>
          </p:nvSpPr>
          <p:spPr>
            <a:xfrm>
              <a:off x="946475" y="2919000"/>
              <a:ext cx="115525" cy="2150"/>
            </a:xfrm>
            <a:custGeom>
              <a:avLst/>
              <a:gdLst/>
              <a:ahLst/>
              <a:cxnLst/>
              <a:rect l="l" t="t" r="r" b="b"/>
              <a:pathLst>
                <a:path w="4621" h="86" fill="none" extrusionOk="0">
                  <a:moveTo>
                    <a:pt x="4621" y="0"/>
                  </a:moveTo>
                  <a:lnTo>
                    <a:pt x="1" y="14"/>
                  </a:lnTo>
                  <a:lnTo>
                    <a:pt x="1" y="86"/>
                  </a:lnTo>
                  <a:lnTo>
                    <a:pt x="4621" y="86"/>
                  </a:lnTo>
                  <a:lnTo>
                    <a:pt x="462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735;p18">
              <a:extLst>
                <a:ext uri="{FF2B5EF4-FFF2-40B4-BE49-F238E27FC236}">
                  <a16:creationId xmlns:a16="http://schemas.microsoft.com/office/drawing/2014/main" id="{46028789-B361-C2DF-75B1-35F925709956}"/>
                </a:ext>
              </a:extLst>
            </p:cNvPr>
            <p:cNvSpPr/>
            <p:nvPr/>
          </p:nvSpPr>
          <p:spPr>
            <a:xfrm>
              <a:off x="991525" y="3420675"/>
              <a:ext cx="25075" cy="25400"/>
            </a:xfrm>
            <a:custGeom>
              <a:avLst/>
              <a:gdLst/>
              <a:ahLst/>
              <a:cxnLst/>
              <a:rect l="l" t="t" r="r" b="b"/>
              <a:pathLst>
                <a:path w="1003" h="1016" extrusionOk="0">
                  <a:moveTo>
                    <a:pt x="959" y="0"/>
                  </a:moveTo>
                  <a:lnTo>
                    <a:pt x="1" y="1016"/>
                  </a:lnTo>
                  <a:lnTo>
                    <a:pt x="1" y="1016"/>
                  </a:lnTo>
                  <a:lnTo>
                    <a:pt x="1002" y="0"/>
                  </a:lnTo>
                  <a:close/>
                </a:path>
              </a:pathLst>
            </a:custGeom>
            <a:solidFill>
              <a:srgbClr val="D4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736;p18">
              <a:extLst>
                <a:ext uri="{FF2B5EF4-FFF2-40B4-BE49-F238E27FC236}">
                  <a16:creationId xmlns:a16="http://schemas.microsoft.com/office/drawing/2014/main" id="{5C890D75-F6A2-74FF-4599-63DFB65EE429}"/>
                </a:ext>
              </a:extLst>
            </p:cNvPr>
            <p:cNvSpPr/>
            <p:nvPr/>
          </p:nvSpPr>
          <p:spPr>
            <a:xfrm>
              <a:off x="991525" y="3420675"/>
              <a:ext cx="25075" cy="25400"/>
            </a:xfrm>
            <a:custGeom>
              <a:avLst/>
              <a:gdLst/>
              <a:ahLst/>
              <a:cxnLst/>
              <a:rect l="l" t="t" r="r" b="b"/>
              <a:pathLst>
                <a:path w="1003" h="1016" fill="none" extrusionOk="0">
                  <a:moveTo>
                    <a:pt x="1002" y="0"/>
                  </a:moveTo>
                  <a:lnTo>
                    <a:pt x="959" y="0"/>
                  </a:lnTo>
                  <a:lnTo>
                    <a:pt x="959" y="0"/>
                  </a:lnTo>
                  <a:lnTo>
                    <a:pt x="1" y="1016"/>
                  </a:lnTo>
                  <a:lnTo>
                    <a:pt x="100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737;p18">
              <a:extLst>
                <a:ext uri="{FF2B5EF4-FFF2-40B4-BE49-F238E27FC236}">
                  <a16:creationId xmlns:a16="http://schemas.microsoft.com/office/drawing/2014/main" id="{6FB69FF2-0A34-CA9F-58F8-8F24E3EF9832}"/>
                </a:ext>
              </a:extLst>
            </p:cNvPr>
            <p:cNvSpPr/>
            <p:nvPr/>
          </p:nvSpPr>
          <p:spPr>
            <a:xfrm>
              <a:off x="1015500" y="3373825"/>
              <a:ext cx="46500" cy="46875"/>
            </a:xfrm>
            <a:custGeom>
              <a:avLst/>
              <a:gdLst/>
              <a:ahLst/>
              <a:cxnLst/>
              <a:rect l="l" t="t" r="r" b="b"/>
              <a:pathLst>
                <a:path w="1860" h="1875" extrusionOk="0">
                  <a:moveTo>
                    <a:pt x="1860" y="1"/>
                  </a:moveTo>
                  <a:lnTo>
                    <a:pt x="1402" y="430"/>
                  </a:lnTo>
                  <a:lnTo>
                    <a:pt x="944" y="887"/>
                  </a:lnTo>
                  <a:lnTo>
                    <a:pt x="472" y="1374"/>
                  </a:lnTo>
                  <a:lnTo>
                    <a:pt x="0" y="1874"/>
                  </a:lnTo>
                  <a:lnTo>
                    <a:pt x="43" y="1874"/>
                  </a:lnTo>
                  <a:lnTo>
                    <a:pt x="1860" y="1"/>
                  </a:lnTo>
                  <a:close/>
                </a:path>
              </a:pathLst>
            </a:custGeom>
            <a:solidFill>
              <a:srgbClr val="A05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738;p18">
              <a:extLst>
                <a:ext uri="{FF2B5EF4-FFF2-40B4-BE49-F238E27FC236}">
                  <a16:creationId xmlns:a16="http://schemas.microsoft.com/office/drawing/2014/main" id="{6412DFA0-EDDF-4512-3309-A27EBBFCA251}"/>
                </a:ext>
              </a:extLst>
            </p:cNvPr>
            <p:cNvSpPr/>
            <p:nvPr/>
          </p:nvSpPr>
          <p:spPr>
            <a:xfrm>
              <a:off x="1015500" y="3373825"/>
              <a:ext cx="46500" cy="46875"/>
            </a:xfrm>
            <a:custGeom>
              <a:avLst/>
              <a:gdLst/>
              <a:ahLst/>
              <a:cxnLst/>
              <a:rect l="l" t="t" r="r" b="b"/>
              <a:pathLst>
                <a:path w="1860" h="1875" fill="none" extrusionOk="0">
                  <a:moveTo>
                    <a:pt x="1860" y="1"/>
                  </a:moveTo>
                  <a:lnTo>
                    <a:pt x="1860" y="1"/>
                  </a:lnTo>
                  <a:lnTo>
                    <a:pt x="1402" y="430"/>
                  </a:lnTo>
                  <a:lnTo>
                    <a:pt x="944" y="887"/>
                  </a:lnTo>
                  <a:lnTo>
                    <a:pt x="472" y="1374"/>
                  </a:lnTo>
                  <a:lnTo>
                    <a:pt x="0" y="1874"/>
                  </a:lnTo>
                  <a:lnTo>
                    <a:pt x="43" y="1874"/>
                  </a:lnTo>
                  <a:lnTo>
                    <a:pt x="1860" y="1"/>
                  </a:lnTo>
                  <a:lnTo>
                    <a:pt x="186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739;p18">
              <a:extLst>
                <a:ext uri="{FF2B5EF4-FFF2-40B4-BE49-F238E27FC236}">
                  <a16:creationId xmlns:a16="http://schemas.microsoft.com/office/drawing/2014/main" id="{EDA0020F-C5EC-BBC1-7058-4981A9C8AC3B}"/>
                </a:ext>
              </a:extLst>
            </p:cNvPr>
            <p:cNvSpPr/>
            <p:nvPr/>
          </p:nvSpPr>
          <p:spPr>
            <a:xfrm>
              <a:off x="238125" y="2921125"/>
              <a:ext cx="823875" cy="591100"/>
            </a:xfrm>
            <a:custGeom>
              <a:avLst/>
              <a:gdLst/>
              <a:ahLst/>
              <a:cxnLst/>
              <a:rect l="l" t="t" r="r" b="b"/>
              <a:pathLst>
                <a:path w="32955" h="23644" extrusionOk="0">
                  <a:moveTo>
                    <a:pt x="0" y="1"/>
                  </a:moveTo>
                  <a:lnTo>
                    <a:pt x="0" y="8583"/>
                  </a:lnTo>
                  <a:lnTo>
                    <a:pt x="0" y="22643"/>
                  </a:lnTo>
                  <a:lnTo>
                    <a:pt x="72" y="22657"/>
                  </a:lnTo>
                  <a:lnTo>
                    <a:pt x="272" y="22686"/>
                  </a:lnTo>
                  <a:lnTo>
                    <a:pt x="572" y="22714"/>
                  </a:lnTo>
                  <a:lnTo>
                    <a:pt x="973" y="22729"/>
                  </a:lnTo>
                  <a:lnTo>
                    <a:pt x="1244" y="22729"/>
                  </a:lnTo>
                  <a:lnTo>
                    <a:pt x="1516" y="22700"/>
                  </a:lnTo>
                  <a:lnTo>
                    <a:pt x="1831" y="22671"/>
                  </a:lnTo>
                  <a:lnTo>
                    <a:pt x="2160" y="22614"/>
                  </a:lnTo>
                  <a:lnTo>
                    <a:pt x="2489" y="22543"/>
                  </a:lnTo>
                  <a:lnTo>
                    <a:pt x="2846" y="22443"/>
                  </a:lnTo>
                  <a:lnTo>
                    <a:pt x="3218" y="22314"/>
                  </a:lnTo>
                  <a:lnTo>
                    <a:pt x="3590" y="22156"/>
                  </a:lnTo>
                  <a:lnTo>
                    <a:pt x="3976" y="21956"/>
                  </a:lnTo>
                  <a:lnTo>
                    <a:pt x="4362" y="21742"/>
                  </a:lnTo>
                  <a:lnTo>
                    <a:pt x="4749" y="21470"/>
                  </a:lnTo>
                  <a:lnTo>
                    <a:pt x="4935" y="21313"/>
                  </a:lnTo>
                  <a:lnTo>
                    <a:pt x="5135" y="21155"/>
                  </a:lnTo>
                  <a:lnTo>
                    <a:pt x="5321" y="20984"/>
                  </a:lnTo>
                  <a:lnTo>
                    <a:pt x="5507" y="20812"/>
                  </a:lnTo>
                  <a:lnTo>
                    <a:pt x="5707" y="20612"/>
                  </a:lnTo>
                  <a:lnTo>
                    <a:pt x="5893" y="20411"/>
                  </a:lnTo>
                  <a:lnTo>
                    <a:pt x="6079" y="20183"/>
                  </a:lnTo>
                  <a:lnTo>
                    <a:pt x="6265" y="19954"/>
                  </a:lnTo>
                  <a:lnTo>
                    <a:pt x="6436" y="19711"/>
                  </a:lnTo>
                  <a:lnTo>
                    <a:pt x="6622" y="19453"/>
                  </a:lnTo>
                  <a:lnTo>
                    <a:pt x="6894" y="19053"/>
                  </a:lnTo>
                  <a:lnTo>
                    <a:pt x="7195" y="18666"/>
                  </a:lnTo>
                  <a:lnTo>
                    <a:pt x="7509" y="18323"/>
                  </a:lnTo>
                  <a:lnTo>
                    <a:pt x="7824" y="18009"/>
                  </a:lnTo>
                  <a:lnTo>
                    <a:pt x="8167" y="17722"/>
                  </a:lnTo>
                  <a:lnTo>
                    <a:pt x="8510" y="17451"/>
                  </a:lnTo>
                  <a:lnTo>
                    <a:pt x="8854" y="17222"/>
                  </a:lnTo>
                  <a:lnTo>
                    <a:pt x="9226" y="17007"/>
                  </a:lnTo>
                  <a:lnTo>
                    <a:pt x="9583" y="16821"/>
                  </a:lnTo>
                  <a:lnTo>
                    <a:pt x="9955" y="16664"/>
                  </a:lnTo>
                  <a:lnTo>
                    <a:pt x="10341" y="16535"/>
                  </a:lnTo>
                  <a:lnTo>
                    <a:pt x="10727" y="16421"/>
                  </a:lnTo>
                  <a:lnTo>
                    <a:pt x="11114" y="16335"/>
                  </a:lnTo>
                  <a:lnTo>
                    <a:pt x="11500" y="16278"/>
                  </a:lnTo>
                  <a:lnTo>
                    <a:pt x="11886" y="16249"/>
                  </a:lnTo>
                  <a:lnTo>
                    <a:pt x="12272" y="16235"/>
                  </a:lnTo>
                  <a:lnTo>
                    <a:pt x="12687" y="16249"/>
                  </a:lnTo>
                  <a:lnTo>
                    <a:pt x="13087" y="16278"/>
                  </a:lnTo>
                  <a:lnTo>
                    <a:pt x="13502" y="16349"/>
                  </a:lnTo>
                  <a:lnTo>
                    <a:pt x="13903" y="16450"/>
                  </a:lnTo>
                  <a:lnTo>
                    <a:pt x="14303" y="16564"/>
                  </a:lnTo>
                  <a:lnTo>
                    <a:pt x="14689" y="16707"/>
                  </a:lnTo>
                  <a:lnTo>
                    <a:pt x="15061" y="16879"/>
                  </a:lnTo>
                  <a:lnTo>
                    <a:pt x="15433" y="17065"/>
                  </a:lnTo>
                  <a:lnTo>
                    <a:pt x="15791" y="17279"/>
                  </a:lnTo>
                  <a:lnTo>
                    <a:pt x="16120" y="17522"/>
                  </a:lnTo>
                  <a:lnTo>
                    <a:pt x="16449" y="17794"/>
                  </a:lnTo>
                  <a:lnTo>
                    <a:pt x="16763" y="18080"/>
                  </a:lnTo>
                  <a:lnTo>
                    <a:pt x="17049" y="18380"/>
                  </a:lnTo>
                  <a:lnTo>
                    <a:pt x="17336" y="18724"/>
                  </a:lnTo>
                  <a:lnTo>
                    <a:pt x="17579" y="19067"/>
                  </a:lnTo>
                  <a:lnTo>
                    <a:pt x="17822" y="19453"/>
                  </a:lnTo>
                  <a:lnTo>
                    <a:pt x="17979" y="19711"/>
                  </a:lnTo>
                  <a:lnTo>
                    <a:pt x="18137" y="19954"/>
                  </a:lnTo>
                  <a:lnTo>
                    <a:pt x="18294" y="20197"/>
                  </a:lnTo>
                  <a:lnTo>
                    <a:pt x="18465" y="20426"/>
                  </a:lnTo>
                  <a:lnTo>
                    <a:pt x="18651" y="20655"/>
                  </a:lnTo>
                  <a:lnTo>
                    <a:pt x="18837" y="20869"/>
                  </a:lnTo>
                  <a:lnTo>
                    <a:pt x="19023" y="21084"/>
                  </a:lnTo>
                  <a:lnTo>
                    <a:pt x="19209" y="21284"/>
                  </a:lnTo>
                  <a:lnTo>
                    <a:pt x="19409" y="21470"/>
                  </a:lnTo>
                  <a:lnTo>
                    <a:pt x="19610" y="21656"/>
                  </a:lnTo>
                  <a:lnTo>
                    <a:pt x="19810" y="21827"/>
                  </a:lnTo>
                  <a:lnTo>
                    <a:pt x="20025" y="21999"/>
                  </a:lnTo>
                  <a:lnTo>
                    <a:pt x="20239" y="22156"/>
                  </a:lnTo>
                  <a:lnTo>
                    <a:pt x="20454" y="22314"/>
                  </a:lnTo>
                  <a:lnTo>
                    <a:pt x="20682" y="22457"/>
                  </a:lnTo>
                  <a:lnTo>
                    <a:pt x="20897" y="22586"/>
                  </a:lnTo>
                  <a:lnTo>
                    <a:pt x="21355" y="22843"/>
                  </a:lnTo>
                  <a:lnTo>
                    <a:pt x="21827" y="23058"/>
                  </a:lnTo>
                  <a:lnTo>
                    <a:pt x="22299" y="23229"/>
                  </a:lnTo>
                  <a:lnTo>
                    <a:pt x="22771" y="23387"/>
                  </a:lnTo>
                  <a:lnTo>
                    <a:pt x="23257" y="23501"/>
                  </a:lnTo>
                  <a:lnTo>
                    <a:pt x="23743" y="23587"/>
                  </a:lnTo>
                  <a:lnTo>
                    <a:pt x="24230" y="23630"/>
                  </a:lnTo>
                  <a:lnTo>
                    <a:pt x="24716" y="23644"/>
                  </a:lnTo>
                  <a:lnTo>
                    <a:pt x="25045" y="23644"/>
                  </a:lnTo>
                  <a:lnTo>
                    <a:pt x="25374" y="23615"/>
                  </a:lnTo>
                  <a:lnTo>
                    <a:pt x="25689" y="23587"/>
                  </a:lnTo>
                  <a:lnTo>
                    <a:pt x="26003" y="23530"/>
                  </a:lnTo>
                  <a:lnTo>
                    <a:pt x="26318" y="23458"/>
                  </a:lnTo>
                  <a:lnTo>
                    <a:pt x="26633" y="23387"/>
                  </a:lnTo>
                  <a:lnTo>
                    <a:pt x="26933" y="23286"/>
                  </a:lnTo>
                  <a:lnTo>
                    <a:pt x="27233" y="23172"/>
                  </a:lnTo>
                  <a:lnTo>
                    <a:pt x="27534" y="23043"/>
                  </a:lnTo>
                  <a:lnTo>
                    <a:pt x="27820" y="22900"/>
                  </a:lnTo>
                  <a:lnTo>
                    <a:pt x="28106" y="22743"/>
                  </a:lnTo>
                  <a:lnTo>
                    <a:pt x="28378" y="22571"/>
                  </a:lnTo>
                  <a:lnTo>
                    <a:pt x="28649" y="22385"/>
                  </a:lnTo>
                  <a:lnTo>
                    <a:pt x="28907" y="22185"/>
                  </a:lnTo>
                  <a:lnTo>
                    <a:pt x="29164" y="21971"/>
                  </a:lnTo>
                  <a:lnTo>
                    <a:pt x="29407" y="21742"/>
                  </a:lnTo>
                  <a:lnTo>
                    <a:pt x="30137" y="20998"/>
                  </a:lnTo>
                  <a:lnTo>
                    <a:pt x="31095" y="19982"/>
                  </a:lnTo>
                  <a:lnTo>
                    <a:pt x="31567" y="19482"/>
                  </a:lnTo>
                  <a:lnTo>
                    <a:pt x="32039" y="18995"/>
                  </a:lnTo>
                  <a:lnTo>
                    <a:pt x="32497" y="18538"/>
                  </a:lnTo>
                  <a:lnTo>
                    <a:pt x="32955" y="18109"/>
                  </a:lnTo>
                  <a:lnTo>
                    <a:pt x="32955" y="1"/>
                  </a:lnTo>
                  <a:close/>
                </a:path>
              </a:pathLst>
            </a:custGeom>
            <a:solidFill>
              <a:srgbClr val="EB54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740;p18">
              <a:extLst>
                <a:ext uri="{FF2B5EF4-FFF2-40B4-BE49-F238E27FC236}">
                  <a16:creationId xmlns:a16="http://schemas.microsoft.com/office/drawing/2014/main" id="{CCACFAD3-8103-A28A-957E-9C7BB9EB2F44}"/>
                </a:ext>
              </a:extLst>
            </p:cNvPr>
            <p:cNvSpPr/>
            <p:nvPr/>
          </p:nvSpPr>
          <p:spPr>
            <a:xfrm>
              <a:off x="238125" y="2921125"/>
              <a:ext cx="823875" cy="591100"/>
            </a:xfrm>
            <a:custGeom>
              <a:avLst/>
              <a:gdLst/>
              <a:ahLst/>
              <a:cxnLst/>
              <a:rect l="l" t="t" r="r" b="b"/>
              <a:pathLst>
                <a:path w="32955" h="23644" fill="none" extrusionOk="0">
                  <a:moveTo>
                    <a:pt x="32955" y="1"/>
                  </a:moveTo>
                  <a:lnTo>
                    <a:pt x="28335" y="1"/>
                  </a:lnTo>
                  <a:lnTo>
                    <a:pt x="21069" y="1"/>
                  </a:lnTo>
                  <a:lnTo>
                    <a:pt x="0" y="1"/>
                  </a:lnTo>
                  <a:lnTo>
                    <a:pt x="0" y="8583"/>
                  </a:lnTo>
                  <a:lnTo>
                    <a:pt x="0" y="22643"/>
                  </a:lnTo>
                  <a:lnTo>
                    <a:pt x="0" y="22643"/>
                  </a:lnTo>
                  <a:lnTo>
                    <a:pt x="72" y="22657"/>
                  </a:lnTo>
                  <a:lnTo>
                    <a:pt x="272" y="22686"/>
                  </a:lnTo>
                  <a:lnTo>
                    <a:pt x="572" y="22714"/>
                  </a:lnTo>
                  <a:lnTo>
                    <a:pt x="973" y="22729"/>
                  </a:lnTo>
                  <a:lnTo>
                    <a:pt x="973" y="22729"/>
                  </a:lnTo>
                  <a:lnTo>
                    <a:pt x="1244" y="22729"/>
                  </a:lnTo>
                  <a:lnTo>
                    <a:pt x="1516" y="22700"/>
                  </a:lnTo>
                  <a:lnTo>
                    <a:pt x="1831" y="22671"/>
                  </a:lnTo>
                  <a:lnTo>
                    <a:pt x="2160" y="22614"/>
                  </a:lnTo>
                  <a:lnTo>
                    <a:pt x="2489" y="22543"/>
                  </a:lnTo>
                  <a:lnTo>
                    <a:pt x="2846" y="22443"/>
                  </a:lnTo>
                  <a:lnTo>
                    <a:pt x="3218" y="22314"/>
                  </a:lnTo>
                  <a:lnTo>
                    <a:pt x="3590" y="22156"/>
                  </a:lnTo>
                  <a:lnTo>
                    <a:pt x="3976" y="21956"/>
                  </a:lnTo>
                  <a:lnTo>
                    <a:pt x="4362" y="21742"/>
                  </a:lnTo>
                  <a:lnTo>
                    <a:pt x="4749" y="21470"/>
                  </a:lnTo>
                  <a:lnTo>
                    <a:pt x="4935" y="21313"/>
                  </a:lnTo>
                  <a:lnTo>
                    <a:pt x="5135" y="21155"/>
                  </a:lnTo>
                  <a:lnTo>
                    <a:pt x="5321" y="20984"/>
                  </a:lnTo>
                  <a:lnTo>
                    <a:pt x="5507" y="20812"/>
                  </a:lnTo>
                  <a:lnTo>
                    <a:pt x="5707" y="20612"/>
                  </a:lnTo>
                  <a:lnTo>
                    <a:pt x="5893" y="20411"/>
                  </a:lnTo>
                  <a:lnTo>
                    <a:pt x="6079" y="20183"/>
                  </a:lnTo>
                  <a:lnTo>
                    <a:pt x="6265" y="19954"/>
                  </a:lnTo>
                  <a:lnTo>
                    <a:pt x="6436" y="19711"/>
                  </a:lnTo>
                  <a:lnTo>
                    <a:pt x="6622" y="19453"/>
                  </a:lnTo>
                  <a:lnTo>
                    <a:pt x="6622" y="19453"/>
                  </a:lnTo>
                  <a:lnTo>
                    <a:pt x="6894" y="19053"/>
                  </a:lnTo>
                  <a:lnTo>
                    <a:pt x="7195" y="18666"/>
                  </a:lnTo>
                  <a:lnTo>
                    <a:pt x="7509" y="18323"/>
                  </a:lnTo>
                  <a:lnTo>
                    <a:pt x="7824" y="18009"/>
                  </a:lnTo>
                  <a:lnTo>
                    <a:pt x="8167" y="17722"/>
                  </a:lnTo>
                  <a:lnTo>
                    <a:pt x="8510" y="17451"/>
                  </a:lnTo>
                  <a:lnTo>
                    <a:pt x="8854" y="17222"/>
                  </a:lnTo>
                  <a:lnTo>
                    <a:pt x="9226" y="17007"/>
                  </a:lnTo>
                  <a:lnTo>
                    <a:pt x="9583" y="16821"/>
                  </a:lnTo>
                  <a:lnTo>
                    <a:pt x="9955" y="16664"/>
                  </a:lnTo>
                  <a:lnTo>
                    <a:pt x="10341" y="16535"/>
                  </a:lnTo>
                  <a:lnTo>
                    <a:pt x="10727" y="16421"/>
                  </a:lnTo>
                  <a:lnTo>
                    <a:pt x="11114" y="16335"/>
                  </a:lnTo>
                  <a:lnTo>
                    <a:pt x="11500" y="16278"/>
                  </a:lnTo>
                  <a:lnTo>
                    <a:pt x="11886" y="16249"/>
                  </a:lnTo>
                  <a:lnTo>
                    <a:pt x="12272" y="16235"/>
                  </a:lnTo>
                  <a:lnTo>
                    <a:pt x="12272" y="16235"/>
                  </a:lnTo>
                  <a:lnTo>
                    <a:pt x="12687" y="16249"/>
                  </a:lnTo>
                  <a:lnTo>
                    <a:pt x="13087" y="16278"/>
                  </a:lnTo>
                  <a:lnTo>
                    <a:pt x="13502" y="16349"/>
                  </a:lnTo>
                  <a:lnTo>
                    <a:pt x="13903" y="16450"/>
                  </a:lnTo>
                  <a:lnTo>
                    <a:pt x="14303" y="16564"/>
                  </a:lnTo>
                  <a:lnTo>
                    <a:pt x="14689" y="16707"/>
                  </a:lnTo>
                  <a:lnTo>
                    <a:pt x="15061" y="16879"/>
                  </a:lnTo>
                  <a:lnTo>
                    <a:pt x="15433" y="17065"/>
                  </a:lnTo>
                  <a:lnTo>
                    <a:pt x="15791" y="17279"/>
                  </a:lnTo>
                  <a:lnTo>
                    <a:pt x="16120" y="17522"/>
                  </a:lnTo>
                  <a:lnTo>
                    <a:pt x="16449" y="17794"/>
                  </a:lnTo>
                  <a:lnTo>
                    <a:pt x="16763" y="18080"/>
                  </a:lnTo>
                  <a:lnTo>
                    <a:pt x="17049" y="18380"/>
                  </a:lnTo>
                  <a:lnTo>
                    <a:pt x="17336" y="18724"/>
                  </a:lnTo>
                  <a:lnTo>
                    <a:pt x="17579" y="19067"/>
                  </a:lnTo>
                  <a:lnTo>
                    <a:pt x="17822" y="19453"/>
                  </a:lnTo>
                  <a:lnTo>
                    <a:pt x="17822" y="19453"/>
                  </a:lnTo>
                  <a:lnTo>
                    <a:pt x="17979" y="19711"/>
                  </a:lnTo>
                  <a:lnTo>
                    <a:pt x="18137" y="19954"/>
                  </a:lnTo>
                  <a:lnTo>
                    <a:pt x="18294" y="20197"/>
                  </a:lnTo>
                  <a:lnTo>
                    <a:pt x="18465" y="20426"/>
                  </a:lnTo>
                  <a:lnTo>
                    <a:pt x="18651" y="20655"/>
                  </a:lnTo>
                  <a:lnTo>
                    <a:pt x="18837" y="20869"/>
                  </a:lnTo>
                  <a:lnTo>
                    <a:pt x="19023" y="21084"/>
                  </a:lnTo>
                  <a:lnTo>
                    <a:pt x="19209" y="21284"/>
                  </a:lnTo>
                  <a:lnTo>
                    <a:pt x="19409" y="21470"/>
                  </a:lnTo>
                  <a:lnTo>
                    <a:pt x="19610" y="21656"/>
                  </a:lnTo>
                  <a:lnTo>
                    <a:pt x="19810" y="21827"/>
                  </a:lnTo>
                  <a:lnTo>
                    <a:pt x="20025" y="21999"/>
                  </a:lnTo>
                  <a:lnTo>
                    <a:pt x="20239" y="22156"/>
                  </a:lnTo>
                  <a:lnTo>
                    <a:pt x="20454" y="22314"/>
                  </a:lnTo>
                  <a:lnTo>
                    <a:pt x="20682" y="22457"/>
                  </a:lnTo>
                  <a:lnTo>
                    <a:pt x="20897" y="22586"/>
                  </a:lnTo>
                  <a:lnTo>
                    <a:pt x="21355" y="22843"/>
                  </a:lnTo>
                  <a:lnTo>
                    <a:pt x="21827" y="23058"/>
                  </a:lnTo>
                  <a:lnTo>
                    <a:pt x="22299" y="23229"/>
                  </a:lnTo>
                  <a:lnTo>
                    <a:pt x="22771" y="23387"/>
                  </a:lnTo>
                  <a:lnTo>
                    <a:pt x="23257" y="23501"/>
                  </a:lnTo>
                  <a:lnTo>
                    <a:pt x="23743" y="23587"/>
                  </a:lnTo>
                  <a:lnTo>
                    <a:pt x="24230" y="23630"/>
                  </a:lnTo>
                  <a:lnTo>
                    <a:pt x="24716" y="23644"/>
                  </a:lnTo>
                  <a:lnTo>
                    <a:pt x="24716" y="23644"/>
                  </a:lnTo>
                  <a:lnTo>
                    <a:pt x="25045" y="23644"/>
                  </a:lnTo>
                  <a:lnTo>
                    <a:pt x="25374" y="23615"/>
                  </a:lnTo>
                  <a:lnTo>
                    <a:pt x="25689" y="23587"/>
                  </a:lnTo>
                  <a:lnTo>
                    <a:pt x="26003" y="23530"/>
                  </a:lnTo>
                  <a:lnTo>
                    <a:pt x="26318" y="23458"/>
                  </a:lnTo>
                  <a:lnTo>
                    <a:pt x="26633" y="23387"/>
                  </a:lnTo>
                  <a:lnTo>
                    <a:pt x="26933" y="23286"/>
                  </a:lnTo>
                  <a:lnTo>
                    <a:pt x="27233" y="23172"/>
                  </a:lnTo>
                  <a:lnTo>
                    <a:pt x="27534" y="23043"/>
                  </a:lnTo>
                  <a:lnTo>
                    <a:pt x="27820" y="22900"/>
                  </a:lnTo>
                  <a:lnTo>
                    <a:pt x="28106" y="22743"/>
                  </a:lnTo>
                  <a:lnTo>
                    <a:pt x="28378" y="22571"/>
                  </a:lnTo>
                  <a:lnTo>
                    <a:pt x="28649" y="22385"/>
                  </a:lnTo>
                  <a:lnTo>
                    <a:pt x="28907" y="22185"/>
                  </a:lnTo>
                  <a:lnTo>
                    <a:pt x="29164" y="21971"/>
                  </a:lnTo>
                  <a:lnTo>
                    <a:pt x="29407" y="21742"/>
                  </a:lnTo>
                  <a:lnTo>
                    <a:pt x="30137" y="20998"/>
                  </a:lnTo>
                  <a:lnTo>
                    <a:pt x="30137" y="20998"/>
                  </a:lnTo>
                  <a:lnTo>
                    <a:pt x="31095" y="19982"/>
                  </a:lnTo>
                  <a:lnTo>
                    <a:pt x="31095" y="19982"/>
                  </a:lnTo>
                  <a:lnTo>
                    <a:pt x="31567" y="19482"/>
                  </a:lnTo>
                  <a:lnTo>
                    <a:pt x="32039" y="18995"/>
                  </a:lnTo>
                  <a:lnTo>
                    <a:pt x="32497" y="18538"/>
                  </a:lnTo>
                  <a:lnTo>
                    <a:pt x="32955" y="18109"/>
                  </a:lnTo>
                  <a:lnTo>
                    <a:pt x="329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8749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1">
          <a:extLst>
            <a:ext uri="{FF2B5EF4-FFF2-40B4-BE49-F238E27FC236}">
              <a16:creationId xmlns:a16="http://schemas.microsoft.com/office/drawing/2014/main" id="{ADED795C-EF6E-7C2F-148B-A9A9DA57527D}"/>
            </a:ext>
          </a:extLst>
        </p:cNvPr>
        <p:cNvGrpSpPr/>
        <p:nvPr/>
      </p:nvGrpSpPr>
      <p:grpSpPr>
        <a:xfrm>
          <a:off x="0" y="0"/>
          <a:ext cx="0" cy="0"/>
          <a:chOff x="0" y="0"/>
          <a:chExt cx="0" cy="0"/>
        </a:xfrm>
      </p:grpSpPr>
      <p:sp>
        <p:nvSpPr>
          <p:cNvPr id="1032" name="Google Shape;1032;p19">
            <a:extLst>
              <a:ext uri="{FF2B5EF4-FFF2-40B4-BE49-F238E27FC236}">
                <a16:creationId xmlns:a16="http://schemas.microsoft.com/office/drawing/2014/main" id="{514971F3-A014-A2A5-A1B3-DDC972732968}"/>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Identified Users </a:t>
            </a:r>
            <a:endParaRPr dirty="0"/>
          </a:p>
        </p:txBody>
      </p:sp>
      <p:sp>
        <p:nvSpPr>
          <p:cNvPr id="2" name="Google Shape;47;p15">
            <a:extLst>
              <a:ext uri="{FF2B5EF4-FFF2-40B4-BE49-F238E27FC236}">
                <a16:creationId xmlns:a16="http://schemas.microsoft.com/office/drawing/2014/main" id="{9EEBD0AB-797C-E03F-485B-A686A9C947B3}"/>
              </a:ext>
            </a:extLst>
          </p:cNvPr>
          <p:cNvSpPr txBox="1">
            <a:spLocks/>
          </p:cNvSpPr>
          <p:nvPr/>
        </p:nvSpPr>
        <p:spPr>
          <a:xfrm>
            <a:off x="457199" y="1007338"/>
            <a:ext cx="4650059" cy="30609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dirty="0"/>
              <a:t>Tertiary Users – Suppliers &amp; IT support</a:t>
            </a:r>
          </a:p>
        </p:txBody>
      </p:sp>
      <p:sp>
        <p:nvSpPr>
          <p:cNvPr id="3" name="Google Shape;47;p15">
            <a:extLst>
              <a:ext uri="{FF2B5EF4-FFF2-40B4-BE49-F238E27FC236}">
                <a16:creationId xmlns:a16="http://schemas.microsoft.com/office/drawing/2014/main" id="{3BBD1B5E-76D2-8233-2511-74897B5B2C56}"/>
              </a:ext>
            </a:extLst>
          </p:cNvPr>
          <p:cNvSpPr txBox="1">
            <a:spLocks/>
          </p:cNvSpPr>
          <p:nvPr/>
        </p:nvSpPr>
        <p:spPr>
          <a:xfrm>
            <a:off x="530802" y="1522030"/>
            <a:ext cx="4353432" cy="350868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t>Suppliers: </a:t>
            </a:r>
          </a:p>
          <a:p>
            <a:r>
              <a:rPr lang="en-US" dirty="0"/>
              <a:t>The Supplier is not a user of the application but if there is a potential stockout reported by the application, it will influence the decision of the owner of the restaurant to approach the supplier for a new order of raw materials required.</a:t>
            </a:r>
          </a:p>
          <a:p>
            <a:endParaRPr lang="en-US" dirty="0"/>
          </a:p>
          <a:p>
            <a:endParaRPr lang="en-US" dirty="0"/>
          </a:p>
          <a:p>
            <a:r>
              <a:rPr lang="en-US" b="1" dirty="0"/>
              <a:t>System Administrator/IT support:</a:t>
            </a:r>
          </a:p>
          <a:p>
            <a:r>
              <a:rPr lang="en-US" dirty="0"/>
              <a:t>Their job is to handle technical maintenance, resolve any issues that may occur, and ensure system security.</a:t>
            </a:r>
          </a:p>
          <a:p>
            <a:endParaRPr lang="en-US" dirty="0"/>
          </a:p>
          <a:p>
            <a:endParaRPr lang="en-US" dirty="0"/>
          </a:p>
          <a:p>
            <a:endParaRPr lang="en-US" dirty="0"/>
          </a:p>
          <a:p>
            <a:endParaRPr lang="en-US" dirty="0"/>
          </a:p>
        </p:txBody>
      </p:sp>
      <p:grpSp>
        <p:nvGrpSpPr>
          <p:cNvPr id="6" name="Google Shape;3694;p45">
            <a:extLst>
              <a:ext uri="{FF2B5EF4-FFF2-40B4-BE49-F238E27FC236}">
                <a16:creationId xmlns:a16="http://schemas.microsoft.com/office/drawing/2014/main" id="{E34265E7-CEFA-9E29-C3E9-95688FA236F8}"/>
              </a:ext>
            </a:extLst>
          </p:cNvPr>
          <p:cNvGrpSpPr/>
          <p:nvPr/>
        </p:nvGrpSpPr>
        <p:grpSpPr>
          <a:xfrm>
            <a:off x="5494910" y="1522030"/>
            <a:ext cx="3118288" cy="1908260"/>
            <a:chOff x="457200" y="2629925"/>
            <a:chExt cx="3335775" cy="2102025"/>
          </a:xfrm>
        </p:grpSpPr>
        <p:sp>
          <p:nvSpPr>
            <p:cNvPr id="13" name="Google Shape;3701;p45">
              <a:extLst>
                <a:ext uri="{FF2B5EF4-FFF2-40B4-BE49-F238E27FC236}">
                  <a16:creationId xmlns:a16="http://schemas.microsoft.com/office/drawing/2014/main" id="{2C6D0514-8A3A-34E9-FEB4-47F49106742E}"/>
                </a:ext>
              </a:extLst>
            </p:cNvPr>
            <p:cNvSpPr/>
            <p:nvPr/>
          </p:nvSpPr>
          <p:spPr>
            <a:xfrm>
              <a:off x="2009100" y="2685850"/>
              <a:ext cx="160375" cy="88475"/>
            </a:xfrm>
            <a:custGeom>
              <a:avLst/>
              <a:gdLst/>
              <a:ahLst/>
              <a:cxnLst/>
              <a:rect l="l" t="t" r="r" b="b"/>
              <a:pathLst>
                <a:path w="6415" h="3539" extrusionOk="0">
                  <a:moveTo>
                    <a:pt x="3207" y="0"/>
                  </a:moveTo>
                  <a:lnTo>
                    <a:pt x="2876" y="12"/>
                  </a:lnTo>
                  <a:lnTo>
                    <a:pt x="2557" y="35"/>
                  </a:lnTo>
                  <a:lnTo>
                    <a:pt x="2249" y="80"/>
                  </a:lnTo>
                  <a:lnTo>
                    <a:pt x="1963" y="137"/>
                  </a:lnTo>
                  <a:lnTo>
                    <a:pt x="1678" y="206"/>
                  </a:lnTo>
                  <a:lnTo>
                    <a:pt x="1415" y="297"/>
                  </a:lnTo>
                  <a:lnTo>
                    <a:pt x="1164" y="400"/>
                  </a:lnTo>
                  <a:lnTo>
                    <a:pt x="936" y="514"/>
                  </a:lnTo>
                  <a:lnTo>
                    <a:pt x="731" y="639"/>
                  </a:lnTo>
                  <a:lnTo>
                    <a:pt x="548" y="776"/>
                  </a:lnTo>
                  <a:lnTo>
                    <a:pt x="388" y="925"/>
                  </a:lnTo>
                  <a:lnTo>
                    <a:pt x="251" y="1085"/>
                  </a:lnTo>
                  <a:lnTo>
                    <a:pt x="194" y="1164"/>
                  </a:lnTo>
                  <a:lnTo>
                    <a:pt x="149" y="1244"/>
                  </a:lnTo>
                  <a:lnTo>
                    <a:pt x="103" y="1324"/>
                  </a:lnTo>
                  <a:lnTo>
                    <a:pt x="69" y="1416"/>
                  </a:lnTo>
                  <a:lnTo>
                    <a:pt x="34" y="1495"/>
                  </a:lnTo>
                  <a:lnTo>
                    <a:pt x="12" y="1587"/>
                  </a:lnTo>
                  <a:lnTo>
                    <a:pt x="0" y="1678"/>
                  </a:lnTo>
                  <a:lnTo>
                    <a:pt x="0" y="1769"/>
                  </a:lnTo>
                  <a:lnTo>
                    <a:pt x="0" y="1861"/>
                  </a:lnTo>
                  <a:lnTo>
                    <a:pt x="12" y="1952"/>
                  </a:lnTo>
                  <a:lnTo>
                    <a:pt x="34" y="2043"/>
                  </a:lnTo>
                  <a:lnTo>
                    <a:pt x="69" y="2123"/>
                  </a:lnTo>
                  <a:lnTo>
                    <a:pt x="103" y="2214"/>
                  </a:lnTo>
                  <a:lnTo>
                    <a:pt x="149" y="2294"/>
                  </a:lnTo>
                  <a:lnTo>
                    <a:pt x="194" y="2374"/>
                  </a:lnTo>
                  <a:lnTo>
                    <a:pt x="251" y="2454"/>
                  </a:lnTo>
                  <a:lnTo>
                    <a:pt x="388" y="2614"/>
                  </a:lnTo>
                  <a:lnTo>
                    <a:pt x="548" y="2762"/>
                  </a:lnTo>
                  <a:lnTo>
                    <a:pt x="731" y="2899"/>
                  </a:lnTo>
                  <a:lnTo>
                    <a:pt x="936" y="3025"/>
                  </a:lnTo>
                  <a:lnTo>
                    <a:pt x="1164" y="3139"/>
                  </a:lnTo>
                  <a:lnTo>
                    <a:pt x="1415" y="3242"/>
                  </a:lnTo>
                  <a:lnTo>
                    <a:pt x="1678" y="3322"/>
                  </a:lnTo>
                  <a:lnTo>
                    <a:pt x="1963" y="3401"/>
                  </a:lnTo>
                  <a:lnTo>
                    <a:pt x="2249" y="3459"/>
                  </a:lnTo>
                  <a:lnTo>
                    <a:pt x="2557" y="3504"/>
                  </a:lnTo>
                  <a:lnTo>
                    <a:pt x="2876" y="3527"/>
                  </a:lnTo>
                  <a:lnTo>
                    <a:pt x="3207" y="3538"/>
                  </a:lnTo>
                  <a:lnTo>
                    <a:pt x="3538" y="3527"/>
                  </a:lnTo>
                  <a:lnTo>
                    <a:pt x="3858" y="3504"/>
                  </a:lnTo>
                  <a:lnTo>
                    <a:pt x="4166" y="3459"/>
                  </a:lnTo>
                  <a:lnTo>
                    <a:pt x="4451" y="3401"/>
                  </a:lnTo>
                  <a:lnTo>
                    <a:pt x="4737" y="3322"/>
                  </a:lnTo>
                  <a:lnTo>
                    <a:pt x="4999" y="3242"/>
                  </a:lnTo>
                  <a:lnTo>
                    <a:pt x="5250" y="3139"/>
                  </a:lnTo>
                  <a:lnTo>
                    <a:pt x="5479" y="3025"/>
                  </a:lnTo>
                  <a:lnTo>
                    <a:pt x="5684" y="2899"/>
                  </a:lnTo>
                  <a:lnTo>
                    <a:pt x="5867" y="2762"/>
                  </a:lnTo>
                  <a:lnTo>
                    <a:pt x="6026" y="2614"/>
                  </a:lnTo>
                  <a:lnTo>
                    <a:pt x="6163" y="2454"/>
                  </a:lnTo>
                  <a:lnTo>
                    <a:pt x="6220" y="2374"/>
                  </a:lnTo>
                  <a:lnTo>
                    <a:pt x="6277" y="2294"/>
                  </a:lnTo>
                  <a:lnTo>
                    <a:pt x="6312" y="2214"/>
                  </a:lnTo>
                  <a:lnTo>
                    <a:pt x="6346" y="2123"/>
                  </a:lnTo>
                  <a:lnTo>
                    <a:pt x="6380" y="2043"/>
                  </a:lnTo>
                  <a:lnTo>
                    <a:pt x="6403" y="1952"/>
                  </a:lnTo>
                  <a:lnTo>
                    <a:pt x="6414" y="1861"/>
                  </a:lnTo>
                  <a:lnTo>
                    <a:pt x="6414" y="1769"/>
                  </a:lnTo>
                  <a:lnTo>
                    <a:pt x="6414" y="1678"/>
                  </a:lnTo>
                  <a:lnTo>
                    <a:pt x="6403" y="1587"/>
                  </a:lnTo>
                  <a:lnTo>
                    <a:pt x="6380" y="1495"/>
                  </a:lnTo>
                  <a:lnTo>
                    <a:pt x="6346" y="1416"/>
                  </a:lnTo>
                  <a:lnTo>
                    <a:pt x="6312" y="1324"/>
                  </a:lnTo>
                  <a:lnTo>
                    <a:pt x="6277" y="1244"/>
                  </a:lnTo>
                  <a:lnTo>
                    <a:pt x="6220" y="1164"/>
                  </a:lnTo>
                  <a:lnTo>
                    <a:pt x="6163" y="1085"/>
                  </a:lnTo>
                  <a:lnTo>
                    <a:pt x="6026" y="925"/>
                  </a:lnTo>
                  <a:lnTo>
                    <a:pt x="5867" y="776"/>
                  </a:lnTo>
                  <a:lnTo>
                    <a:pt x="5684" y="639"/>
                  </a:lnTo>
                  <a:lnTo>
                    <a:pt x="5479" y="514"/>
                  </a:lnTo>
                  <a:lnTo>
                    <a:pt x="5250" y="400"/>
                  </a:lnTo>
                  <a:lnTo>
                    <a:pt x="4999" y="297"/>
                  </a:lnTo>
                  <a:lnTo>
                    <a:pt x="4737" y="206"/>
                  </a:lnTo>
                  <a:lnTo>
                    <a:pt x="4451" y="137"/>
                  </a:lnTo>
                  <a:lnTo>
                    <a:pt x="4166" y="80"/>
                  </a:lnTo>
                  <a:lnTo>
                    <a:pt x="3858" y="35"/>
                  </a:lnTo>
                  <a:lnTo>
                    <a:pt x="3538" y="12"/>
                  </a:lnTo>
                  <a:lnTo>
                    <a:pt x="32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703;p45">
              <a:extLst>
                <a:ext uri="{FF2B5EF4-FFF2-40B4-BE49-F238E27FC236}">
                  <a16:creationId xmlns:a16="http://schemas.microsoft.com/office/drawing/2014/main" id="{A82FF3B0-9A39-B581-00CF-7E3EB05F6756}"/>
                </a:ext>
              </a:extLst>
            </p:cNvPr>
            <p:cNvSpPr/>
            <p:nvPr/>
          </p:nvSpPr>
          <p:spPr>
            <a:xfrm>
              <a:off x="1345425" y="3063625"/>
              <a:ext cx="2438425" cy="67925"/>
            </a:xfrm>
            <a:custGeom>
              <a:avLst/>
              <a:gdLst/>
              <a:ahLst/>
              <a:cxnLst/>
              <a:rect l="l" t="t" r="r" b="b"/>
              <a:pathLst>
                <a:path w="97537" h="2717" extrusionOk="0">
                  <a:moveTo>
                    <a:pt x="0" y="0"/>
                  </a:moveTo>
                  <a:lnTo>
                    <a:pt x="0" y="2717"/>
                  </a:lnTo>
                  <a:lnTo>
                    <a:pt x="97537" y="2717"/>
                  </a:lnTo>
                  <a:lnTo>
                    <a:pt x="97537" y="0"/>
                  </a:lnTo>
                  <a:close/>
                </a:path>
              </a:pathLst>
            </a:custGeom>
            <a:solidFill>
              <a:srgbClr val="725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704;p45">
              <a:extLst>
                <a:ext uri="{FF2B5EF4-FFF2-40B4-BE49-F238E27FC236}">
                  <a16:creationId xmlns:a16="http://schemas.microsoft.com/office/drawing/2014/main" id="{0756F48D-E411-70A0-B880-2CDA2376064F}"/>
                </a:ext>
              </a:extLst>
            </p:cNvPr>
            <p:cNvSpPr/>
            <p:nvPr/>
          </p:nvSpPr>
          <p:spPr>
            <a:xfrm>
              <a:off x="494575" y="4071400"/>
              <a:ext cx="89325" cy="170350"/>
            </a:xfrm>
            <a:custGeom>
              <a:avLst/>
              <a:gdLst/>
              <a:ahLst/>
              <a:cxnLst/>
              <a:rect l="l" t="t" r="r" b="b"/>
              <a:pathLst>
                <a:path w="3573" h="6814" extrusionOk="0">
                  <a:moveTo>
                    <a:pt x="1781" y="0"/>
                  </a:moveTo>
                  <a:lnTo>
                    <a:pt x="1690" y="12"/>
                  </a:lnTo>
                  <a:lnTo>
                    <a:pt x="1598" y="23"/>
                  </a:lnTo>
                  <a:lnTo>
                    <a:pt x="1507" y="46"/>
                  </a:lnTo>
                  <a:lnTo>
                    <a:pt x="1427" y="80"/>
                  </a:lnTo>
                  <a:lnTo>
                    <a:pt x="1336" y="114"/>
                  </a:lnTo>
                  <a:lnTo>
                    <a:pt x="1256" y="160"/>
                  </a:lnTo>
                  <a:lnTo>
                    <a:pt x="1165" y="217"/>
                  </a:lnTo>
                  <a:lnTo>
                    <a:pt x="1085" y="274"/>
                  </a:lnTo>
                  <a:lnTo>
                    <a:pt x="925" y="411"/>
                  </a:lnTo>
                  <a:lnTo>
                    <a:pt x="788" y="582"/>
                  </a:lnTo>
                  <a:lnTo>
                    <a:pt x="651" y="788"/>
                  </a:lnTo>
                  <a:lnTo>
                    <a:pt x="514" y="1005"/>
                  </a:lnTo>
                  <a:lnTo>
                    <a:pt x="400" y="1244"/>
                  </a:lnTo>
                  <a:lnTo>
                    <a:pt x="297" y="1507"/>
                  </a:lnTo>
                  <a:lnTo>
                    <a:pt x="206" y="1792"/>
                  </a:lnTo>
                  <a:lnTo>
                    <a:pt x="137" y="2089"/>
                  </a:lnTo>
                  <a:lnTo>
                    <a:pt x="80" y="2397"/>
                  </a:lnTo>
                  <a:lnTo>
                    <a:pt x="35" y="2728"/>
                  </a:lnTo>
                  <a:lnTo>
                    <a:pt x="0" y="3059"/>
                  </a:lnTo>
                  <a:lnTo>
                    <a:pt x="0" y="3413"/>
                  </a:lnTo>
                  <a:lnTo>
                    <a:pt x="0" y="3755"/>
                  </a:lnTo>
                  <a:lnTo>
                    <a:pt x="35" y="4098"/>
                  </a:lnTo>
                  <a:lnTo>
                    <a:pt x="80" y="4417"/>
                  </a:lnTo>
                  <a:lnTo>
                    <a:pt x="137" y="4737"/>
                  </a:lnTo>
                  <a:lnTo>
                    <a:pt x="206" y="5034"/>
                  </a:lnTo>
                  <a:lnTo>
                    <a:pt x="297" y="5319"/>
                  </a:lnTo>
                  <a:lnTo>
                    <a:pt x="400" y="5570"/>
                  </a:lnTo>
                  <a:lnTo>
                    <a:pt x="514" y="5821"/>
                  </a:lnTo>
                  <a:lnTo>
                    <a:pt x="651" y="6038"/>
                  </a:lnTo>
                  <a:lnTo>
                    <a:pt x="788" y="6232"/>
                  </a:lnTo>
                  <a:lnTo>
                    <a:pt x="925" y="6403"/>
                  </a:lnTo>
                  <a:lnTo>
                    <a:pt x="1085" y="6551"/>
                  </a:lnTo>
                  <a:lnTo>
                    <a:pt x="1165" y="6609"/>
                  </a:lnTo>
                  <a:lnTo>
                    <a:pt x="1256" y="6666"/>
                  </a:lnTo>
                  <a:lnTo>
                    <a:pt x="1336" y="6711"/>
                  </a:lnTo>
                  <a:lnTo>
                    <a:pt x="1427" y="6745"/>
                  </a:lnTo>
                  <a:lnTo>
                    <a:pt x="1507" y="6780"/>
                  </a:lnTo>
                  <a:lnTo>
                    <a:pt x="1598" y="6791"/>
                  </a:lnTo>
                  <a:lnTo>
                    <a:pt x="1690" y="6814"/>
                  </a:lnTo>
                  <a:lnTo>
                    <a:pt x="1872" y="6814"/>
                  </a:lnTo>
                  <a:lnTo>
                    <a:pt x="1964" y="6791"/>
                  </a:lnTo>
                  <a:lnTo>
                    <a:pt x="2055" y="6780"/>
                  </a:lnTo>
                  <a:lnTo>
                    <a:pt x="2146" y="6745"/>
                  </a:lnTo>
                  <a:lnTo>
                    <a:pt x="2226" y="6711"/>
                  </a:lnTo>
                  <a:lnTo>
                    <a:pt x="2317" y="6666"/>
                  </a:lnTo>
                  <a:lnTo>
                    <a:pt x="2397" y="6609"/>
                  </a:lnTo>
                  <a:lnTo>
                    <a:pt x="2477" y="6551"/>
                  </a:lnTo>
                  <a:lnTo>
                    <a:pt x="2637" y="6403"/>
                  </a:lnTo>
                  <a:lnTo>
                    <a:pt x="2785" y="6232"/>
                  </a:lnTo>
                  <a:lnTo>
                    <a:pt x="2922" y="6038"/>
                  </a:lnTo>
                  <a:lnTo>
                    <a:pt x="3048" y="5821"/>
                  </a:lnTo>
                  <a:lnTo>
                    <a:pt x="3162" y="5570"/>
                  </a:lnTo>
                  <a:lnTo>
                    <a:pt x="3265" y="5319"/>
                  </a:lnTo>
                  <a:lnTo>
                    <a:pt x="3356" y="5034"/>
                  </a:lnTo>
                  <a:lnTo>
                    <a:pt x="3424" y="4737"/>
                  </a:lnTo>
                  <a:lnTo>
                    <a:pt x="3493" y="4417"/>
                  </a:lnTo>
                  <a:lnTo>
                    <a:pt x="3539" y="4098"/>
                  </a:lnTo>
                  <a:lnTo>
                    <a:pt x="3561" y="3755"/>
                  </a:lnTo>
                  <a:lnTo>
                    <a:pt x="3573" y="3413"/>
                  </a:lnTo>
                  <a:lnTo>
                    <a:pt x="3561" y="3059"/>
                  </a:lnTo>
                  <a:lnTo>
                    <a:pt x="3539" y="2728"/>
                  </a:lnTo>
                  <a:lnTo>
                    <a:pt x="3493" y="2397"/>
                  </a:lnTo>
                  <a:lnTo>
                    <a:pt x="3424" y="2089"/>
                  </a:lnTo>
                  <a:lnTo>
                    <a:pt x="3356" y="1792"/>
                  </a:lnTo>
                  <a:lnTo>
                    <a:pt x="3265" y="1507"/>
                  </a:lnTo>
                  <a:lnTo>
                    <a:pt x="3162" y="1244"/>
                  </a:lnTo>
                  <a:lnTo>
                    <a:pt x="3048" y="1005"/>
                  </a:lnTo>
                  <a:lnTo>
                    <a:pt x="2922" y="788"/>
                  </a:lnTo>
                  <a:lnTo>
                    <a:pt x="2785" y="582"/>
                  </a:lnTo>
                  <a:lnTo>
                    <a:pt x="2637" y="411"/>
                  </a:lnTo>
                  <a:lnTo>
                    <a:pt x="2477" y="274"/>
                  </a:lnTo>
                  <a:lnTo>
                    <a:pt x="2397" y="217"/>
                  </a:lnTo>
                  <a:lnTo>
                    <a:pt x="2317" y="160"/>
                  </a:lnTo>
                  <a:lnTo>
                    <a:pt x="2226" y="114"/>
                  </a:lnTo>
                  <a:lnTo>
                    <a:pt x="2146" y="80"/>
                  </a:lnTo>
                  <a:lnTo>
                    <a:pt x="2055" y="46"/>
                  </a:lnTo>
                  <a:lnTo>
                    <a:pt x="1964" y="23"/>
                  </a:lnTo>
                  <a:lnTo>
                    <a:pt x="1872" y="12"/>
                  </a:lnTo>
                  <a:lnTo>
                    <a:pt x="17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705;p45">
              <a:extLst>
                <a:ext uri="{FF2B5EF4-FFF2-40B4-BE49-F238E27FC236}">
                  <a16:creationId xmlns:a16="http://schemas.microsoft.com/office/drawing/2014/main" id="{D4BD912F-9560-A325-904E-F75CC544978E}"/>
                </a:ext>
              </a:extLst>
            </p:cNvPr>
            <p:cNvSpPr/>
            <p:nvPr/>
          </p:nvSpPr>
          <p:spPr>
            <a:xfrm>
              <a:off x="804725" y="3303000"/>
              <a:ext cx="741600" cy="146125"/>
            </a:xfrm>
            <a:custGeom>
              <a:avLst/>
              <a:gdLst/>
              <a:ahLst/>
              <a:cxnLst/>
              <a:rect l="l" t="t" r="r" b="b"/>
              <a:pathLst>
                <a:path w="29664" h="5845" extrusionOk="0">
                  <a:moveTo>
                    <a:pt x="5844" y="1"/>
                  </a:moveTo>
                  <a:lnTo>
                    <a:pt x="5547" y="12"/>
                  </a:lnTo>
                  <a:lnTo>
                    <a:pt x="5251" y="35"/>
                  </a:lnTo>
                  <a:lnTo>
                    <a:pt x="4954" y="69"/>
                  </a:lnTo>
                  <a:lnTo>
                    <a:pt x="4668" y="115"/>
                  </a:lnTo>
                  <a:lnTo>
                    <a:pt x="4383" y="183"/>
                  </a:lnTo>
                  <a:lnTo>
                    <a:pt x="4109" y="263"/>
                  </a:lnTo>
                  <a:lnTo>
                    <a:pt x="3835" y="355"/>
                  </a:lnTo>
                  <a:lnTo>
                    <a:pt x="3573" y="457"/>
                  </a:lnTo>
                  <a:lnTo>
                    <a:pt x="3310" y="583"/>
                  </a:lnTo>
                  <a:lnTo>
                    <a:pt x="3059" y="708"/>
                  </a:lnTo>
                  <a:lnTo>
                    <a:pt x="2820" y="845"/>
                  </a:lnTo>
                  <a:lnTo>
                    <a:pt x="2580" y="1005"/>
                  </a:lnTo>
                  <a:lnTo>
                    <a:pt x="2352" y="1165"/>
                  </a:lnTo>
                  <a:lnTo>
                    <a:pt x="2123" y="1336"/>
                  </a:lnTo>
                  <a:lnTo>
                    <a:pt x="1918" y="1519"/>
                  </a:lnTo>
                  <a:lnTo>
                    <a:pt x="1712" y="1713"/>
                  </a:lnTo>
                  <a:lnTo>
                    <a:pt x="1518" y="1918"/>
                  </a:lnTo>
                  <a:lnTo>
                    <a:pt x="1336" y="2124"/>
                  </a:lnTo>
                  <a:lnTo>
                    <a:pt x="1165" y="2352"/>
                  </a:lnTo>
                  <a:lnTo>
                    <a:pt x="993" y="2580"/>
                  </a:lnTo>
                  <a:lnTo>
                    <a:pt x="845" y="2820"/>
                  </a:lnTo>
                  <a:lnTo>
                    <a:pt x="708" y="3060"/>
                  </a:lnTo>
                  <a:lnTo>
                    <a:pt x="571" y="3311"/>
                  </a:lnTo>
                  <a:lnTo>
                    <a:pt x="457" y="3573"/>
                  </a:lnTo>
                  <a:lnTo>
                    <a:pt x="354" y="3836"/>
                  </a:lnTo>
                  <a:lnTo>
                    <a:pt x="263" y="4110"/>
                  </a:lnTo>
                  <a:lnTo>
                    <a:pt x="183" y="4383"/>
                  </a:lnTo>
                  <a:lnTo>
                    <a:pt x="115" y="4669"/>
                  </a:lnTo>
                  <a:lnTo>
                    <a:pt x="69" y="4954"/>
                  </a:lnTo>
                  <a:lnTo>
                    <a:pt x="35" y="5251"/>
                  </a:lnTo>
                  <a:lnTo>
                    <a:pt x="12" y="5548"/>
                  </a:lnTo>
                  <a:lnTo>
                    <a:pt x="1" y="5844"/>
                  </a:lnTo>
                  <a:lnTo>
                    <a:pt x="29663" y="5844"/>
                  </a:lnTo>
                  <a:lnTo>
                    <a:pt x="29663" y="1"/>
                  </a:lnTo>
                  <a:close/>
                </a:path>
              </a:pathLst>
            </a:custGeom>
            <a:solidFill>
              <a:srgbClr val="725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706;p45">
              <a:extLst>
                <a:ext uri="{FF2B5EF4-FFF2-40B4-BE49-F238E27FC236}">
                  <a16:creationId xmlns:a16="http://schemas.microsoft.com/office/drawing/2014/main" id="{5C056456-C6FF-37E8-B78A-52956A9644A1}"/>
                </a:ext>
              </a:extLst>
            </p:cNvPr>
            <p:cNvSpPr/>
            <p:nvPr/>
          </p:nvSpPr>
          <p:spPr>
            <a:xfrm>
              <a:off x="527375" y="3445950"/>
              <a:ext cx="3124375" cy="1068300"/>
            </a:xfrm>
            <a:custGeom>
              <a:avLst/>
              <a:gdLst/>
              <a:ahLst/>
              <a:cxnLst/>
              <a:rect l="l" t="t" r="r" b="b"/>
              <a:pathLst>
                <a:path w="124975" h="42732" extrusionOk="0">
                  <a:moveTo>
                    <a:pt x="11277" y="1"/>
                  </a:moveTo>
                  <a:lnTo>
                    <a:pt x="10958" y="12"/>
                  </a:lnTo>
                  <a:lnTo>
                    <a:pt x="10649" y="58"/>
                  </a:lnTo>
                  <a:lnTo>
                    <a:pt x="10353" y="126"/>
                  </a:lnTo>
                  <a:lnTo>
                    <a:pt x="10056" y="206"/>
                  </a:lnTo>
                  <a:lnTo>
                    <a:pt x="9771" y="320"/>
                  </a:lnTo>
                  <a:lnTo>
                    <a:pt x="9508" y="457"/>
                  </a:lnTo>
                  <a:lnTo>
                    <a:pt x="9246" y="617"/>
                  </a:lnTo>
                  <a:lnTo>
                    <a:pt x="9006" y="788"/>
                  </a:lnTo>
                  <a:lnTo>
                    <a:pt x="8778" y="982"/>
                  </a:lnTo>
                  <a:lnTo>
                    <a:pt x="8561" y="1199"/>
                  </a:lnTo>
                  <a:lnTo>
                    <a:pt x="8367" y="1427"/>
                  </a:lnTo>
                  <a:lnTo>
                    <a:pt x="8196" y="1679"/>
                  </a:lnTo>
                  <a:lnTo>
                    <a:pt x="8036" y="1941"/>
                  </a:lnTo>
                  <a:lnTo>
                    <a:pt x="7910" y="2215"/>
                  </a:lnTo>
                  <a:lnTo>
                    <a:pt x="7796" y="2512"/>
                  </a:lnTo>
                  <a:lnTo>
                    <a:pt x="7705" y="2808"/>
                  </a:lnTo>
                  <a:lnTo>
                    <a:pt x="4281" y="17029"/>
                  </a:lnTo>
                  <a:lnTo>
                    <a:pt x="4030" y="17223"/>
                  </a:lnTo>
                  <a:lnTo>
                    <a:pt x="3779" y="17429"/>
                  </a:lnTo>
                  <a:lnTo>
                    <a:pt x="3539" y="17645"/>
                  </a:lnTo>
                  <a:lnTo>
                    <a:pt x="3299" y="17862"/>
                  </a:lnTo>
                  <a:lnTo>
                    <a:pt x="3071" y="18091"/>
                  </a:lnTo>
                  <a:lnTo>
                    <a:pt x="2854" y="18319"/>
                  </a:lnTo>
                  <a:lnTo>
                    <a:pt x="2637" y="18559"/>
                  </a:lnTo>
                  <a:lnTo>
                    <a:pt x="2432" y="18798"/>
                  </a:lnTo>
                  <a:lnTo>
                    <a:pt x="2238" y="19049"/>
                  </a:lnTo>
                  <a:lnTo>
                    <a:pt x="2044" y="19300"/>
                  </a:lnTo>
                  <a:lnTo>
                    <a:pt x="1861" y="19563"/>
                  </a:lnTo>
                  <a:lnTo>
                    <a:pt x="1690" y="19825"/>
                  </a:lnTo>
                  <a:lnTo>
                    <a:pt x="1519" y="20088"/>
                  </a:lnTo>
                  <a:lnTo>
                    <a:pt x="1371" y="20362"/>
                  </a:lnTo>
                  <a:lnTo>
                    <a:pt x="1211" y="20647"/>
                  </a:lnTo>
                  <a:lnTo>
                    <a:pt x="1074" y="20921"/>
                  </a:lnTo>
                  <a:lnTo>
                    <a:pt x="937" y="21206"/>
                  </a:lnTo>
                  <a:lnTo>
                    <a:pt x="811" y="21503"/>
                  </a:lnTo>
                  <a:lnTo>
                    <a:pt x="697" y="21788"/>
                  </a:lnTo>
                  <a:lnTo>
                    <a:pt x="594" y="22085"/>
                  </a:lnTo>
                  <a:lnTo>
                    <a:pt x="492" y="22393"/>
                  </a:lnTo>
                  <a:lnTo>
                    <a:pt x="400" y="22690"/>
                  </a:lnTo>
                  <a:lnTo>
                    <a:pt x="321" y="22998"/>
                  </a:lnTo>
                  <a:lnTo>
                    <a:pt x="252" y="23306"/>
                  </a:lnTo>
                  <a:lnTo>
                    <a:pt x="184" y="23626"/>
                  </a:lnTo>
                  <a:lnTo>
                    <a:pt x="127" y="23934"/>
                  </a:lnTo>
                  <a:lnTo>
                    <a:pt x="81" y="24254"/>
                  </a:lnTo>
                  <a:lnTo>
                    <a:pt x="47" y="24573"/>
                  </a:lnTo>
                  <a:lnTo>
                    <a:pt x="24" y="24893"/>
                  </a:lnTo>
                  <a:lnTo>
                    <a:pt x="1" y="25212"/>
                  </a:lnTo>
                  <a:lnTo>
                    <a:pt x="1" y="25532"/>
                  </a:lnTo>
                  <a:lnTo>
                    <a:pt x="1" y="25863"/>
                  </a:lnTo>
                  <a:lnTo>
                    <a:pt x="389" y="42731"/>
                  </a:lnTo>
                  <a:lnTo>
                    <a:pt x="7773" y="42731"/>
                  </a:lnTo>
                  <a:lnTo>
                    <a:pt x="7739" y="42412"/>
                  </a:lnTo>
                  <a:lnTo>
                    <a:pt x="7716" y="42104"/>
                  </a:lnTo>
                  <a:lnTo>
                    <a:pt x="7705" y="41796"/>
                  </a:lnTo>
                  <a:lnTo>
                    <a:pt x="7693" y="41476"/>
                  </a:lnTo>
                  <a:lnTo>
                    <a:pt x="7705" y="41191"/>
                  </a:lnTo>
                  <a:lnTo>
                    <a:pt x="7716" y="40905"/>
                  </a:lnTo>
                  <a:lnTo>
                    <a:pt x="7728" y="40631"/>
                  </a:lnTo>
                  <a:lnTo>
                    <a:pt x="7750" y="40346"/>
                  </a:lnTo>
                  <a:lnTo>
                    <a:pt x="7785" y="40072"/>
                  </a:lnTo>
                  <a:lnTo>
                    <a:pt x="7819" y="39798"/>
                  </a:lnTo>
                  <a:lnTo>
                    <a:pt x="7865" y="39536"/>
                  </a:lnTo>
                  <a:lnTo>
                    <a:pt x="7922" y="39262"/>
                  </a:lnTo>
                  <a:lnTo>
                    <a:pt x="8047" y="38725"/>
                  </a:lnTo>
                  <a:lnTo>
                    <a:pt x="8196" y="38212"/>
                  </a:lnTo>
                  <a:lnTo>
                    <a:pt x="8367" y="37698"/>
                  </a:lnTo>
                  <a:lnTo>
                    <a:pt x="8561" y="37196"/>
                  </a:lnTo>
                  <a:lnTo>
                    <a:pt x="8778" y="36717"/>
                  </a:lnTo>
                  <a:lnTo>
                    <a:pt x="9017" y="36237"/>
                  </a:lnTo>
                  <a:lnTo>
                    <a:pt x="9291" y="35781"/>
                  </a:lnTo>
                  <a:lnTo>
                    <a:pt x="9577" y="35336"/>
                  </a:lnTo>
                  <a:lnTo>
                    <a:pt x="9873" y="34902"/>
                  </a:lnTo>
                  <a:lnTo>
                    <a:pt x="10204" y="34491"/>
                  </a:lnTo>
                  <a:lnTo>
                    <a:pt x="10547" y="34092"/>
                  </a:lnTo>
                  <a:lnTo>
                    <a:pt x="10912" y="33704"/>
                  </a:lnTo>
                  <a:lnTo>
                    <a:pt x="11300" y="33350"/>
                  </a:lnTo>
                  <a:lnTo>
                    <a:pt x="11688" y="32996"/>
                  </a:lnTo>
                  <a:lnTo>
                    <a:pt x="12110" y="32677"/>
                  </a:lnTo>
                  <a:lnTo>
                    <a:pt x="12544" y="32368"/>
                  </a:lnTo>
                  <a:lnTo>
                    <a:pt x="12989" y="32083"/>
                  </a:lnTo>
                  <a:lnTo>
                    <a:pt x="13446" y="31821"/>
                  </a:lnTo>
                  <a:lnTo>
                    <a:pt x="13914" y="31581"/>
                  </a:lnTo>
                  <a:lnTo>
                    <a:pt x="14404" y="31353"/>
                  </a:lnTo>
                  <a:lnTo>
                    <a:pt x="14906" y="31159"/>
                  </a:lnTo>
                  <a:lnTo>
                    <a:pt x="15409" y="30987"/>
                  </a:lnTo>
                  <a:lnTo>
                    <a:pt x="15934" y="30839"/>
                  </a:lnTo>
                  <a:lnTo>
                    <a:pt x="16470" y="30713"/>
                  </a:lnTo>
                  <a:lnTo>
                    <a:pt x="16733" y="30668"/>
                  </a:lnTo>
                  <a:lnTo>
                    <a:pt x="17007" y="30622"/>
                  </a:lnTo>
                  <a:lnTo>
                    <a:pt x="17280" y="30577"/>
                  </a:lnTo>
                  <a:lnTo>
                    <a:pt x="17554" y="30554"/>
                  </a:lnTo>
                  <a:lnTo>
                    <a:pt x="17828" y="30519"/>
                  </a:lnTo>
                  <a:lnTo>
                    <a:pt x="18114" y="30508"/>
                  </a:lnTo>
                  <a:lnTo>
                    <a:pt x="18399" y="30497"/>
                  </a:lnTo>
                  <a:lnTo>
                    <a:pt x="18958" y="30497"/>
                  </a:lnTo>
                  <a:lnTo>
                    <a:pt x="19243" y="30508"/>
                  </a:lnTo>
                  <a:lnTo>
                    <a:pt x="19529" y="30519"/>
                  </a:lnTo>
                  <a:lnTo>
                    <a:pt x="19803" y="30554"/>
                  </a:lnTo>
                  <a:lnTo>
                    <a:pt x="20077" y="30577"/>
                  </a:lnTo>
                  <a:lnTo>
                    <a:pt x="20351" y="30622"/>
                  </a:lnTo>
                  <a:lnTo>
                    <a:pt x="20624" y="30668"/>
                  </a:lnTo>
                  <a:lnTo>
                    <a:pt x="20887" y="30713"/>
                  </a:lnTo>
                  <a:lnTo>
                    <a:pt x="21423" y="30839"/>
                  </a:lnTo>
                  <a:lnTo>
                    <a:pt x="21948" y="30987"/>
                  </a:lnTo>
                  <a:lnTo>
                    <a:pt x="22451" y="31159"/>
                  </a:lnTo>
                  <a:lnTo>
                    <a:pt x="22953" y="31353"/>
                  </a:lnTo>
                  <a:lnTo>
                    <a:pt x="23444" y="31581"/>
                  </a:lnTo>
                  <a:lnTo>
                    <a:pt x="23911" y="31821"/>
                  </a:lnTo>
                  <a:lnTo>
                    <a:pt x="24368" y="32083"/>
                  </a:lnTo>
                  <a:lnTo>
                    <a:pt x="24813" y="32368"/>
                  </a:lnTo>
                  <a:lnTo>
                    <a:pt x="25247" y="32677"/>
                  </a:lnTo>
                  <a:lnTo>
                    <a:pt x="25669" y="32996"/>
                  </a:lnTo>
                  <a:lnTo>
                    <a:pt x="26057" y="33350"/>
                  </a:lnTo>
                  <a:lnTo>
                    <a:pt x="26445" y="33704"/>
                  </a:lnTo>
                  <a:lnTo>
                    <a:pt x="26810" y="34092"/>
                  </a:lnTo>
                  <a:lnTo>
                    <a:pt x="27153" y="34491"/>
                  </a:lnTo>
                  <a:lnTo>
                    <a:pt x="27484" y="34902"/>
                  </a:lnTo>
                  <a:lnTo>
                    <a:pt x="27780" y="35336"/>
                  </a:lnTo>
                  <a:lnTo>
                    <a:pt x="28066" y="35781"/>
                  </a:lnTo>
                  <a:lnTo>
                    <a:pt x="28340" y="36237"/>
                  </a:lnTo>
                  <a:lnTo>
                    <a:pt x="28579" y="36717"/>
                  </a:lnTo>
                  <a:lnTo>
                    <a:pt x="28796" y="37196"/>
                  </a:lnTo>
                  <a:lnTo>
                    <a:pt x="28990" y="37698"/>
                  </a:lnTo>
                  <a:lnTo>
                    <a:pt x="29161" y="38212"/>
                  </a:lnTo>
                  <a:lnTo>
                    <a:pt x="29310" y="38725"/>
                  </a:lnTo>
                  <a:lnTo>
                    <a:pt x="29435" y="39262"/>
                  </a:lnTo>
                  <a:lnTo>
                    <a:pt x="29492" y="39536"/>
                  </a:lnTo>
                  <a:lnTo>
                    <a:pt x="29538" y="39798"/>
                  </a:lnTo>
                  <a:lnTo>
                    <a:pt x="29572" y="40072"/>
                  </a:lnTo>
                  <a:lnTo>
                    <a:pt x="29607" y="40346"/>
                  </a:lnTo>
                  <a:lnTo>
                    <a:pt x="29629" y="40631"/>
                  </a:lnTo>
                  <a:lnTo>
                    <a:pt x="29641" y="40905"/>
                  </a:lnTo>
                  <a:lnTo>
                    <a:pt x="29652" y="41191"/>
                  </a:lnTo>
                  <a:lnTo>
                    <a:pt x="29664" y="41476"/>
                  </a:lnTo>
                  <a:lnTo>
                    <a:pt x="29652" y="41796"/>
                  </a:lnTo>
                  <a:lnTo>
                    <a:pt x="29641" y="42104"/>
                  </a:lnTo>
                  <a:lnTo>
                    <a:pt x="29618" y="42412"/>
                  </a:lnTo>
                  <a:lnTo>
                    <a:pt x="29584" y="42731"/>
                  </a:lnTo>
                  <a:lnTo>
                    <a:pt x="85131" y="42731"/>
                  </a:lnTo>
                  <a:lnTo>
                    <a:pt x="85109" y="42412"/>
                  </a:lnTo>
                  <a:lnTo>
                    <a:pt x="85074" y="42104"/>
                  </a:lnTo>
                  <a:lnTo>
                    <a:pt x="85063" y="41796"/>
                  </a:lnTo>
                  <a:lnTo>
                    <a:pt x="85063" y="41476"/>
                  </a:lnTo>
                  <a:lnTo>
                    <a:pt x="85063" y="41191"/>
                  </a:lnTo>
                  <a:lnTo>
                    <a:pt x="85074" y="40905"/>
                  </a:lnTo>
                  <a:lnTo>
                    <a:pt x="85086" y="40631"/>
                  </a:lnTo>
                  <a:lnTo>
                    <a:pt x="85120" y="40346"/>
                  </a:lnTo>
                  <a:lnTo>
                    <a:pt x="85143" y="40072"/>
                  </a:lnTo>
                  <a:lnTo>
                    <a:pt x="85188" y="39798"/>
                  </a:lnTo>
                  <a:lnTo>
                    <a:pt x="85234" y="39536"/>
                  </a:lnTo>
                  <a:lnTo>
                    <a:pt x="85280" y="39262"/>
                  </a:lnTo>
                  <a:lnTo>
                    <a:pt x="85405" y="38725"/>
                  </a:lnTo>
                  <a:lnTo>
                    <a:pt x="85554" y="38212"/>
                  </a:lnTo>
                  <a:lnTo>
                    <a:pt x="85725" y="37698"/>
                  </a:lnTo>
                  <a:lnTo>
                    <a:pt x="85919" y="37196"/>
                  </a:lnTo>
                  <a:lnTo>
                    <a:pt x="86136" y="36717"/>
                  </a:lnTo>
                  <a:lnTo>
                    <a:pt x="86387" y="36237"/>
                  </a:lnTo>
                  <a:lnTo>
                    <a:pt x="86649" y="35781"/>
                  </a:lnTo>
                  <a:lnTo>
                    <a:pt x="86935" y="35336"/>
                  </a:lnTo>
                  <a:lnTo>
                    <a:pt x="87243" y="34902"/>
                  </a:lnTo>
                  <a:lnTo>
                    <a:pt x="87562" y="34491"/>
                  </a:lnTo>
                  <a:lnTo>
                    <a:pt x="87916" y="34092"/>
                  </a:lnTo>
                  <a:lnTo>
                    <a:pt x="88270" y="33704"/>
                  </a:lnTo>
                  <a:lnTo>
                    <a:pt x="88658" y="33350"/>
                  </a:lnTo>
                  <a:lnTo>
                    <a:pt x="89057" y="32996"/>
                  </a:lnTo>
                  <a:lnTo>
                    <a:pt x="89468" y="32677"/>
                  </a:lnTo>
                  <a:lnTo>
                    <a:pt x="89902" y="32368"/>
                  </a:lnTo>
                  <a:lnTo>
                    <a:pt x="90347" y="32083"/>
                  </a:lnTo>
                  <a:lnTo>
                    <a:pt x="90804" y="31821"/>
                  </a:lnTo>
                  <a:lnTo>
                    <a:pt x="91283" y="31581"/>
                  </a:lnTo>
                  <a:lnTo>
                    <a:pt x="91762" y="31353"/>
                  </a:lnTo>
                  <a:lnTo>
                    <a:pt x="92265" y="31159"/>
                  </a:lnTo>
                  <a:lnTo>
                    <a:pt x="92778" y="30987"/>
                  </a:lnTo>
                  <a:lnTo>
                    <a:pt x="93292" y="30839"/>
                  </a:lnTo>
                  <a:lnTo>
                    <a:pt x="93828" y="30713"/>
                  </a:lnTo>
                  <a:lnTo>
                    <a:pt x="94091" y="30668"/>
                  </a:lnTo>
                  <a:lnTo>
                    <a:pt x="94365" y="30622"/>
                  </a:lnTo>
                  <a:lnTo>
                    <a:pt x="94638" y="30577"/>
                  </a:lnTo>
                  <a:lnTo>
                    <a:pt x="94912" y="30554"/>
                  </a:lnTo>
                  <a:lnTo>
                    <a:pt x="95198" y="30519"/>
                  </a:lnTo>
                  <a:lnTo>
                    <a:pt x="95472" y="30508"/>
                  </a:lnTo>
                  <a:lnTo>
                    <a:pt x="95757" y="30497"/>
                  </a:lnTo>
                  <a:lnTo>
                    <a:pt x="96328" y="30497"/>
                  </a:lnTo>
                  <a:lnTo>
                    <a:pt x="96602" y="30508"/>
                  </a:lnTo>
                  <a:lnTo>
                    <a:pt x="96887" y="30519"/>
                  </a:lnTo>
                  <a:lnTo>
                    <a:pt x="97161" y="30554"/>
                  </a:lnTo>
                  <a:lnTo>
                    <a:pt x="97435" y="30577"/>
                  </a:lnTo>
                  <a:lnTo>
                    <a:pt x="97709" y="30622"/>
                  </a:lnTo>
                  <a:lnTo>
                    <a:pt x="97983" y="30668"/>
                  </a:lnTo>
                  <a:lnTo>
                    <a:pt x="98256" y="30713"/>
                  </a:lnTo>
                  <a:lnTo>
                    <a:pt x="98781" y="30839"/>
                  </a:lnTo>
                  <a:lnTo>
                    <a:pt x="99306" y="30987"/>
                  </a:lnTo>
                  <a:lnTo>
                    <a:pt x="99820" y="31159"/>
                  </a:lnTo>
                  <a:lnTo>
                    <a:pt x="100311" y="31353"/>
                  </a:lnTo>
                  <a:lnTo>
                    <a:pt x="100802" y="31581"/>
                  </a:lnTo>
                  <a:lnTo>
                    <a:pt x="101270" y="31821"/>
                  </a:lnTo>
                  <a:lnTo>
                    <a:pt x="101737" y="32083"/>
                  </a:lnTo>
                  <a:lnTo>
                    <a:pt x="102183" y="32368"/>
                  </a:lnTo>
                  <a:lnTo>
                    <a:pt x="102605" y="32677"/>
                  </a:lnTo>
                  <a:lnTo>
                    <a:pt x="103027" y="32996"/>
                  </a:lnTo>
                  <a:lnTo>
                    <a:pt x="103427" y="33350"/>
                  </a:lnTo>
                  <a:lnTo>
                    <a:pt x="103803" y="33704"/>
                  </a:lnTo>
                  <a:lnTo>
                    <a:pt x="104168" y="34092"/>
                  </a:lnTo>
                  <a:lnTo>
                    <a:pt x="104511" y="34491"/>
                  </a:lnTo>
                  <a:lnTo>
                    <a:pt x="104842" y="34902"/>
                  </a:lnTo>
                  <a:lnTo>
                    <a:pt x="105150" y="35336"/>
                  </a:lnTo>
                  <a:lnTo>
                    <a:pt x="105435" y="35781"/>
                  </a:lnTo>
                  <a:lnTo>
                    <a:pt x="105698" y="36237"/>
                  </a:lnTo>
                  <a:lnTo>
                    <a:pt x="105937" y="36717"/>
                  </a:lnTo>
                  <a:lnTo>
                    <a:pt x="106154" y="37196"/>
                  </a:lnTo>
                  <a:lnTo>
                    <a:pt x="106360" y="37698"/>
                  </a:lnTo>
                  <a:lnTo>
                    <a:pt x="106531" y="38212"/>
                  </a:lnTo>
                  <a:lnTo>
                    <a:pt x="106679" y="38725"/>
                  </a:lnTo>
                  <a:lnTo>
                    <a:pt x="106793" y="39262"/>
                  </a:lnTo>
                  <a:lnTo>
                    <a:pt x="106851" y="39536"/>
                  </a:lnTo>
                  <a:lnTo>
                    <a:pt x="106896" y="39798"/>
                  </a:lnTo>
                  <a:lnTo>
                    <a:pt x="106930" y="40072"/>
                  </a:lnTo>
                  <a:lnTo>
                    <a:pt x="106965" y="40346"/>
                  </a:lnTo>
                  <a:lnTo>
                    <a:pt x="106987" y="40631"/>
                  </a:lnTo>
                  <a:lnTo>
                    <a:pt x="107010" y="40905"/>
                  </a:lnTo>
                  <a:lnTo>
                    <a:pt x="107022" y="41191"/>
                  </a:lnTo>
                  <a:lnTo>
                    <a:pt x="107022" y="41476"/>
                  </a:lnTo>
                  <a:lnTo>
                    <a:pt x="107010" y="41796"/>
                  </a:lnTo>
                  <a:lnTo>
                    <a:pt x="106999" y="42104"/>
                  </a:lnTo>
                  <a:lnTo>
                    <a:pt x="106976" y="42412"/>
                  </a:lnTo>
                  <a:lnTo>
                    <a:pt x="106942" y="42731"/>
                  </a:lnTo>
                  <a:lnTo>
                    <a:pt x="124975" y="42731"/>
                  </a:lnTo>
                  <a:lnTo>
                    <a:pt x="1249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707;p45">
              <a:extLst>
                <a:ext uri="{FF2B5EF4-FFF2-40B4-BE49-F238E27FC236}">
                  <a16:creationId xmlns:a16="http://schemas.microsoft.com/office/drawing/2014/main" id="{01113911-D4CE-FBD2-69E0-E56DF9CBBC48}"/>
                </a:ext>
              </a:extLst>
            </p:cNvPr>
            <p:cNvSpPr/>
            <p:nvPr/>
          </p:nvSpPr>
          <p:spPr>
            <a:xfrm>
              <a:off x="1461550" y="3125825"/>
              <a:ext cx="2190200" cy="1388425"/>
            </a:xfrm>
            <a:custGeom>
              <a:avLst/>
              <a:gdLst/>
              <a:ahLst/>
              <a:cxnLst/>
              <a:rect l="l" t="t" r="r" b="b"/>
              <a:pathLst>
                <a:path w="87608" h="55537" extrusionOk="0">
                  <a:moveTo>
                    <a:pt x="0" y="0"/>
                  </a:moveTo>
                  <a:lnTo>
                    <a:pt x="0" y="55536"/>
                  </a:lnTo>
                  <a:lnTo>
                    <a:pt x="47764" y="55536"/>
                  </a:lnTo>
                  <a:lnTo>
                    <a:pt x="47742" y="55217"/>
                  </a:lnTo>
                  <a:lnTo>
                    <a:pt x="47707" y="54909"/>
                  </a:lnTo>
                  <a:lnTo>
                    <a:pt x="47696" y="54601"/>
                  </a:lnTo>
                  <a:lnTo>
                    <a:pt x="47696" y="54281"/>
                  </a:lnTo>
                  <a:lnTo>
                    <a:pt x="47696" y="53996"/>
                  </a:lnTo>
                  <a:lnTo>
                    <a:pt x="47707" y="53710"/>
                  </a:lnTo>
                  <a:lnTo>
                    <a:pt x="47719" y="53436"/>
                  </a:lnTo>
                  <a:lnTo>
                    <a:pt x="47753" y="53151"/>
                  </a:lnTo>
                  <a:lnTo>
                    <a:pt x="47776" y="52877"/>
                  </a:lnTo>
                  <a:lnTo>
                    <a:pt x="47821" y="52603"/>
                  </a:lnTo>
                  <a:lnTo>
                    <a:pt x="47867" y="52341"/>
                  </a:lnTo>
                  <a:lnTo>
                    <a:pt x="47913" y="52067"/>
                  </a:lnTo>
                  <a:lnTo>
                    <a:pt x="48038" y="51530"/>
                  </a:lnTo>
                  <a:lnTo>
                    <a:pt x="48187" y="51017"/>
                  </a:lnTo>
                  <a:lnTo>
                    <a:pt x="48358" y="50503"/>
                  </a:lnTo>
                  <a:lnTo>
                    <a:pt x="48552" y="50001"/>
                  </a:lnTo>
                  <a:lnTo>
                    <a:pt x="48769" y="49522"/>
                  </a:lnTo>
                  <a:lnTo>
                    <a:pt x="49020" y="49042"/>
                  </a:lnTo>
                  <a:lnTo>
                    <a:pt x="49282" y="48586"/>
                  </a:lnTo>
                  <a:lnTo>
                    <a:pt x="49568" y="48141"/>
                  </a:lnTo>
                  <a:lnTo>
                    <a:pt x="49876" y="47707"/>
                  </a:lnTo>
                  <a:lnTo>
                    <a:pt x="50195" y="47296"/>
                  </a:lnTo>
                  <a:lnTo>
                    <a:pt x="50549" y="46897"/>
                  </a:lnTo>
                  <a:lnTo>
                    <a:pt x="50903" y="46509"/>
                  </a:lnTo>
                  <a:lnTo>
                    <a:pt x="51291" y="46155"/>
                  </a:lnTo>
                  <a:lnTo>
                    <a:pt x="51690" y="45801"/>
                  </a:lnTo>
                  <a:lnTo>
                    <a:pt x="52101" y="45482"/>
                  </a:lnTo>
                  <a:lnTo>
                    <a:pt x="52535" y="45173"/>
                  </a:lnTo>
                  <a:lnTo>
                    <a:pt x="52980" y="44888"/>
                  </a:lnTo>
                  <a:lnTo>
                    <a:pt x="53437" y="44626"/>
                  </a:lnTo>
                  <a:lnTo>
                    <a:pt x="53916" y="44386"/>
                  </a:lnTo>
                  <a:lnTo>
                    <a:pt x="54395" y="44158"/>
                  </a:lnTo>
                  <a:lnTo>
                    <a:pt x="54898" y="43964"/>
                  </a:lnTo>
                  <a:lnTo>
                    <a:pt x="55411" y="43792"/>
                  </a:lnTo>
                  <a:lnTo>
                    <a:pt x="55925" y="43644"/>
                  </a:lnTo>
                  <a:lnTo>
                    <a:pt x="56461" y="43518"/>
                  </a:lnTo>
                  <a:lnTo>
                    <a:pt x="56724" y="43473"/>
                  </a:lnTo>
                  <a:lnTo>
                    <a:pt x="56998" y="43427"/>
                  </a:lnTo>
                  <a:lnTo>
                    <a:pt x="57271" y="43382"/>
                  </a:lnTo>
                  <a:lnTo>
                    <a:pt x="57545" y="43359"/>
                  </a:lnTo>
                  <a:lnTo>
                    <a:pt x="57831" y="43324"/>
                  </a:lnTo>
                  <a:lnTo>
                    <a:pt x="58105" y="43313"/>
                  </a:lnTo>
                  <a:lnTo>
                    <a:pt x="58390" y="43302"/>
                  </a:lnTo>
                  <a:lnTo>
                    <a:pt x="58961" y="43302"/>
                  </a:lnTo>
                  <a:lnTo>
                    <a:pt x="59235" y="43313"/>
                  </a:lnTo>
                  <a:lnTo>
                    <a:pt x="59520" y="43324"/>
                  </a:lnTo>
                  <a:lnTo>
                    <a:pt x="59794" y="43359"/>
                  </a:lnTo>
                  <a:lnTo>
                    <a:pt x="60068" y="43382"/>
                  </a:lnTo>
                  <a:lnTo>
                    <a:pt x="60342" y="43427"/>
                  </a:lnTo>
                  <a:lnTo>
                    <a:pt x="60616" y="43473"/>
                  </a:lnTo>
                  <a:lnTo>
                    <a:pt x="60889" y="43518"/>
                  </a:lnTo>
                  <a:lnTo>
                    <a:pt x="61414" y="43644"/>
                  </a:lnTo>
                  <a:lnTo>
                    <a:pt x="61939" y="43792"/>
                  </a:lnTo>
                  <a:lnTo>
                    <a:pt x="62453" y="43964"/>
                  </a:lnTo>
                  <a:lnTo>
                    <a:pt x="62944" y="44158"/>
                  </a:lnTo>
                  <a:lnTo>
                    <a:pt x="63435" y="44386"/>
                  </a:lnTo>
                  <a:lnTo>
                    <a:pt x="63903" y="44626"/>
                  </a:lnTo>
                  <a:lnTo>
                    <a:pt x="64370" y="44888"/>
                  </a:lnTo>
                  <a:lnTo>
                    <a:pt x="64816" y="45173"/>
                  </a:lnTo>
                  <a:lnTo>
                    <a:pt x="65238" y="45482"/>
                  </a:lnTo>
                  <a:lnTo>
                    <a:pt x="65660" y="45801"/>
                  </a:lnTo>
                  <a:lnTo>
                    <a:pt x="66060" y="46155"/>
                  </a:lnTo>
                  <a:lnTo>
                    <a:pt x="66436" y="46509"/>
                  </a:lnTo>
                  <a:lnTo>
                    <a:pt x="66801" y="46897"/>
                  </a:lnTo>
                  <a:lnTo>
                    <a:pt x="67144" y="47296"/>
                  </a:lnTo>
                  <a:lnTo>
                    <a:pt x="67475" y="47707"/>
                  </a:lnTo>
                  <a:lnTo>
                    <a:pt x="67783" y="48141"/>
                  </a:lnTo>
                  <a:lnTo>
                    <a:pt x="68068" y="48586"/>
                  </a:lnTo>
                  <a:lnTo>
                    <a:pt x="68331" y="49042"/>
                  </a:lnTo>
                  <a:lnTo>
                    <a:pt x="68570" y="49522"/>
                  </a:lnTo>
                  <a:lnTo>
                    <a:pt x="68787" y="50001"/>
                  </a:lnTo>
                  <a:lnTo>
                    <a:pt x="68993" y="50503"/>
                  </a:lnTo>
                  <a:lnTo>
                    <a:pt x="69164" y="51017"/>
                  </a:lnTo>
                  <a:lnTo>
                    <a:pt x="69312" y="51530"/>
                  </a:lnTo>
                  <a:lnTo>
                    <a:pt x="69426" y="52067"/>
                  </a:lnTo>
                  <a:lnTo>
                    <a:pt x="69484" y="52341"/>
                  </a:lnTo>
                  <a:lnTo>
                    <a:pt x="69529" y="52603"/>
                  </a:lnTo>
                  <a:lnTo>
                    <a:pt x="69563" y="52877"/>
                  </a:lnTo>
                  <a:lnTo>
                    <a:pt x="69598" y="53151"/>
                  </a:lnTo>
                  <a:lnTo>
                    <a:pt x="69620" y="53436"/>
                  </a:lnTo>
                  <a:lnTo>
                    <a:pt x="69643" y="53710"/>
                  </a:lnTo>
                  <a:lnTo>
                    <a:pt x="69655" y="53996"/>
                  </a:lnTo>
                  <a:lnTo>
                    <a:pt x="69655" y="54281"/>
                  </a:lnTo>
                  <a:lnTo>
                    <a:pt x="69643" y="54601"/>
                  </a:lnTo>
                  <a:lnTo>
                    <a:pt x="69632" y="54909"/>
                  </a:lnTo>
                  <a:lnTo>
                    <a:pt x="69609" y="55217"/>
                  </a:lnTo>
                  <a:lnTo>
                    <a:pt x="69575" y="55536"/>
                  </a:lnTo>
                  <a:lnTo>
                    <a:pt x="87608" y="55536"/>
                  </a:lnTo>
                  <a:lnTo>
                    <a:pt x="876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708;p45">
              <a:extLst>
                <a:ext uri="{FF2B5EF4-FFF2-40B4-BE49-F238E27FC236}">
                  <a16:creationId xmlns:a16="http://schemas.microsoft.com/office/drawing/2014/main" id="{1E9E385F-6B8F-BBAD-5FEA-E30F19F1CF03}"/>
                </a:ext>
              </a:extLst>
            </p:cNvPr>
            <p:cNvSpPr/>
            <p:nvPr/>
          </p:nvSpPr>
          <p:spPr>
            <a:xfrm>
              <a:off x="1579400" y="3211125"/>
              <a:ext cx="1918000" cy="930775"/>
            </a:xfrm>
            <a:custGeom>
              <a:avLst/>
              <a:gdLst/>
              <a:ahLst/>
              <a:cxnLst/>
              <a:rect l="l" t="t" r="r" b="b"/>
              <a:pathLst>
                <a:path w="76720" h="37231" extrusionOk="0">
                  <a:moveTo>
                    <a:pt x="0" y="1"/>
                  </a:moveTo>
                  <a:lnTo>
                    <a:pt x="0" y="37230"/>
                  </a:lnTo>
                  <a:lnTo>
                    <a:pt x="76719" y="37230"/>
                  </a:lnTo>
                  <a:lnTo>
                    <a:pt x="76719" y="1"/>
                  </a:lnTo>
                  <a:close/>
                </a:path>
              </a:pathLst>
            </a:custGeom>
            <a:solidFill>
              <a:srgbClr val="B3CC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709;p45">
              <a:extLst>
                <a:ext uri="{FF2B5EF4-FFF2-40B4-BE49-F238E27FC236}">
                  <a16:creationId xmlns:a16="http://schemas.microsoft.com/office/drawing/2014/main" id="{9C728A1A-D692-3FF7-B881-9D05FA79BC50}"/>
                </a:ext>
              </a:extLst>
            </p:cNvPr>
            <p:cNvSpPr/>
            <p:nvPr/>
          </p:nvSpPr>
          <p:spPr>
            <a:xfrm>
              <a:off x="1579400" y="3951550"/>
              <a:ext cx="1918000" cy="190350"/>
            </a:xfrm>
            <a:custGeom>
              <a:avLst/>
              <a:gdLst/>
              <a:ahLst/>
              <a:cxnLst/>
              <a:rect l="l" t="t" r="r" b="b"/>
              <a:pathLst>
                <a:path w="76720" h="7614" extrusionOk="0">
                  <a:moveTo>
                    <a:pt x="0" y="1"/>
                  </a:moveTo>
                  <a:lnTo>
                    <a:pt x="0" y="7613"/>
                  </a:lnTo>
                  <a:lnTo>
                    <a:pt x="76719" y="7613"/>
                  </a:lnTo>
                  <a:lnTo>
                    <a:pt x="7671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710;p45">
              <a:extLst>
                <a:ext uri="{FF2B5EF4-FFF2-40B4-BE49-F238E27FC236}">
                  <a16:creationId xmlns:a16="http://schemas.microsoft.com/office/drawing/2014/main" id="{147C8960-560C-DA07-E109-88F166951DC6}"/>
                </a:ext>
              </a:extLst>
            </p:cNvPr>
            <p:cNvSpPr/>
            <p:nvPr/>
          </p:nvSpPr>
          <p:spPr>
            <a:xfrm>
              <a:off x="1486375" y="3951550"/>
              <a:ext cx="2104325" cy="42550"/>
            </a:xfrm>
            <a:custGeom>
              <a:avLst/>
              <a:gdLst/>
              <a:ahLst/>
              <a:cxnLst/>
              <a:rect l="l" t="t" r="r" b="b"/>
              <a:pathLst>
                <a:path w="84173" h="1702" extrusionOk="0">
                  <a:moveTo>
                    <a:pt x="0" y="1"/>
                  </a:moveTo>
                  <a:lnTo>
                    <a:pt x="0" y="1701"/>
                  </a:lnTo>
                  <a:lnTo>
                    <a:pt x="84172" y="1701"/>
                  </a:lnTo>
                  <a:lnTo>
                    <a:pt x="84172" y="1"/>
                  </a:lnTo>
                  <a:close/>
                </a:path>
              </a:pathLst>
            </a:custGeom>
            <a:solidFill>
              <a:srgbClr val="725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711;p45">
              <a:extLst>
                <a:ext uri="{FF2B5EF4-FFF2-40B4-BE49-F238E27FC236}">
                  <a16:creationId xmlns:a16="http://schemas.microsoft.com/office/drawing/2014/main" id="{5517F076-DB2C-AC80-CE1B-5445D4224C07}"/>
                </a:ext>
              </a:extLst>
            </p:cNvPr>
            <p:cNvSpPr/>
            <p:nvPr/>
          </p:nvSpPr>
          <p:spPr>
            <a:xfrm>
              <a:off x="745100" y="4233750"/>
              <a:ext cx="498475" cy="498200"/>
            </a:xfrm>
            <a:custGeom>
              <a:avLst/>
              <a:gdLst/>
              <a:ahLst/>
              <a:cxnLst/>
              <a:rect l="l" t="t" r="r" b="b"/>
              <a:pathLst>
                <a:path w="19939" h="19928" extrusionOk="0">
                  <a:moveTo>
                    <a:pt x="9964" y="0"/>
                  </a:moveTo>
                  <a:lnTo>
                    <a:pt x="9462" y="12"/>
                  </a:lnTo>
                  <a:lnTo>
                    <a:pt x="8948" y="46"/>
                  </a:lnTo>
                  <a:lnTo>
                    <a:pt x="8457" y="115"/>
                  </a:lnTo>
                  <a:lnTo>
                    <a:pt x="7967" y="194"/>
                  </a:lnTo>
                  <a:lnTo>
                    <a:pt x="7476" y="309"/>
                  </a:lnTo>
                  <a:lnTo>
                    <a:pt x="7008" y="446"/>
                  </a:lnTo>
                  <a:lnTo>
                    <a:pt x="6540" y="605"/>
                  </a:lnTo>
                  <a:lnTo>
                    <a:pt x="6095" y="776"/>
                  </a:lnTo>
                  <a:lnTo>
                    <a:pt x="5650" y="982"/>
                  </a:lnTo>
                  <a:lnTo>
                    <a:pt x="5216" y="1199"/>
                  </a:lnTo>
                  <a:lnTo>
                    <a:pt x="4805" y="1438"/>
                  </a:lnTo>
                  <a:lnTo>
                    <a:pt x="4394" y="1701"/>
                  </a:lnTo>
                  <a:lnTo>
                    <a:pt x="4006" y="1975"/>
                  </a:lnTo>
                  <a:lnTo>
                    <a:pt x="3630" y="2272"/>
                  </a:lnTo>
                  <a:lnTo>
                    <a:pt x="3264" y="2580"/>
                  </a:lnTo>
                  <a:lnTo>
                    <a:pt x="2922" y="2911"/>
                  </a:lnTo>
                  <a:lnTo>
                    <a:pt x="2591" y="3265"/>
                  </a:lnTo>
                  <a:lnTo>
                    <a:pt x="2283" y="3618"/>
                  </a:lnTo>
                  <a:lnTo>
                    <a:pt x="1986" y="3995"/>
                  </a:lnTo>
                  <a:lnTo>
                    <a:pt x="1701" y="4394"/>
                  </a:lnTo>
                  <a:lnTo>
                    <a:pt x="1450" y="4794"/>
                  </a:lnTo>
                  <a:lnTo>
                    <a:pt x="1210" y="5216"/>
                  </a:lnTo>
                  <a:lnTo>
                    <a:pt x="982" y="5638"/>
                  </a:lnTo>
                  <a:lnTo>
                    <a:pt x="788" y="6084"/>
                  </a:lnTo>
                  <a:lnTo>
                    <a:pt x="605" y="6540"/>
                  </a:lnTo>
                  <a:lnTo>
                    <a:pt x="457" y="6997"/>
                  </a:lnTo>
                  <a:lnTo>
                    <a:pt x="320" y="7476"/>
                  </a:lnTo>
                  <a:lnTo>
                    <a:pt x="206" y="7955"/>
                  </a:lnTo>
                  <a:lnTo>
                    <a:pt x="114" y="8446"/>
                  </a:lnTo>
                  <a:lnTo>
                    <a:pt x="57" y="8948"/>
                  </a:lnTo>
                  <a:lnTo>
                    <a:pt x="12" y="9450"/>
                  </a:lnTo>
                  <a:lnTo>
                    <a:pt x="0" y="9964"/>
                  </a:lnTo>
                  <a:lnTo>
                    <a:pt x="12" y="10478"/>
                  </a:lnTo>
                  <a:lnTo>
                    <a:pt x="57" y="10980"/>
                  </a:lnTo>
                  <a:lnTo>
                    <a:pt x="114" y="11482"/>
                  </a:lnTo>
                  <a:lnTo>
                    <a:pt x="206" y="11973"/>
                  </a:lnTo>
                  <a:lnTo>
                    <a:pt x="320" y="12452"/>
                  </a:lnTo>
                  <a:lnTo>
                    <a:pt x="457" y="12931"/>
                  </a:lnTo>
                  <a:lnTo>
                    <a:pt x="605" y="13388"/>
                  </a:lnTo>
                  <a:lnTo>
                    <a:pt x="788" y="13844"/>
                  </a:lnTo>
                  <a:lnTo>
                    <a:pt x="982" y="14278"/>
                  </a:lnTo>
                  <a:lnTo>
                    <a:pt x="1210" y="14712"/>
                  </a:lnTo>
                  <a:lnTo>
                    <a:pt x="1450" y="15134"/>
                  </a:lnTo>
                  <a:lnTo>
                    <a:pt x="1701" y="15534"/>
                  </a:lnTo>
                  <a:lnTo>
                    <a:pt x="1986" y="15922"/>
                  </a:lnTo>
                  <a:lnTo>
                    <a:pt x="2283" y="16298"/>
                  </a:lnTo>
                  <a:lnTo>
                    <a:pt x="2591" y="16664"/>
                  </a:lnTo>
                  <a:lnTo>
                    <a:pt x="2922" y="17006"/>
                  </a:lnTo>
                  <a:lnTo>
                    <a:pt x="3264" y="17337"/>
                  </a:lnTo>
                  <a:lnTo>
                    <a:pt x="3630" y="17656"/>
                  </a:lnTo>
                  <a:lnTo>
                    <a:pt x="4006" y="17953"/>
                  </a:lnTo>
                  <a:lnTo>
                    <a:pt x="4394" y="18227"/>
                  </a:lnTo>
                  <a:lnTo>
                    <a:pt x="4805" y="18490"/>
                  </a:lnTo>
                  <a:lnTo>
                    <a:pt x="5216" y="18729"/>
                  </a:lnTo>
                  <a:lnTo>
                    <a:pt x="5650" y="18946"/>
                  </a:lnTo>
                  <a:lnTo>
                    <a:pt x="6095" y="19140"/>
                  </a:lnTo>
                  <a:lnTo>
                    <a:pt x="6540" y="19323"/>
                  </a:lnTo>
                  <a:lnTo>
                    <a:pt x="7008" y="19483"/>
                  </a:lnTo>
                  <a:lnTo>
                    <a:pt x="7476" y="19620"/>
                  </a:lnTo>
                  <a:lnTo>
                    <a:pt x="7967" y="19722"/>
                  </a:lnTo>
                  <a:lnTo>
                    <a:pt x="8457" y="19814"/>
                  </a:lnTo>
                  <a:lnTo>
                    <a:pt x="8948" y="19882"/>
                  </a:lnTo>
                  <a:lnTo>
                    <a:pt x="9462" y="19916"/>
                  </a:lnTo>
                  <a:lnTo>
                    <a:pt x="9964" y="19928"/>
                  </a:lnTo>
                  <a:lnTo>
                    <a:pt x="10477" y="19916"/>
                  </a:lnTo>
                  <a:lnTo>
                    <a:pt x="10991" y="19882"/>
                  </a:lnTo>
                  <a:lnTo>
                    <a:pt x="11482" y="19814"/>
                  </a:lnTo>
                  <a:lnTo>
                    <a:pt x="11973" y="19722"/>
                  </a:lnTo>
                  <a:lnTo>
                    <a:pt x="12463" y="19620"/>
                  </a:lnTo>
                  <a:lnTo>
                    <a:pt x="12931" y="19483"/>
                  </a:lnTo>
                  <a:lnTo>
                    <a:pt x="13399" y="19323"/>
                  </a:lnTo>
                  <a:lnTo>
                    <a:pt x="13844" y="19140"/>
                  </a:lnTo>
                  <a:lnTo>
                    <a:pt x="14289" y="18946"/>
                  </a:lnTo>
                  <a:lnTo>
                    <a:pt x="14723" y="18729"/>
                  </a:lnTo>
                  <a:lnTo>
                    <a:pt x="15134" y="18490"/>
                  </a:lnTo>
                  <a:lnTo>
                    <a:pt x="15545" y="18227"/>
                  </a:lnTo>
                  <a:lnTo>
                    <a:pt x="15933" y="17953"/>
                  </a:lnTo>
                  <a:lnTo>
                    <a:pt x="16310" y="17656"/>
                  </a:lnTo>
                  <a:lnTo>
                    <a:pt x="16675" y="17337"/>
                  </a:lnTo>
                  <a:lnTo>
                    <a:pt x="17017" y="17006"/>
                  </a:lnTo>
                  <a:lnTo>
                    <a:pt x="17348" y="16664"/>
                  </a:lnTo>
                  <a:lnTo>
                    <a:pt x="17656" y="16298"/>
                  </a:lnTo>
                  <a:lnTo>
                    <a:pt x="17953" y="15922"/>
                  </a:lnTo>
                  <a:lnTo>
                    <a:pt x="18238" y="15534"/>
                  </a:lnTo>
                  <a:lnTo>
                    <a:pt x="18489" y="15134"/>
                  </a:lnTo>
                  <a:lnTo>
                    <a:pt x="18729" y="14712"/>
                  </a:lnTo>
                  <a:lnTo>
                    <a:pt x="18957" y="14278"/>
                  </a:lnTo>
                  <a:lnTo>
                    <a:pt x="19151" y="13844"/>
                  </a:lnTo>
                  <a:lnTo>
                    <a:pt x="19334" y="13388"/>
                  </a:lnTo>
                  <a:lnTo>
                    <a:pt x="19482" y="12931"/>
                  </a:lnTo>
                  <a:lnTo>
                    <a:pt x="19619" y="12452"/>
                  </a:lnTo>
                  <a:lnTo>
                    <a:pt x="19733" y="11973"/>
                  </a:lnTo>
                  <a:lnTo>
                    <a:pt x="19825" y="11482"/>
                  </a:lnTo>
                  <a:lnTo>
                    <a:pt x="19882" y="10980"/>
                  </a:lnTo>
                  <a:lnTo>
                    <a:pt x="19927" y="10478"/>
                  </a:lnTo>
                  <a:lnTo>
                    <a:pt x="19939" y="9964"/>
                  </a:lnTo>
                  <a:lnTo>
                    <a:pt x="19927" y="9450"/>
                  </a:lnTo>
                  <a:lnTo>
                    <a:pt x="19882" y="8948"/>
                  </a:lnTo>
                  <a:lnTo>
                    <a:pt x="19825" y="8446"/>
                  </a:lnTo>
                  <a:lnTo>
                    <a:pt x="19733" y="7955"/>
                  </a:lnTo>
                  <a:lnTo>
                    <a:pt x="19619" y="7476"/>
                  </a:lnTo>
                  <a:lnTo>
                    <a:pt x="19482" y="6997"/>
                  </a:lnTo>
                  <a:lnTo>
                    <a:pt x="19334" y="6540"/>
                  </a:lnTo>
                  <a:lnTo>
                    <a:pt x="19151" y="6084"/>
                  </a:lnTo>
                  <a:lnTo>
                    <a:pt x="18957" y="5638"/>
                  </a:lnTo>
                  <a:lnTo>
                    <a:pt x="18729" y="5216"/>
                  </a:lnTo>
                  <a:lnTo>
                    <a:pt x="18489" y="4794"/>
                  </a:lnTo>
                  <a:lnTo>
                    <a:pt x="18238" y="4394"/>
                  </a:lnTo>
                  <a:lnTo>
                    <a:pt x="17953" y="3995"/>
                  </a:lnTo>
                  <a:lnTo>
                    <a:pt x="17656" y="3618"/>
                  </a:lnTo>
                  <a:lnTo>
                    <a:pt x="17348" y="3265"/>
                  </a:lnTo>
                  <a:lnTo>
                    <a:pt x="17017" y="2911"/>
                  </a:lnTo>
                  <a:lnTo>
                    <a:pt x="16675" y="2580"/>
                  </a:lnTo>
                  <a:lnTo>
                    <a:pt x="16310" y="2272"/>
                  </a:lnTo>
                  <a:lnTo>
                    <a:pt x="15933" y="1975"/>
                  </a:lnTo>
                  <a:lnTo>
                    <a:pt x="15545" y="1701"/>
                  </a:lnTo>
                  <a:lnTo>
                    <a:pt x="15134" y="1438"/>
                  </a:lnTo>
                  <a:lnTo>
                    <a:pt x="14723" y="1199"/>
                  </a:lnTo>
                  <a:lnTo>
                    <a:pt x="14289" y="982"/>
                  </a:lnTo>
                  <a:lnTo>
                    <a:pt x="13844" y="776"/>
                  </a:lnTo>
                  <a:lnTo>
                    <a:pt x="13399" y="605"/>
                  </a:lnTo>
                  <a:lnTo>
                    <a:pt x="12931" y="446"/>
                  </a:lnTo>
                  <a:lnTo>
                    <a:pt x="12463" y="309"/>
                  </a:lnTo>
                  <a:lnTo>
                    <a:pt x="11973" y="194"/>
                  </a:lnTo>
                  <a:lnTo>
                    <a:pt x="11482" y="115"/>
                  </a:lnTo>
                  <a:lnTo>
                    <a:pt x="10991" y="46"/>
                  </a:lnTo>
                  <a:lnTo>
                    <a:pt x="10477" y="12"/>
                  </a:lnTo>
                  <a:lnTo>
                    <a:pt x="9964" y="0"/>
                  </a:lnTo>
                  <a:close/>
                </a:path>
              </a:pathLst>
            </a:custGeom>
            <a:solidFill>
              <a:srgbClr val="3627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712;p45">
              <a:extLst>
                <a:ext uri="{FF2B5EF4-FFF2-40B4-BE49-F238E27FC236}">
                  <a16:creationId xmlns:a16="http://schemas.microsoft.com/office/drawing/2014/main" id="{A2CE3685-C578-E3AC-B817-32000C0BB25A}"/>
                </a:ext>
              </a:extLst>
            </p:cNvPr>
            <p:cNvSpPr/>
            <p:nvPr/>
          </p:nvSpPr>
          <p:spPr>
            <a:xfrm>
              <a:off x="841825" y="4330475"/>
              <a:ext cx="305025" cy="304750"/>
            </a:xfrm>
            <a:custGeom>
              <a:avLst/>
              <a:gdLst/>
              <a:ahLst/>
              <a:cxnLst/>
              <a:rect l="l" t="t" r="r" b="b"/>
              <a:pathLst>
                <a:path w="12201" h="12190" extrusionOk="0">
                  <a:moveTo>
                    <a:pt x="5787" y="0"/>
                  </a:moveTo>
                  <a:lnTo>
                    <a:pt x="5479" y="23"/>
                  </a:lnTo>
                  <a:lnTo>
                    <a:pt x="5170" y="69"/>
                  </a:lnTo>
                  <a:lnTo>
                    <a:pt x="4874" y="115"/>
                  </a:lnTo>
                  <a:lnTo>
                    <a:pt x="4577" y="183"/>
                  </a:lnTo>
                  <a:lnTo>
                    <a:pt x="4292" y="274"/>
                  </a:lnTo>
                  <a:lnTo>
                    <a:pt x="4006" y="366"/>
                  </a:lnTo>
                  <a:lnTo>
                    <a:pt x="3732" y="480"/>
                  </a:lnTo>
                  <a:lnTo>
                    <a:pt x="3458" y="594"/>
                  </a:lnTo>
                  <a:lnTo>
                    <a:pt x="3196" y="731"/>
                  </a:lnTo>
                  <a:lnTo>
                    <a:pt x="2933" y="879"/>
                  </a:lnTo>
                  <a:lnTo>
                    <a:pt x="2694" y="1039"/>
                  </a:lnTo>
                  <a:lnTo>
                    <a:pt x="2454" y="1210"/>
                  </a:lnTo>
                  <a:lnTo>
                    <a:pt x="2226" y="1393"/>
                  </a:lnTo>
                  <a:lnTo>
                    <a:pt x="1998" y="1575"/>
                  </a:lnTo>
                  <a:lnTo>
                    <a:pt x="1792" y="1781"/>
                  </a:lnTo>
                  <a:lnTo>
                    <a:pt x="1587" y="1998"/>
                  </a:lnTo>
                  <a:lnTo>
                    <a:pt x="1393" y="2215"/>
                  </a:lnTo>
                  <a:lnTo>
                    <a:pt x="1210" y="2443"/>
                  </a:lnTo>
                  <a:lnTo>
                    <a:pt x="1050" y="2683"/>
                  </a:lnTo>
                  <a:lnTo>
                    <a:pt x="890" y="2934"/>
                  </a:lnTo>
                  <a:lnTo>
                    <a:pt x="742" y="3185"/>
                  </a:lnTo>
                  <a:lnTo>
                    <a:pt x="605" y="3447"/>
                  </a:lnTo>
                  <a:lnTo>
                    <a:pt x="480" y="3721"/>
                  </a:lnTo>
                  <a:lnTo>
                    <a:pt x="377" y="3995"/>
                  </a:lnTo>
                  <a:lnTo>
                    <a:pt x="274" y="4280"/>
                  </a:lnTo>
                  <a:lnTo>
                    <a:pt x="194" y="4566"/>
                  </a:lnTo>
                  <a:lnTo>
                    <a:pt x="126" y="4862"/>
                  </a:lnTo>
                  <a:lnTo>
                    <a:pt x="69" y="5159"/>
                  </a:lnTo>
                  <a:lnTo>
                    <a:pt x="34" y="5467"/>
                  </a:lnTo>
                  <a:lnTo>
                    <a:pt x="12" y="5775"/>
                  </a:lnTo>
                  <a:lnTo>
                    <a:pt x="0" y="6095"/>
                  </a:lnTo>
                  <a:lnTo>
                    <a:pt x="12" y="6403"/>
                  </a:lnTo>
                  <a:lnTo>
                    <a:pt x="34" y="6711"/>
                  </a:lnTo>
                  <a:lnTo>
                    <a:pt x="69" y="7019"/>
                  </a:lnTo>
                  <a:lnTo>
                    <a:pt x="126" y="7316"/>
                  </a:lnTo>
                  <a:lnTo>
                    <a:pt x="194" y="7613"/>
                  </a:lnTo>
                  <a:lnTo>
                    <a:pt x="274" y="7910"/>
                  </a:lnTo>
                  <a:lnTo>
                    <a:pt x="377" y="8195"/>
                  </a:lnTo>
                  <a:lnTo>
                    <a:pt x="480" y="8469"/>
                  </a:lnTo>
                  <a:lnTo>
                    <a:pt x="605" y="8731"/>
                  </a:lnTo>
                  <a:lnTo>
                    <a:pt x="742" y="8994"/>
                  </a:lnTo>
                  <a:lnTo>
                    <a:pt x="890" y="9256"/>
                  </a:lnTo>
                  <a:lnTo>
                    <a:pt x="1050" y="9508"/>
                  </a:lnTo>
                  <a:lnTo>
                    <a:pt x="1210" y="9736"/>
                  </a:lnTo>
                  <a:lnTo>
                    <a:pt x="1393" y="9975"/>
                  </a:lnTo>
                  <a:lnTo>
                    <a:pt x="1587" y="10192"/>
                  </a:lnTo>
                  <a:lnTo>
                    <a:pt x="1792" y="10409"/>
                  </a:lnTo>
                  <a:lnTo>
                    <a:pt x="1998" y="10603"/>
                  </a:lnTo>
                  <a:lnTo>
                    <a:pt x="2226" y="10797"/>
                  </a:lnTo>
                  <a:lnTo>
                    <a:pt x="2454" y="10980"/>
                  </a:lnTo>
                  <a:lnTo>
                    <a:pt x="2694" y="11151"/>
                  </a:lnTo>
                  <a:lnTo>
                    <a:pt x="2933" y="11311"/>
                  </a:lnTo>
                  <a:lnTo>
                    <a:pt x="3196" y="11459"/>
                  </a:lnTo>
                  <a:lnTo>
                    <a:pt x="3458" y="11585"/>
                  </a:lnTo>
                  <a:lnTo>
                    <a:pt x="3732" y="11710"/>
                  </a:lnTo>
                  <a:lnTo>
                    <a:pt x="4006" y="11824"/>
                  </a:lnTo>
                  <a:lnTo>
                    <a:pt x="4292" y="11916"/>
                  </a:lnTo>
                  <a:lnTo>
                    <a:pt x="4577" y="11996"/>
                  </a:lnTo>
                  <a:lnTo>
                    <a:pt x="4874" y="12064"/>
                  </a:lnTo>
                  <a:lnTo>
                    <a:pt x="5170" y="12121"/>
                  </a:lnTo>
                  <a:lnTo>
                    <a:pt x="5479" y="12155"/>
                  </a:lnTo>
                  <a:lnTo>
                    <a:pt x="5787" y="12178"/>
                  </a:lnTo>
                  <a:lnTo>
                    <a:pt x="6095" y="12190"/>
                  </a:lnTo>
                  <a:lnTo>
                    <a:pt x="6414" y="12178"/>
                  </a:lnTo>
                  <a:lnTo>
                    <a:pt x="6723" y="12155"/>
                  </a:lnTo>
                  <a:lnTo>
                    <a:pt x="7031" y="12121"/>
                  </a:lnTo>
                  <a:lnTo>
                    <a:pt x="7327" y="12064"/>
                  </a:lnTo>
                  <a:lnTo>
                    <a:pt x="7624" y="11996"/>
                  </a:lnTo>
                  <a:lnTo>
                    <a:pt x="7910" y="11916"/>
                  </a:lnTo>
                  <a:lnTo>
                    <a:pt x="8195" y="11824"/>
                  </a:lnTo>
                  <a:lnTo>
                    <a:pt x="8469" y="11710"/>
                  </a:lnTo>
                  <a:lnTo>
                    <a:pt x="8743" y="11585"/>
                  </a:lnTo>
                  <a:lnTo>
                    <a:pt x="9005" y="11459"/>
                  </a:lnTo>
                  <a:lnTo>
                    <a:pt x="9256" y="11311"/>
                  </a:lnTo>
                  <a:lnTo>
                    <a:pt x="9507" y="11151"/>
                  </a:lnTo>
                  <a:lnTo>
                    <a:pt x="9747" y="10980"/>
                  </a:lnTo>
                  <a:lnTo>
                    <a:pt x="9975" y="10797"/>
                  </a:lnTo>
                  <a:lnTo>
                    <a:pt x="10204" y="10603"/>
                  </a:lnTo>
                  <a:lnTo>
                    <a:pt x="10409" y="10409"/>
                  </a:lnTo>
                  <a:lnTo>
                    <a:pt x="10614" y="10192"/>
                  </a:lnTo>
                  <a:lnTo>
                    <a:pt x="10808" y="9975"/>
                  </a:lnTo>
                  <a:lnTo>
                    <a:pt x="10991" y="9736"/>
                  </a:lnTo>
                  <a:lnTo>
                    <a:pt x="11151" y="9508"/>
                  </a:lnTo>
                  <a:lnTo>
                    <a:pt x="11311" y="9256"/>
                  </a:lnTo>
                  <a:lnTo>
                    <a:pt x="11459" y="8994"/>
                  </a:lnTo>
                  <a:lnTo>
                    <a:pt x="11596" y="8731"/>
                  </a:lnTo>
                  <a:lnTo>
                    <a:pt x="11721" y="8469"/>
                  </a:lnTo>
                  <a:lnTo>
                    <a:pt x="11824" y="8195"/>
                  </a:lnTo>
                  <a:lnTo>
                    <a:pt x="11927" y="7910"/>
                  </a:lnTo>
                  <a:lnTo>
                    <a:pt x="12007" y="7613"/>
                  </a:lnTo>
                  <a:lnTo>
                    <a:pt x="12075" y="7316"/>
                  </a:lnTo>
                  <a:lnTo>
                    <a:pt x="12132" y="7019"/>
                  </a:lnTo>
                  <a:lnTo>
                    <a:pt x="12167" y="6711"/>
                  </a:lnTo>
                  <a:lnTo>
                    <a:pt x="12189" y="6403"/>
                  </a:lnTo>
                  <a:lnTo>
                    <a:pt x="12201" y="6095"/>
                  </a:lnTo>
                  <a:lnTo>
                    <a:pt x="12189" y="5775"/>
                  </a:lnTo>
                  <a:lnTo>
                    <a:pt x="12167" y="5467"/>
                  </a:lnTo>
                  <a:lnTo>
                    <a:pt x="12132" y="5159"/>
                  </a:lnTo>
                  <a:lnTo>
                    <a:pt x="12075" y="4862"/>
                  </a:lnTo>
                  <a:lnTo>
                    <a:pt x="12007" y="4566"/>
                  </a:lnTo>
                  <a:lnTo>
                    <a:pt x="11927" y="4280"/>
                  </a:lnTo>
                  <a:lnTo>
                    <a:pt x="11824" y="3995"/>
                  </a:lnTo>
                  <a:lnTo>
                    <a:pt x="11721" y="3721"/>
                  </a:lnTo>
                  <a:lnTo>
                    <a:pt x="11596" y="3447"/>
                  </a:lnTo>
                  <a:lnTo>
                    <a:pt x="11459" y="3185"/>
                  </a:lnTo>
                  <a:lnTo>
                    <a:pt x="11311" y="2934"/>
                  </a:lnTo>
                  <a:lnTo>
                    <a:pt x="11151" y="2683"/>
                  </a:lnTo>
                  <a:lnTo>
                    <a:pt x="10991" y="2443"/>
                  </a:lnTo>
                  <a:lnTo>
                    <a:pt x="10808" y="2215"/>
                  </a:lnTo>
                  <a:lnTo>
                    <a:pt x="10614" y="1998"/>
                  </a:lnTo>
                  <a:lnTo>
                    <a:pt x="10409" y="1781"/>
                  </a:lnTo>
                  <a:lnTo>
                    <a:pt x="10204" y="1575"/>
                  </a:lnTo>
                  <a:lnTo>
                    <a:pt x="9975" y="1393"/>
                  </a:lnTo>
                  <a:lnTo>
                    <a:pt x="9747" y="1210"/>
                  </a:lnTo>
                  <a:lnTo>
                    <a:pt x="9507" y="1039"/>
                  </a:lnTo>
                  <a:lnTo>
                    <a:pt x="9256" y="879"/>
                  </a:lnTo>
                  <a:lnTo>
                    <a:pt x="9005" y="731"/>
                  </a:lnTo>
                  <a:lnTo>
                    <a:pt x="8743" y="594"/>
                  </a:lnTo>
                  <a:lnTo>
                    <a:pt x="8469" y="480"/>
                  </a:lnTo>
                  <a:lnTo>
                    <a:pt x="8195" y="366"/>
                  </a:lnTo>
                  <a:lnTo>
                    <a:pt x="7910" y="274"/>
                  </a:lnTo>
                  <a:lnTo>
                    <a:pt x="7624" y="183"/>
                  </a:lnTo>
                  <a:lnTo>
                    <a:pt x="7327" y="115"/>
                  </a:lnTo>
                  <a:lnTo>
                    <a:pt x="7031" y="69"/>
                  </a:lnTo>
                  <a:lnTo>
                    <a:pt x="6723" y="23"/>
                  </a:lnTo>
                  <a:lnTo>
                    <a:pt x="6414" y="0"/>
                  </a:lnTo>
                  <a:close/>
                </a:path>
              </a:pathLst>
            </a:custGeom>
            <a:solidFill>
              <a:srgbClr val="7D7D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713;p45">
              <a:extLst>
                <a:ext uri="{FF2B5EF4-FFF2-40B4-BE49-F238E27FC236}">
                  <a16:creationId xmlns:a16="http://schemas.microsoft.com/office/drawing/2014/main" id="{FF980DA5-5CD4-C439-C411-D3F67B71CD91}"/>
                </a:ext>
              </a:extLst>
            </p:cNvPr>
            <p:cNvSpPr/>
            <p:nvPr/>
          </p:nvSpPr>
          <p:spPr>
            <a:xfrm>
              <a:off x="934825" y="4423500"/>
              <a:ext cx="119025" cy="118700"/>
            </a:xfrm>
            <a:custGeom>
              <a:avLst/>
              <a:gdLst/>
              <a:ahLst/>
              <a:cxnLst/>
              <a:rect l="l" t="t" r="r" b="b"/>
              <a:pathLst>
                <a:path w="4761" h="4748" extrusionOk="0">
                  <a:moveTo>
                    <a:pt x="2375" y="0"/>
                  </a:moveTo>
                  <a:lnTo>
                    <a:pt x="2135" y="12"/>
                  </a:lnTo>
                  <a:lnTo>
                    <a:pt x="1907" y="46"/>
                  </a:lnTo>
                  <a:lnTo>
                    <a:pt x="1679" y="103"/>
                  </a:lnTo>
                  <a:lnTo>
                    <a:pt x="1450" y="183"/>
                  </a:lnTo>
                  <a:lnTo>
                    <a:pt x="1245" y="285"/>
                  </a:lnTo>
                  <a:lnTo>
                    <a:pt x="1051" y="400"/>
                  </a:lnTo>
                  <a:lnTo>
                    <a:pt x="868" y="537"/>
                  </a:lnTo>
                  <a:lnTo>
                    <a:pt x="697" y="696"/>
                  </a:lnTo>
                  <a:lnTo>
                    <a:pt x="549" y="856"/>
                  </a:lnTo>
                  <a:lnTo>
                    <a:pt x="412" y="1039"/>
                  </a:lnTo>
                  <a:lnTo>
                    <a:pt x="286" y="1244"/>
                  </a:lnTo>
                  <a:lnTo>
                    <a:pt x="195" y="1450"/>
                  </a:lnTo>
                  <a:lnTo>
                    <a:pt x="115" y="1666"/>
                  </a:lnTo>
                  <a:lnTo>
                    <a:pt x="58" y="1895"/>
                  </a:lnTo>
                  <a:lnTo>
                    <a:pt x="12" y="2134"/>
                  </a:lnTo>
                  <a:lnTo>
                    <a:pt x="1" y="2374"/>
                  </a:lnTo>
                  <a:lnTo>
                    <a:pt x="12" y="2614"/>
                  </a:lnTo>
                  <a:lnTo>
                    <a:pt x="58" y="2853"/>
                  </a:lnTo>
                  <a:lnTo>
                    <a:pt x="115" y="3082"/>
                  </a:lnTo>
                  <a:lnTo>
                    <a:pt x="195" y="3298"/>
                  </a:lnTo>
                  <a:lnTo>
                    <a:pt x="286" y="3504"/>
                  </a:lnTo>
                  <a:lnTo>
                    <a:pt x="412" y="3698"/>
                  </a:lnTo>
                  <a:lnTo>
                    <a:pt x="549" y="3881"/>
                  </a:lnTo>
                  <a:lnTo>
                    <a:pt x="697" y="4052"/>
                  </a:lnTo>
                  <a:lnTo>
                    <a:pt x="868" y="4200"/>
                  </a:lnTo>
                  <a:lnTo>
                    <a:pt x="1051" y="4337"/>
                  </a:lnTo>
                  <a:lnTo>
                    <a:pt x="1245" y="4463"/>
                  </a:lnTo>
                  <a:lnTo>
                    <a:pt x="1450" y="4565"/>
                  </a:lnTo>
                  <a:lnTo>
                    <a:pt x="1679" y="4645"/>
                  </a:lnTo>
                  <a:lnTo>
                    <a:pt x="1907" y="4702"/>
                  </a:lnTo>
                  <a:lnTo>
                    <a:pt x="2135" y="4737"/>
                  </a:lnTo>
                  <a:lnTo>
                    <a:pt x="2375" y="4748"/>
                  </a:lnTo>
                  <a:lnTo>
                    <a:pt x="2626" y="4737"/>
                  </a:lnTo>
                  <a:lnTo>
                    <a:pt x="2854" y="4702"/>
                  </a:lnTo>
                  <a:lnTo>
                    <a:pt x="3082" y="4645"/>
                  </a:lnTo>
                  <a:lnTo>
                    <a:pt x="3311" y="4565"/>
                  </a:lnTo>
                  <a:lnTo>
                    <a:pt x="3516" y="4463"/>
                  </a:lnTo>
                  <a:lnTo>
                    <a:pt x="3710" y="4337"/>
                  </a:lnTo>
                  <a:lnTo>
                    <a:pt x="3893" y="4200"/>
                  </a:lnTo>
                  <a:lnTo>
                    <a:pt x="4064" y="4052"/>
                  </a:lnTo>
                  <a:lnTo>
                    <a:pt x="4212" y="3881"/>
                  </a:lnTo>
                  <a:lnTo>
                    <a:pt x="4349" y="3698"/>
                  </a:lnTo>
                  <a:lnTo>
                    <a:pt x="4475" y="3504"/>
                  </a:lnTo>
                  <a:lnTo>
                    <a:pt x="4566" y="3298"/>
                  </a:lnTo>
                  <a:lnTo>
                    <a:pt x="4646" y="3082"/>
                  </a:lnTo>
                  <a:lnTo>
                    <a:pt x="4703" y="2853"/>
                  </a:lnTo>
                  <a:lnTo>
                    <a:pt x="4749" y="2614"/>
                  </a:lnTo>
                  <a:lnTo>
                    <a:pt x="4760" y="2374"/>
                  </a:lnTo>
                  <a:lnTo>
                    <a:pt x="4749" y="2134"/>
                  </a:lnTo>
                  <a:lnTo>
                    <a:pt x="4703" y="1895"/>
                  </a:lnTo>
                  <a:lnTo>
                    <a:pt x="4646" y="1666"/>
                  </a:lnTo>
                  <a:lnTo>
                    <a:pt x="4566" y="1450"/>
                  </a:lnTo>
                  <a:lnTo>
                    <a:pt x="4475" y="1244"/>
                  </a:lnTo>
                  <a:lnTo>
                    <a:pt x="4349" y="1039"/>
                  </a:lnTo>
                  <a:lnTo>
                    <a:pt x="4212" y="856"/>
                  </a:lnTo>
                  <a:lnTo>
                    <a:pt x="4064" y="696"/>
                  </a:lnTo>
                  <a:lnTo>
                    <a:pt x="3893" y="537"/>
                  </a:lnTo>
                  <a:lnTo>
                    <a:pt x="3710" y="400"/>
                  </a:lnTo>
                  <a:lnTo>
                    <a:pt x="3516" y="285"/>
                  </a:lnTo>
                  <a:lnTo>
                    <a:pt x="3311" y="183"/>
                  </a:lnTo>
                  <a:lnTo>
                    <a:pt x="3082" y="103"/>
                  </a:lnTo>
                  <a:lnTo>
                    <a:pt x="2854" y="46"/>
                  </a:lnTo>
                  <a:lnTo>
                    <a:pt x="2626" y="12"/>
                  </a:lnTo>
                  <a:lnTo>
                    <a:pt x="2375" y="0"/>
                  </a:ln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714;p45">
              <a:extLst>
                <a:ext uri="{FF2B5EF4-FFF2-40B4-BE49-F238E27FC236}">
                  <a16:creationId xmlns:a16="http://schemas.microsoft.com/office/drawing/2014/main" id="{A66F5C43-9014-FEEE-81F9-17F38348E083}"/>
                </a:ext>
              </a:extLst>
            </p:cNvPr>
            <p:cNvSpPr/>
            <p:nvPr/>
          </p:nvSpPr>
          <p:spPr>
            <a:xfrm>
              <a:off x="2677050" y="4233750"/>
              <a:ext cx="498500" cy="498200"/>
            </a:xfrm>
            <a:custGeom>
              <a:avLst/>
              <a:gdLst/>
              <a:ahLst/>
              <a:cxnLst/>
              <a:rect l="l" t="t" r="r" b="b"/>
              <a:pathLst>
                <a:path w="19940" h="19928" extrusionOk="0">
                  <a:moveTo>
                    <a:pt x="9964" y="0"/>
                  </a:moveTo>
                  <a:lnTo>
                    <a:pt x="9450" y="12"/>
                  </a:lnTo>
                  <a:lnTo>
                    <a:pt x="8948" y="46"/>
                  </a:lnTo>
                  <a:lnTo>
                    <a:pt x="8446" y="115"/>
                  </a:lnTo>
                  <a:lnTo>
                    <a:pt x="7955" y="194"/>
                  </a:lnTo>
                  <a:lnTo>
                    <a:pt x="7476" y="309"/>
                  </a:lnTo>
                  <a:lnTo>
                    <a:pt x="7008" y="446"/>
                  </a:lnTo>
                  <a:lnTo>
                    <a:pt x="6540" y="605"/>
                  </a:lnTo>
                  <a:lnTo>
                    <a:pt x="6084" y="776"/>
                  </a:lnTo>
                  <a:lnTo>
                    <a:pt x="5650" y="982"/>
                  </a:lnTo>
                  <a:lnTo>
                    <a:pt x="5216" y="1199"/>
                  </a:lnTo>
                  <a:lnTo>
                    <a:pt x="4794" y="1438"/>
                  </a:lnTo>
                  <a:lnTo>
                    <a:pt x="4394" y="1701"/>
                  </a:lnTo>
                  <a:lnTo>
                    <a:pt x="4006" y="1975"/>
                  </a:lnTo>
                  <a:lnTo>
                    <a:pt x="3630" y="2272"/>
                  </a:lnTo>
                  <a:lnTo>
                    <a:pt x="3264" y="2580"/>
                  </a:lnTo>
                  <a:lnTo>
                    <a:pt x="2922" y="2911"/>
                  </a:lnTo>
                  <a:lnTo>
                    <a:pt x="2591" y="3265"/>
                  </a:lnTo>
                  <a:lnTo>
                    <a:pt x="2272" y="3618"/>
                  </a:lnTo>
                  <a:lnTo>
                    <a:pt x="1986" y="3995"/>
                  </a:lnTo>
                  <a:lnTo>
                    <a:pt x="1701" y="4394"/>
                  </a:lnTo>
                  <a:lnTo>
                    <a:pt x="1438" y="4794"/>
                  </a:lnTo>
                  <a:lnTo>
                    <a:pt x="1199" y="5216"/>
                  </a:lnTo>
                  <a:lnTo>
                    <a:pt x="982" y="5638"/>
                  </a:lnTo>
                  <a:lnTo>
                    <a:pt x="788" y="6084"/>
                  </a:lnTo>
                  <a:lnTo>
                    <a:pt x="605" y="6540"/>
                  </a:lnTo>
                  <a:lnTo>
                    <a:pt x="445" y="6997"/>
                  </a:lnTo>
                  <a:lnTo>
                    <a:pt x="320" y="7476"/>
                  </a:lnTo>
                  <a:lnTo>
                    <a:pt x="206" y="7955"/>
                  </a:lnTo>
                  <a:lnTo>
                    <a:pt x="114" y="8446"/>
                  </a:lnTo>
                  <a:lnTo>
                    <a:pt x="57" y="8948"/>
                  </a:lnTo>
                  <a:lnTo>
                    <a:pt x="12" y="9450"/>
                  </a:lnTo>
                  <a:lnTo>
                    <a:pt x="0" y="9964"/>
                  </a:lnTo>
                  <a:lnTo>
                    <a:pt x="12" y="10478"/>
                  </a:lnTo>
                  <a:lnTo>
                    <a:pt x="57" y="10980"/>
                  </a:lnTo>
                  <a:lnTo>
                    <a:pt x="114" y="11482"/>
                  </a:lnTo>
                  <a:lnTo>
                    <a:pt x="206" y="11973"/>
                  </a:lnTo>
                  <a:lnTo>
                    <a:pt x="320" y="12452"/>
                  </a:lnTo>
                  <a:lnTo>
                    <a:pt x="445" y="12931"/>
                  </a:lnTo>
                  <a:lnTo>
                    <a:pt x="605" y="13388"/>
                  </a:lnTo>
                  <a:lnTo>
                    <a:pt x="788" y="13844"/>
                  </a:lnTo>
                  <a:lnTo>
                    <a:pt x="982" y="14278"/>
                  </a:lnTo>
                  <a:lnTo>
                    <a:pt x="1199" y="14712"/>
                  </a:lnTo>
                  <a:lnTo>
                    <a:pt x="1438" y="15134"/>
                  </a:lnTo>
                  <a:lnTo>
                    <a:pt x="1701" y="15534"/>
                  </a:lnTo>
                  <a:lnTo>
                    <a:pt x="1986" y="15922"/>
                  </a:lnTo>
                  <a:lnTo>
                    <a:pt x="2272" y="16298"/>
                  </a:lnTo>
                  <a:lnTo>
                    <a:pt x="2591" y="16664"/>
                  </a:lnTo>
                  <a:lnTo>
                    <a:pt x="2922" y="17006"/>
                  </a:lnTo>
                  <a:lnTo>
                    <a:pt x="3264" y="17337"/>
                  </a:lnTo>
                  <a:lnTo>
                    <a:pt x="3630" y="17656"/>
                  </a:lnTo>
                  <a:lnTo>
                    <a:pt x="4006" y="17953"/>
                  </a:lnTo>
                  <a:lnTo>
                    <a:pt x="4394" y="18227"/>
                  </a:lnTo>
                  <a:lnTo>
                    <a:pt x="4794" y="18490"/>
                  </a:lnTo>
                  <a:lnTo>
                    <a:pt x="5216" y="18729"/>
                  </a:lnTo>
                  <a:lnTo>
                    <a:pt x="5650" y="18946"/>
                  </a:lnTo>
                  <a:lnTo>
                    <a:pt x="6084" y="19140"/>
                  </a:lnTo>
                  <a:lnTo>
                    <a:pt x="6540" y="19323"/>
                  </a:lnTo>
                  <a:lnTo>
                    <a:pt x="7008" y="19483"/>
                  </a:lnTo>
                  <a:lnTo>
                    <a:pt x="7476" y="19620"/>
                  </a:lnTo>
                  <a:lnTo>
                    <a:pt x="7955" y="19722"/>
                  </a:lnTo>
                  <a:lnTo>
                    <a:pt x="8446" y="19814"/>
                  </a:lnTo>
                  <a:lnTo>
                    <a:pt x="8948" y="19882"/>
                  </a:lnTo>
                  <a:lnTo>
                    <a:pt x="9450" y="19916"/>
                  </a:lnTo>
                  <a:lnTo>
                    <a:pt x="9964" y="19928"/>
                  </a:lnTo>
                  <a:lnTo>
                    <a:pt x="10478" y="19916"/>
                  </a:lnTo>
                  <a:lnTo>
                    <a:pt x="10991" y="19882"/>
                  </a:lnTo>
                  <a:lnTo>
                    <a:pt x="11482" y="19814"/>
                  </a:lnTo>
                  <a:lnTo>
                    <a:pt x="11973" y="19722"/>
                  </a:lnTo>
                  <a:lnTo>
                    <a:pt x="12463" y="19620"/>
                  </a:lnTo>
                  <a:lnTo>
                    <a:pt x="12931" y="19483"/>
                  </a:lnTo>
                  <a:lnTo>
                    <a:pt x="13399" y="19323"/>
                  </a:lnTo>
                  <a:lnTo>
                    <a:pt x="13844" y="19140"/>
                  </a:lnTo>
                  <a:lnTo>
                    <a:pt x="14290" y="18946"/>
                  </a:lnTo>
                  <a:lnTo>
                    <a:pt x="14723" y="18729"/>
                  </a:lnTo>
                  <a:lnTo>
                    <a:pt x="15134" y="18490"/>
                  </a:lnTo>
                  <a:lnTo>
                    <a:pt x="15545" y="18227"/>
                  </a:lnTo>
                  <a:lnTo>
                    <a:pt x="15933" y="17953"/>
                  </a:lnTo>
                  <a:lnTo>
                    <a:pt x="16310" y="17656"/>
                  </a:lnTo>
                  <a:lnTo>
                    <a:pt x="16663" y="17337"/>
                  </a:lnTo>
                  <a:lnTo>
                    <a:pt x="17017" y="17006"/>
                  </a:lnTo>
                  <a:lnTo>
                    <a:pt x="17348" y="16664"/>
                  </a:lnTo>
                  <a:lnTo>
                    <a:pt x="17656" y="16298"/>
                  </a:lnTo>
                  <a:lnTo>
                    <a:pt x="17953" y="15922"/>
                  </a:lnTo>
                  <a:lnTo>
                    <a:pt x="18227" y="15534"/>
                  </a:lnTo>
                  <a:lnTo>
                    <a:pt x="18490" y="15134"/>
                  </a:lnTo>
                  <a:lnTo>
                    <a:pt x="18729" y="14712"/>
                  </a:lnTo>
                  <a:lnTo>
                    <a:pt x="18946" y="14278"/>
                  </a:lnTo>
                  <a:lnTo>
                    <a:pt x="19152" y="13844"/>
                  </a:lnTo>
                  <a:lnTo>
                    <a:pt x="19334" y="13388"/>
                  </a:lnTo>
                  <a:lnTo>
                    <a:pt x="19483" y="12931"/>
                  </a:lnTo>
                  <a:lnTo>
                    <a:pt x="19619" y="12452"/>
                  </a:lnTo>
                  <a:lnTo>
                    <a:pt x="19734" y="11973"/>
                  </a:lnTo>
                  <a:lnTo>
                    <a:pt x="19814" y="11482"/>
                  </a:lnTo>
                  <a:lnTo>
                    <a:pt x="19882" y="10980"/>
                  </a:lnTo>
                  <a:lnTo>
                    <a:pt x="19916" y="10478"/>
                  </a:lnTo>
                  <a:lnTo>
                    <a:pt x="19939" y="9964"/>
                  </a:lnTo>
                  <a:lnTo>
                    <a:pt x="19916" y="9450"/>
                  </a:lnTo>
                  <a:lnTo>
                    <a:pt x="19882" y="8948"/>
                  </a:lnTo>
                  <a:lnTo>
                    <a:pt x="19814" y="8446"/>
                  </a:lnTo>
                  <a:lnTo>
                    <a:pt x="19734" y="7955"/>
                  </a:lnTo>
                  <a:lnTo>
                    <a:pt x="19619" y="7476"/>
                  </a:lnTo>
                  <a:lnTo>
                    <a:pt x="19483" y="6997"/>
                  </a:lnTo>
                  <a:lnTo>
                    <a:pt x="19334" y="6540"/>
                  </a:lnTo>
                  <a:lnTo>
                    <a:pt x="19152" y="6084"/>
                  </a:lnTo>
                  <a:lnTo>
                    <a:pt x="18946" y="5638"/>
                  </a:lnTo>
                  <a:lnTo>
                    <a:pt x="18729" y="5216"/>
                  </a:lnTo>
                  <a:lnTo>
                    <a:pt x="18490" y="4794"/>
                  </a:lnTo>
                  <a:lnTo>
                    <a:pt x="18227" y="4394"/>
                  </a:lnTo>
                  <a:lnTo>
                    <a:pt x="17953" y="3995"/>
                  </a:lnTo>
                  <a:lnTo>
                    <a:pt x="17656" y="3618"/>
                  </a:lnTo>
                  <a:lnTo>
                    <a:pt x="17348" y="3265"/>
                  </a:lnTo>
                  <a:lnTo>
                    <a:pt x="17017" y="2911"/>
                  </a:lnTo>
                  <a:lnTo>
                    <a:pt x="16663" y="2580"/>
                  </a:lnTo>
                  <a:lnTo>
                    <a:pt x="16310" y="2272"/>
                  </a:lnTo>
                  <a:lnTo>
                    <a:pt x="15933" y="1975"/>
                  </a:lnTo>
                  <a:lnTo>
                    <a:pt x="15545" y="1701"/>
                  </a:lnTo>
                  <a:lnTo>
                    <a:pt x="15134" y="1438"/>
                  </a:lnTo>
                  <a:lnTo>
                    <a:pt x="14723" y="1199"/>
                  </a:lnTo>
                  <a:lnTo>
                    <a:pt x="14290" y="982"/>
                  </a:lnTo>
                  <a:lnTo>
                    <a:pt x="13844" y="776"/>
                  </a:lnTo>
                  <a:lnTo>
                    <a:pt x="13399" y="605"/>
                  </a:lnTo>
                  <a:lnTo>
                    <a:pt x="12931" y="446"/>
                  </a:lnTo>
                  <a:lnTo>
                    <a:pt x="12463" y="309"/>
                  </a:lnTo>
                  <a:lnTo>
                    <a:pt x="11973" y="194"/>
                  </a:lnTo>
                  <a:lnTo>
                    <a:pt x="11482" y="115"/>
                  </a:lnTo>
                  <a:lnTo>
                    <a:pt x="10991" y="46"/>
                  </a:lnTo>
                  <a:lnTo>
                    <a:pt x="10478" y="12"/>
                  </a:lnTo>
                  <a:lnTo>
                    <a:pt x="9964" y="0"/>
                  </a:lnTo>
                  <a:close/>
                </a:path>
              </a:pathLst>
            </a:custGeom>
            <a:solidFill>
              <a:srgbClr val="3627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715;p45">
              <a:extLst>
                <a:ext uri="{FF2B5EF4-FFF2-40B4-BE49-F238E27FC236}">
                  <a16:creationId xmlns:a16="http://schemas.microsoft.com/office/drawing/2014/main" id="{0CCCB735-76CF-7678-BBC4-0A98690BF62A}"/>
                </a:ext>
              </a:extLst>
            </p:cNvPr>
            <p:cNvSpPr/>
            <p:nvPr/>
          </p:nvSpPr>
          <p:spPr>
            <a:xfrm>
              <a:off x="2773775" y="4330475"/>
              <a:ext cx="304750" cy="304750"/>
            </a:xfrm>
            <a:custGeom>
              <a:avLst/>
              <a:gdLst/>
              <a:ahLst/>
              <a:cxnLst/>
              <a:rect l="l" t="t" r="r" b="b"/>
              <a:pathLst>
                <a:path w="12190" h="12190" extrusionOk="0">
                  <a:moveTo>
                    <a:pt x="5787" y="0"/>
                  </a:moveTo>
                  <a:lnTo>
                    <a:pt x="5479" y="23"/>
                  </a:lnTo>
                  <a:lnTo>
                    <a:pt x="5171" y="69"/>
                  </a:lnTo>
                  <a:lnTo>
                    <a:pt x="4874" y="115"/>
                  </a:lnTo>
                  <a:lnTo>
                    <a:pt x="4577" y="183"/>
                  </a:lnTo>
                  <a:lnTo>
                    <a:pt x="4280" y="274"/>
                  </a:lnTo>
                  <a:lnTo>
                    <a:pt x="4006" y="366"/>
                  </a:lnTo>
                  <a:lnTo>
                    <a:pt x="3721" y="480"/>
                  </a:lnTo>
                  <a:lnTo>
                    <a:pt x="3459" y="594"/>
                  </a:lnTo>
                  <a:lnTo>
                    <a:pt x="3196" y="731"/>
                  </a:lnTo>
                  <a:lnTo>
                    <a:pt x="2934" y="879"/>
                  </a:lnTo>
                  <a:lnTo>
                    <a:pt x="2694" y="1039"/>
                  </a:lnTo>
                  <a:lnTo>
                    <a:pt x="2454" y="1210"/>
                  </a:lnTo>
                  <a:lnTo>
                    <a:pt x="2215" y="1393"/>
                  </a:lnTo>
                  <a:lnTo>
                    <a:pt x="1998" y="1575"/>
                  </a:lnTo>
                  <a:lnTo>
                    <a:pt x="1792" y="1781"/>
                  </a:lnTo>
                  <a:lnTo>
                    <a:pt x="1587" y="1998"/>
                  </a:lnTo>
                  <a:lnTo>
                    <a:pt x="1393" y="2215"/>
                  </a:lnTo>
                  <a:lnTo>
                    <a:pt x="1210" y="2443"/>
                  </a:lnTo>
                  <a:lnTo>
                    <a:pt x="1039" y="2683"/>
                  </a:lnTo>
                  <a:lnTo>
                    <a:pt x="879" y="2934"/>
                  </a:lnTo>
                  <a:lnTo>
                    <a:pt x="742" y="3185"/>
                  </a:lnTo>
                  <a:lnTo>
                    <a:pt x="605" y="3447"/>
                  </a:lnTo>
                  <a:lnTo>
                    <a:pt x="480" y="3721"/>
                  </a:lnTo>
                  <a:lnTo>
                    <a:pt x="377" y="3995"/>
                  </a:lnTo>
                  <a:lnTo>
                    <a:pt x="274" y="4280"/>
                  </a:lnTo>
                  <a:lnTo>
                    <a:pt x="194" y="4566"/>
                  </a:lnTo>
                  <a:lnTo>
                    <a:pt x="126" y="4862"/>
                  </a:lnTo>
                  <a:lnTo>
                    <a:pt x="69" y="5159"/>
                  </a:lnTo>
                  <a:lnTo>
                    <a:pt x="35" y="5467"/>
                  </a:lnTo>
                  <a:lnTo>
                    <a:pt x="12" y="5775"/>
                  </a:lnTo>
                  <a:lnTo>
                    <a:pt x="0" y="6095"/>
                  </a:lnTo>
                  <a:lnTo>
                    <a:pt x="12" y="6403"/>
                  </a:lnTo>
                  <a:lnTo>
                    <a:pt x="35" y="6711"/>
                  </a:lnTo>
                  <a:lnTo>
                    <a:pt x="69" y="7019"/>
                  </a:lnTo>
                  <a:lnTo>
                    <a:pt x="126" y="7316"/>
                  </a:lnTo>
                  <a:lnTo>
                    <a:pt x="194" y="7613"/>
                  </a:lnTo>
                  <a:lnTo>
                    <a:pt x="274" y="7910"/>
                  </a:lnTo>
                  <a:lnTo>
                    <a:pt x="377" y="8195"/>
                  </a:lnTo>
                  <a:lnTo>
                    <a:pt x="480" y="8469"/>
                  </a:lnTo>
                  <a:lnTo>
                    <a:pt x="605" y="8731"/>
                  </a:lnTo>
                  <a:lnTo>
                    <a:pt x="742" y="8994"/>
                  </a:lnTo>
                  <a:lnTo>
                    <a:pt x="879" y="9256"/>
                  </a:lnTo>
                  <a:lnTo>
                    <a:pt x="1039" y="9508"/>
                  </a:lnTo>
                  <a:lnTo>
                    <a:pt x="1210" y="9736"/>
                  </a:lnTo>
                  <a:lnTo>
                    <a:pt x="1393" y="9975"/>
                  </a:lnTo>
                  <a:lnTo>
                    <a:pt x="1587" y="10192"/>
                  </a:lnTo>
                  <a:lnTo>
                    <a:pt x="1792" y="10409"/>
                  </a:lnTo>
                  <a:lnTo>
                    <a:pt x="1998" y="10603"/>
                  </a:lnTo>
                  <a:lnTo>
                    <a:pt x="2215" y="10797"/>
                  </a:lnTo>
                  <a:lnTo>
                    <a:pt x="2454" y="10980"/>
                  </a:lnTo>
                  <a:lnTo>
                    <a:pt x="2694" y="11151"/>
                  </a:lnTo>
                  <a:lnTo>
                    <a:pt x="2934" y="11311"/>
                  </a:lnTo>
                  <a:lnTo>
                    <a:pt x="3196" y="11459"/>
                  </a:lnTo>
                  <a:lnTo>
                    <a:pt x="3459" y="11585"/>
                  </a:lnTo>
                  <a:lnTo>
                    <a:pt x="3721" y="11710"/>
                  </a:lnTo>
                  <a:lnTo>
                    <a:pt x="4006" y="11824"/>
                  </a:lnTo>
                  <a:lnTo>
                    <a:pt x="4280" y="11916"/>
                  </a:lnTo>
                  <a:lnTo>
                    <a:pt x="4577" y="11996"/>
                  </a:lnTo>
                  <a:lnTo>
                    <a:pt x="4874" y="12064"/>
                  </a:lnTo>
                  <a:lnTo>
                    <a:pt x="5171" y="12121"/>
                  </a:lnTo>
                  <a:lnTo>
                    <a:pt x="5479" y="12155"/>
                  </a:lnTo>
                  <a:lnTo>
                    <a:pt x="5787" y="12178"/>
                  </a:lnTo>
                  <a:lnTo>
                    <a:pt x="6095" y="12190"/>
                  </a:lnTo>
                  <a:lnTo>
                    <a:pt x="6415" y="12178"/>
                  </a:lnTo>
                  <a:lnTo>
                    <a:pt x="6723" y="12155"/>
                  </a:lnTo>
                  <a:lnTo>
                    <a:pt x="7031" y="12121"/>
                  </a:lnTo>
                  <a:lnTo>
                    <a:pt x="7328" y="12064"/>
                  </a:lnTo>
                  <a:lnTo>
                    <a:pt x="7624" y="11996"/>
                  </a:lnTo>
                  <a:lnTo>
                    <a:pt x="7910" y="11916"/>
                  </a:lnTo>
                  <a:lnTo>
                    <a:pt x="8195" y="11824"/>
                  </a:lnTo>
                  <a:lnTo>
                    <a:pt x="8469" y="11710"/>
                  </a:lnTo>
                  <a:lnTo>
                    <a:pt x="8743" y="11585"/>
                  </a:lnTo>
                  <a:lnTo>
                    <a:pt x="9005" y="11459"/>
                  </a:lnTo>
                  <a:lnTo>
                    <a:pt x="9256" y="11311"/>
                  </a:lnTo>
                  <a:lnTo>
                    <a:pt x="9508" y="11151"/>
                  </a:lnTo>
                  <a:lnTo>
                    <a:pt x="9747" y="10980"/>
                  </a:lnTo>
                  <a:lnTo>
                    <a:pt x="9975" y="10797"/>
                  </a:lnTo>
                  <a:lnTo>
                    <a:pt x="10192" y="10603"/>
                  </a:lnTo>
                  <a:lnTo>
                    <a:pt x="10409" y="10409"/>
                  </a:lnTo>
                  <a:lnTo>
                    <a:pt x="10615" y="10192"/>
                  </a:lnTo>
                  <a:lnTo>
                    <a:pt x="10809" y="9975"/>
                  </a:lnTo>
                  <a:lnTo>
                    <a:pt x="10980" y="9736"/>
                  </a:lnTo>
                  <a:lnTo>
                    <a:pt x="11151" y="9508"/>
                  </a:lnTo>
                  <a:lnTo>
                    <a:pt x="11311" y="9256"/>
                  </a:lnTo>
                  <a:lnTo>
                    <a:pt x="11459" y="8994"/>
                  </a:lnTo>
                  <a:lnTo>
                    <a:pt x="11596" y="8731"/>
                  </a:lnTo>
                  <a:lnTo>
                    <a:pt x="11722" y="8469"/>
                  </a:lnTo>
                  <a:lnTo>
                    <a:pt x="11824" y="8195"/>
                  </a:lnTo>
                  <a:lnTo>
                    <a:pt x="11916" y="7910"/>
                  </a:lnTo>
                  <a:lnTo>
                    <a:pt x="12007" y="7613"/>
                  </a:lnTo>
                  <a:lnTo>
                    <a:pt x="12075" y="7316"/>
                  </a:lnTo>
                  <a:lnTo>
                    <a:pt x="12121" y="7019"/>
                  </a:lnTo>
                  <a:lnTo>
                    <a:pt x="12167" y="6711"/>
                  </a:lnTo>
                  <a:lnTo>
                    <a:pt x="12190" y="6403"/>
                  </a:lnTo>
                  <a:lnTo>
                    <a:pt x="12190" y="6095"/>
                  </a:lnTo>
                  <a:lnTo>
                    <a:pt x="12190" y="5775"/>
                  </a:lnTo>
                  <a:lnTo>
                    <a:pt x="12167" y="5467"/>
                  </a:lnTo>
                  <a:lnTo>
                    <a:pt x="12121" y="5159"/>
                  </a:lnTo>
                  <a:lnTo>
                    <a:pt x="12075" y="4862"/>
                  </a:lnTo>
                  <a:lnTo>
                    <a:pt x="12007" y="4566"/>
                  </a:lnTo>
                  <a:lnTo>
                    <a:pt x="11916" y="4280"/>
                  </a:lnTo>
                  <a:lnTo>
                    <a:pt x="11824" y="3995"/>
                  </a:lnTo>
                  <a:lnTo>
                    <a:pt x="11722" y="3721"/>
                  </a:lnTo>
                  <a:lnTo>
                    <a:pt x="11596" y="3447"/>
                  </a:lnTo>
                  <a:lnTo>
                    <a:pt x="11459" y="3185"/>
                  </a:lnTo>
                  <a:lnTo>
                    <a:pt x="11311" y="2934"/>
                  </a:lnTo>
                  <a:lnTo>
                    <a:pt x="11151" y="2683"/>
                  </a:lnTo>
                  <a:lnTo>
                    <a:pt x="10980" y="2443"/>
                  </a:lnTo>
                  <a:lnTo>
                    <a:pt x="10809" y="2215"/>
                  </a:lnTo>
                  <a:lnTo>
                    <a:pt x="10615" y="1998"/>
                  </a:lnTo>
                  <a:lnTo>
                    <a:pt x="10409" y="1781"/>
                  </a:lnTo>
                  <a:lnTo>
                    <a:pt x="10192" y="1575"/>
                  </a:lnTo>
                  <a:lnTo>
                    <a:pt x="9975" y="1393"/>
                  </a:lnTo>
                  <a:lnTo>
                    <a:pt x="9747" y="1210"/>
                  </a:lnTo>
                  <a:lnTo>
                    <a:pt x="9508" y="1039"/>
                  </a:lnTo>
                  <a:lnTo>
                    <a:pt x="9256" y="879"/>
                  </a:lnTo>
                  <a:lnTo>
                    <a:pt x="9005" y="731"/>
                  </a:lnTo>
                  <a:lnTo>
                    <a:pt x="8743" y="594"/>
                  </a:lnTo>
                  <a:lnTo>
                    <a:pt x="8469" y="480"/>
                  </a:lnTo>
                  <a:lnTo>
                    <a:pt x="8195" y="366"/>
                  </a:lnTo>
                  <a:lnTo>
                    <a:pt x="7910" y="274"/>
                  </a:lnTo>
                  <a:lnTo>
                    <a:pt x="7624" y="183"/>
                  </a:lnTo>
                  <a:lnTo>
                    <a:pt x="7328" y="115"/>
                  </a:lnTo>
                  <a:lnTo>
                    <a:pt x="7031" y="69"/>
                  </a:lnTo>
                  <a:lnTo>
                    <a:pt x="6723" y="23"/>
                  </a:lnTo>
                  <a:lnTo>
                    <a:pt x="6415" y="0"/>
                  </a:lnTo>
                  <a:close/>
                </a:path>
              </a:pathLst>
            </a:custGeom>
            <a:solidFill>
              <a:srgbClr val="7D7D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716;p45">
              <a:extLst>
                <a:ext uri="{FF2B5EF4-FFF2-40B4-BE49-F238E27FC236}">
                  <a16:creationId xmlns:a16="http://schemas.microsoft.com/office/drawing/2014/main" id="{53F52F63-CC97-11A2-CA95-2499BD15D233}"/>
                </a:ext>
              </a:extLst>
            </p:cNvPr>
            <p:cNvSpPr/>
            <p:nvPr/>
          </p:nvSpPr>
          <p:spPr>
            <a:xfrm>
              <a:off x="2866800" y="4423500"/>
              <a:ext cx="118700" cy="118700"/>
            </a:xfrm>
            <a:custGeom>
              <a:avLst/>
              <a:gdLst/>
              <a:ahLst/>
              <a:cxnLst/>
              <a:rect l="l" t="t" r="r" b="b"/>
              <a:pathLst>
                <a:path w="4748" h="4748" extrusionOk="0">
                  <a:moveTo>
                    <a:pt x="2374" y="0"/>
                  </a:moveTo>
                  <a:lnTo>
                    <a:pt x="2134" y="12"/>
                  </a:lnTo>
                  <a:lnTo>
                    <a:pt x="1895" y="46"/>
                  </a:lnTo>
                  <a:lnTo>
                    <a:pt x="1666" y="103"/>
                  </a:lnTo>
                  <a:lnTo>
                    <a:pt x="1450" y="183"/>
                  </a:lnTo>
                  <a:lnTo>
                    <a:pt x="1244" y="285"/>
                  </a:lnTo>
                  <a:lnTo>
                    <a:pt x="1050" y="400"/>
                  </a:lnTo>
                  <a:lnTo>
                    <a:pt x="867" y="537"/>
                  </a:lnTo>
                  <a:lnTo>
                    <a:pt x="696" y="696"/>
                  </a:lnTo>
                  <a:lnTo>
                    <a:pt x="548" y="856"/>
                  </a:lnTo>
                  <a:lnTo>
                    <a:pt x="411" y="1039"/>
                  </a:lnTo>
                  <a:lnTo>
                    <a:pt x="285" y="1244"/>
                  </a:lnTo>
                  <a:lnTo>
                    <a:pt x="183" y="1450"/>
                  </a:lnTo>
                  <a:lnTo>
                    <a:pt x="103" y="1666"/>
                  </a:lnTo>
                  <a:lnTo>
                    <a:pt x="46" y="1895"/>
                  </a:lnTo>
                  <a:lnTo>
                    <a:pt x="11" y="2134"/>
                  </a:lnTo>
                  <a:lnTo>
                    <a:pt x="0" y="2374"/>
                  </a:lnTo>
                  <a:lnTo>
                    <a:pt x="11" y="2614"/>
                  </a:lnTo>
                  <a:lnTo>
                    <a:pt x="46" y="2853"/>
                  </a:lnTo>
                  <a:lnTo>
                    <a:pt x="103" y="3082"/>
                  </a:lnTo>
                  <a:lnTo>
                    <a:pt x="183" y="3298"/>
                  </a:lnTo>
                  <a:lnTo>
                    <a:pt x="285" y="3504"/>
                  </a:lnTo>
                  <a:lnTo>
                    <a:pt x="411" y="3698"/>
                  </a:lnTo>
                  <a:lnTo>
                    <a:pt x="548" y="3881"/>
                  </a:lnTo>
                  <a:lnTo>
                    <a:pt x="696" y="4052"/>
                  </a:lnTo>
                  <a:lnTo>
                    <a:pt x="867" y="4200"/>
                  </a:lnTo>
                  <a:lnTo>
                    <a:pt x="1050" y="4337"/>
                  </a:lnTo>
                  <a:lnTo>
                    <a:pt x="1244" y="4463"/>
                  </a:lnTo>
                  <a:lnTo>
                    <a:pt x="1450" y="4565"/>
                  </a:lnTo>
                  <a:lnTo>
                    <a:pt x="1666" y="4645"/>
                  </a:lnTo>
                  <a:lnTo>
                    <a:pt x="1895" y="4702"/>
                  </a:lnTo>
                  <a:lnTo>
                    <a:pt x="2134" y="4737"/>
                  </a:lnTo>
                  <a:lnTo>
                    <a:pt x="2374" y="4748"/>
                  </a:lnTo>
                  <a:lnTo>
                    <a:pt x="2625" y="4737"/>
                  </a:lnTo>
                  <a:lnTo>
                    <a:pt x="2853" y="4702"/>
                  </a:lnTo>
                  <a:lnTo>
                    <a:pt x="3082" y="4645"/>
                  </a:lnTo>
                  <a:lnTo>
                    <a:pt x="3298" y="4565"/>
                  </a:lnTo>
                  <a:lnTo>
                    <a:pt x="3515" y="4463"/>
                  </a:lnTo>
                  <a:lnTo>
                    <a:pt x="3709" y="4337"/>
                  </a:lnTo>
                  <a:lnTo>
                    <a:pt x="3892" y="4200"/>
                  </a:lnTo>
                  <a:lnTo>
                    <a:pt x="4052" y="4052"/>
                  </a:lnTo>
                  <a:lnTo>
                    <a:pt x="4212" y="3881"/>
                  </a:lnTo>
                  <a:lnTo>
                    <a:pt x="4348" y="3698"/>
                  </a:lnTo>
                  <a:lnTo>
                    <a:pt x="4463" y="3504"/>
                  </a:lnTo>
                  <a:lnTo>
                    <a:pt x="4565" y="3298"/>
                  </a:lnTo>
                  <a:lnTo>
                    <a:pt x="4645" y="3082"/>
                  </a:lnTo>
                  <a:lnTo>
                    <a:pt x="4702" y="2853"/>
                  </a:lnTo>
                  <a:lnTo>
                    <a:pt x="4737" y="2614"/>
                  </a:lnTo>
                  <a:lnTo>
                    <a:pt x="4748" y="2374"/>
                  </a:lnTo>
                  <a:lnTo>
                    <a:pt x="4737" y="2134"/>
                  </a:lnTo>
                  <a:lnTo>
                    <a:pt x="4702" y="1895"/>
                  </a:lnTo>
                  <a:lnTo>
                    <a:pt x="4645" y="1666"/>
                  </a:lnTo>
                  <a:lnTo>
                    <a:pt x="4565" y="1450"/>
                  </a:lnTo>
                  <a:lnTo>
                    <a:pt x="4463" y="1244"/>
                  </a:lnTo>
                  <a:lnTo>
                    <a:pt x="4348" y="1039"/>
                  </a:lnTo>
                  <a:lnTo>
                    <a:pt x="4212" y="856"/>
                  </a:lnTo>
                  <a:lnTo>
                    <a:pt x="4052" y="696"/>
                  </a:lnTo>
                  <a:lnTo>
                    <a:pt x="3892" y="537"/>
                  </a:lnTo>
                  <a:lnTo>
                    <a:pt x="3709" y="400"/>
                  </a:lnTo>
                  <a:lnTo>
                    <a:pt x="3515" y="285"/>
                  </a:lnTo>
                  <a:lnTo>
                    <a:pt x="3298" y="183"/>
                  </a:lnTo>
                  <a:lnTo>
                    <a:pt x="3082" y="103"/>
                  </a:lnTo>
                  <a:lnTo>
                    <a:pt x="2853" y="46"/>
                  </a:lnTo>
                  <a:lnTo>
                    <a:pt x="2625" y="12"/>
                  </a:lnTo>
                  <a:lnTo>
                    <a:pt x="2374" y="0"/>
                  </a:ln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717;p45">
              <a:extLst>
                <a:ext uri="{FF2B5EF4-FFF2-40B4-BE49-F238E27FC236}">
                  <a16:creationId xmlns:a16="http://schemas.microsoft.com/office/drawing/2014/main" id="{491EA489-4789-8308-6106-788CAFC937C3}"/>
                </a:ext>
              </a:extLst>
            </p:cNvPr>
            <p:cNvSpPr/>
            <p:nvPr/>
          </p:nvSpPr>
          <p:spPr>
            <a:xfrm>
              <a:off x="932850" y="3491600"/>
              <a:ext cx="191475" cy="386375"/>
            </a:xfrm>
            <a:custGeom>
              <a:avLst/>
              <a:gdLst/>
              <a:ahLst/>
              <a:cxnLst/>
              <a:rect l="l" t="t" r="r" b="b"/>
              <a:pathLst>
                <a:path w="7659" h="15455" extrusionOk="0">
                  <a:moveTo>
                    <a:pt x="1518" y="1"/>
                  </a:moveTo>
                  <a:lnTo>
                    <a:pt x="1358" y="12"/>
                  </a:lnTo>
                  <a:lnTo>
                    <a:pt x="1210" y="35"/>
                  </a:lnTo>
                  <a:lnTo>
                    <a:pt x="1061" y="69"/>
                  </a:lnTo>
                  <a:lnTo>
                    <a:pt x="924" y="126"/>
                  </a:lnTo>
                  <a:lnTo>
                    <a:pt x="788" y="195"/>
                  </a:lnTo>
                  <a:lnTo>
                    <a:pt x="662" y="263"/>
                  </a:lnTo>
                  <a:lnTo>
                    <a:pt x="548" y="355"/>
                  </a:lnTo>
                  <a:lnTo>
                    <a:pt x="445" y="446"/>
                  </a:lnTo>
                  <a:lnTo>
                    <a:pt x="342" y="560"/>
                  </a:lnTo>
                  <a:lnTo>
                    <a:pt x="251" y="674"/>
                  </a:lnTo>
                  <a:lnTo>
                    <a:pt x="183" y="800"/>
                  </a:lnTo>
                  <a:lnTo>
                    <a:pt x="114" y="937"/>
                  </a:lnTo>
                  <a:lnTo>
                    <a:pt x="68" y="1074"/>
                  </a:lnTo>
                  <a:lnTo>
                    <a:pt x="23" y="1222"/>
                  </a:lnTo>
                  <a:lnTo>
                    <a:pt x="0" y="1370"/>
                  </a:lnTo>
                  <a:lnTo>
                    <a:pt x="0" y="1530"/>
                  </a:lnTo>
                  <a:lnTo>
                    <a:pt x="0" y="13936"/>
                  </a:lnTo>
                  <a:lnTo>
                    <a:pt x="0" y="14085"/>
                  </a:lnTo>
                  <a:lnTo>
                    <a:pt x="23" y="14244"/>
                  </a:lnTo>
                  <a:lnTo>
                    <a:pt x="68" y="14381"/>
                  </a:lnTo>
                  <a:lnTo>
                    <a:pt x="114" y="14530"/>
                  </a:lnTo>
                  <a:lnTo>
                    <a:pt x="183" y="14655"/>
                  </a:lnTo>
                  <a:lnTo>
                    <a:pt x="251" y="14781"/>
                  </a:lnTo>
                  <a:lnTo>
                    <a:pt x="342" y="14895"/>
                  </a:lnTo>
                  <a:lnTo>
                    <a:pt x="445" y="15009"/>
                  </a:lnTo>
                  <a:lnTo>
                    <a:pt x="548" y="15112"/>
                  </a:lnTo>
                  <a:lnTo>
                    <a:pt x="662" y="15192"/>
                  </a:lnTo>
                  <a:lnTo>
                    <a:pt x="788" y="15272"/>
                  </a:lnTo>
                  <a:lnTo>
                    <a:pt x="924" y="15329"/>
                  </a:lnTo>
                  <a:lnTo>
                    <a:pt x="1061" y="15386"/>
                  </a:lnTo>
                  <a:lnTo>
                    <a:pt x="1210" y="15420"/>
                  </a:lnTo>
                  <a:lnTo>
                    <a:pt x="1358" y="15443"/>
                  </a:lnTo>
                  <a:lnTo>
                    <a:pt x="1518" y="15454"/>
                  </a:lnTo>
                  <a:lnTo>
                    <a:pt x="6140" y="15454"/>
                  </a:lnTo>
                  <a:lnTo>
                    <a:pt x="6289" y="15443"/>
                  </a:lnTo>
                  <a:lnTo>
                    <a:pt x="6437" y="15420"/>
                  </a:lnTo>
                  <a:lnTo>
                    <a:pt x="6585" y="15386"/>
                  </a:lnTo>
                  <a:lnTo>
                    <a:pt x="6722" y="15329"/>
                  </a:lnTo>
                  <a:lnTo>
                    <a:pt x="6859" y="15272"/>
                  </a:lnTo>
                  <a:lnTo>
                    <a:pt x="6985" y="15192"/>
                  </a:lnTo>
                  <a:lnTo>
                    <a:pt x="7099" y="15112"/>
                  </a:lnTo>
                  <a:lnTo>
                    <a:pt x="7213" y="15009"/>
                  </a:lnTo>
                  <a:lnTo>
                    <a:pt x="7304" y="14895"/>
                  </a:lnTo>
                  <a:lnTo>
                    <a:pt x="7396" y="14781"/>
                  </a:lnTo>
                  <a:lnTo>
                    <a:pt x="7476" y="14655"/>
                  </a:lnTo>
                  <a:lnTo>
                    <a:pt x="7533" y="14530"/>
                  </a:lnTo>
                  <a:lnTo>
                    <a:pt x="7590" y="14381"/>
                  </a:lnTo>
                  <a:lnTo>
                    <a:pt x="7624" y="14244"/>
                  </a:lnTo>
                  <a:lnTo>
                    <a:pt x="7647" y="14085"/>
                  </a:lnTo>
                  <a:lnTo>
                    <a:pt x="7658" y="13936"/>
                  </a:lnTo>
                  <a:lnTo>
                    <a:pt x="7658" y="1530"/>
                  </a:lnTo>
                  <a:lnTo>
                    <a:pt x="7647" y="1370"/>
                  </a:lnTo>
                  <a:lnTo>
                    <a:pt x="7624" y="1222"/>
                  </a:lnTo>
                  <a:lnTo>
                    <a:pt x="7590" y="1074"/>
                  </a:lnTo>
                  <a:lnTo>
                    <a:pt x="7533" y="937"/>
                  </a:lnTo>
                  <a:lnTo>
                    <a:pt x="7476" y="800"/>
                  </a:lnTo>
                  <a:lnTo>
                    <a:pt x="7396" y="674"/>
                  </a:lnTo>
                  <a:lnTo>
                    <a:pt x="7304" y="560"/>
                  </a:lnTo>
                  <a:lnTo>
                    <a:pt x="7213" y="446"/>
                  </a:lnTo>
                  <a:lnTo>
                    <a:pt x="7099" y="355"/>
                  </a:lnTo>
                  <a:lnTo>
                    <a:pt x="6985" y="263"/>
                  </a:lnTo>
                  <a:lnTo>
                    <a:pt x="6859" y="195"/>
                  </a:lnTo>
                  <a:lnTo>
                    <a:pt x="6722" y="126"/>
                  </a:lnTo>
                  <a:lnTo>
                    <a:pt x="6585" y="69"/>
                  </a:lnTo>
                  <a:lnTo>
                    <a:pt x="6437" y="35"/>
                  </a:lnTo>
                  <a:lnTo>
                    <a:pt x="6289" y="12"/>
                  </a:lnTo>
                  <a:lnTo>
                    <a:pt x="6140" y="1"/>
                  </a:lnTo>
                  <a:close/>
                </a:path>
              </a:pathLst>
            </a:custGeom>
            <a:solidFill>
              <a:srgbClr val="C6FF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718;p45">
              <a:extLst>
                <a:ext uri="{FF2B5EF4-FFF2-40B4-BE49-F238E27FC236}">
                  <a16:creationId xmlns:a16="http://schemas.microsoft.com/office/drawing/2014/main" id="{E0F09BD1-9C18-6E8F-7179-F17F89A10BF3}"/>
                </a:ext>
              </a:extLst>
            </p:cNvPr>
            <p:cNvSpPr/>
            <p:nvPr/>
          </p:nvSpPr>
          <p:spPr>
            <a:xfrm>
              <a:off x="689750" y="3491600"/>
              <a:ext cx="198325" cy="386375"/>
            </a:xfrm>
            <a:custGeom>
              <a:avLst/>
              <a:gdLst/>
              <a:ahLst/>
              <a:cxnLst/>
              <a:rect l="l" t="t" r="r" b="b"/>
              <a:pathLst>
                <a:path w="7933" h="15455" extrusionOk="0">
                  <a:moveTo>
                    <a:pt x="4816" y="1"/>
                  </a:moveTo>
                  <a:lnTo>
                    <a:pt x="4645" y="12"/>
                  </a:lnTo>
                  <a:lnTo>
                    <a:pt x="4474" y="35"/>
                  </a:lnTo>
                  <a:lnTo>
                    <a:pt x="4314" y="69"/>
                  </a:lnTo>
                  <a:lnTo>
                    <a:pt x="4154" y="115"/>
                  </a:lnTo>
                  <a:lnTo>
                    <a:pt x="4006" y="184"/>
                  </a:lnTo>
                  <a:lnTo>
                    <a:pt x="3858" y="252"/>
                  </a:lnTo>
                  <a:lnTo>
                    <a:pt x="3721" y="332"/>
                  </a:lnTo>
                  <a:lnTo>
                    <a:pt x="3584" y="435"/>
                  </a:lnTo>
                  <a:lnTo>
                    <a:pt x="3470" y="537"/>
                  </a:lnTo>
                  <a:lnTo>
                    <a:pt x="3355" y="651"/>
                  </a:lnTo>
                  <a:lnTo>
                    <a:pt x="3241" y="777"/>
                  </a:lnTo>
                  <a:lnTo>
                    <a:pt x="3150" y="914"/>
                  </a:lnTo>
                  <a:lnTo>
                    <a:pt x="3070" y="1051"/>
                  </a:lnTo>
                  <a:lnTo>
                    <a:pt x="3002" y="1199"/>
                  </a:lnTo>
                  <a:lnTo>
                    <a:pt x="2933" y="1359"/>
                  </a:lnTo>
                  <a:lnTo>
                    <a:pt x="2888" y="1530"/>
                  </a:lnTo>
                  <a:lnTo>
                    <a:pt x="46" y="13560"/>
                  </a:lnTo>
                  <a:lnTo>
                    <a:pt x="11" y="13742"/>
                  </a:lnTo>
                  <a:lnTo>
                    <a:pt x="0" y="13913"/>
                  </a:lnTo>
                  <a:lnTo>
                    <a:pt x="11" y="14096"/>
                  </a:lnTo>
                  <a:lnTo>
                    <a:pt x="34" y="14256"/>
                  </a:lnTo>
                  <a:lnTo>
                    <a:pt x="91" y="14427"/>
                  </a:lnTo>
                  <a:lnTo>
                    <a:pt x="148" y="14587"/>
                  </a:lnTo>
                  <a:lnTo>
                    <a:pt x="240" y="14735"/>
                  </a:lnTo>
                  <a:lnTo>
                    <a:pt x="331" y="14872"/>
                  </a:lnTo>
                  <a:lnTo>
                    <a:pt x="445" y="14998"/>
                  </a:lnTo>
                  <a:lnTo>
                    <a:pt x="571" y="15112"/>
                  </a:lnTo>
                  <a:lnTo>
                    <a:pt x="708" y="15203"/>
                  </a:lnTo>
                  <a:lnTo>
                    <a:pt x="856" y="15294"/>
                  </a:lnTo>
                  <a:lnTo>
                    <a:pt x="1016" y="15363"/>
                  </a:lnTo>
                  <a:lnTo>
                    <a:pt x="1187" y="15409"/>
                  </a:lnTo>
                  <a:lnTo>
                    <a:pt x="1358" y="15443"/>
                  </a:lnTo>
                  <a:lnTo>
                    <a:pt x="1541" y="15454"/>
                  </a:lnTo>
                  <a:lnTo>
                    <a:pt x="6391" y="15454"/>
                  </a:lnTo>
                  <a:lnTo>
                    <a:pt x="6551" y="15443"/>
                  </a:lnTo>
                  <a:lnTo>
                    <a:pt x="6700" y="15420"/>
                  </a:lnTo>
                  <a:lnTo>
                    <a:pt x="6848" y="15386"/>
                  </a:lnTo>
                  <a:lnTo>
                    <a:pt x="6996" y="15329"/>
                  </a:lnTo>
                  <a:lnTo>
                    <a:pt x="7122" y="15272"/>
                  </a:lnTo>
                  <a:lnTo>
                    <a:pt x="7247" y="15192"/>
                  </a:lnTo>
                  <a:lnTo>
                    <a:pt x="7373" y="15100"/>
                  </a:lnTo>
                  <a:lnTo>
                    <a:pt x="7476" y="14998"/>
                  </a:lnTo>
                  <a:lnTo>
                    <a:pt x="7578" y="14895"/>
                  </a:lnTo>
                  <a:lnTo>
                    <a:pt x="7670" y="14769"/>
                  </a:lnTo>
                  <a:lnTo>
                    <a:pt x="7750" y="14644"/>
                  </a:lnTo>
                  <a:lnTo>
                    <a:pt x="7807" y="14507"/>
                  </a:lnTo>
                  <a:lnTo>
                    <a:pt x="7864" y="14370"/>
                  </a:lnTo>
                  <a:lnTo>
                    <a:pt x="7898" y="14222"/>
                  </a:lnTo>
                  <a:lnTo>
                    <a:pt x="7921" y="14073"/>
                  </a:lnTo>
                  <a:lnTo>
                    <a:pt x="7932" y="13913"/>
                  </a:lnTo>
                  <a:lnTo>
                    <a:pt x="7932" y="1553"/>
                  </a:lnTo>
                  <a:lnTo>
                    <a:pt x="7921" y="1393"/>
                  </a:lnTo>
                  <a:lnTo>
                    <a:pt x="7898" y="1234"/>
                  </a:lnTo>
                  <a:lnTo>
                    <a:pt x="7864" y="1085"/>
                  </a:lnTo>
                  <a:lnTo>
                    <a:pt x="7807" y="948"/>
                  </a:lnTo>
                  <a:lnTo>
                    <a:pt x="7750" y="811"/>
                  </a:lnTo>
                  <a:lnTo>
                    <a:pt x="7670" y="686"/>
                  </a:lnTo>
                  <a:lnTo>
                    <a:pt x="7578" y="572"/>
                  </a:lnTo>
                  <a:lnTo>
                    <a:pt x="7476" y="457"/>
                  </a:lnTo>
                  <a:lnTo>
                    <a:pt x="7373" y="355"/>
                  </a:lnTo>
                  <a:lnTo>
                    <a:pt x="7247" y="275"/>
                  </a:lnTo>
                  <a:lnTo>
                    <a:pt x="7122" y="195"/>
                  </a:lnTo>
                  <a:lnTo>
                    <a:pt x="6996" y="126"/>
                  </a:lnTo>
                  <a:lnTo>
                    <a:pt x="6848" y="81"/>
                  </a:lnTo>
                  <a:lnTo>
                    <a:pt x="6700" y="35"/>
                  </a:lnTo>
                  <a:lnTo>
                    <a:pt x="6551" y="12"/>
                  </a:lnTo>
                  <a:lnTo>
                    <a:pt x="6391" y="1"/>
                  </a:lnTo>
                  <a:close/>
                </a:path>
              </a:pathLst>
            </a:custGeom>
            <a:solidFill>
              <a:srgbClr val="C6FF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719;p45">
              <a:extLst>
                <a:ext uri="{FF2B5EF4-FFF2-40B4-BE49-F238E27FC236}">
                  <a16:creationId xmlns:a16="http://schemas.microsoft.com/office/drawing/2014/main" id="{84B84444-991E-D17C-182E-F2DCA2244DE1}"/>
                </a:ext>
              </a:extLst>
            </p:cNvPr>
            <p:cNvSpPr/>
            <p:nvPr/>
          </p:nvSpPr>
          <p:spPr>
            <a:xfrm>
              <a:off x="1168800" y="3491600"/>
              <a:ext cx="232000" cy="386375"/>
            </a:xfrm>
            <a:custGeom>
              <a:avLst/>
              <a:gdLst/>
              <a:ahLst/>
              <a:cxnLst/>
              <a:rect l="l" t="t" r="r" b="b"/>
              <a:pathLst>
                <a:path w="9280" h="15455" extrusionOk="0">
                  <a:moveTo>
                    <a:pt x="1519" y="1"/>
                  </a:moveTo>
                  <a:lnTo>
                    <a:pt x="1370" y="12"/>
                  </a:lnTo>
                  <a:lnTo>
                    <a:pt x="1222" y="35"/>
                  </a:lnTo>
                  <a:lnTo>
                    <a:pt x="1073" y="69"/>
                  </a:lnTo>
                  <a:lnTo>
                    <a:pt x="937" y="126"/>
                  </a:lnTo>
                  <a:lnTo>
                    <a:pt x="800" y="195"/>
                  </a:lnTo>
                  <a:lnTo>
                    <a:pt x="674" y="263"/>
                  </a:lnTo>
                  <a:lnTo>
                    <a:pt x="560" y="355"/>
                  </a:lnTo>
                  <a:lnTo>
                    <a:pt x="446" y="446"/>
                  </a:lnTo>
                  <a:lnTo>
                    <a:pt x="354" y="560"/>
                  </a:lnTo>
                  <a:lnTo>
                    <a:pt x="263" y="674"/>
                  </a:lnTo>
                  <a:lnTo>
                    <a:pt x="183" y="800"/>
                  </a:lnTo>
                  <a:lnTo>
                    <a:pt x="126" y="937"/>
                  </a:lnTo>
                  <a:lnTo>
                    <a:pt x="69" y="1074"/>
                  </a:lnTo>
                  <a:lnTo>
                    <a:pt x="35" y="1222"/>
                  </a:lnTo>
                  <a:lnTo>
                    <a:pt x="12" y="1370"/>
                  </a:lnTo>
                  <a:lnTo>
                    <a:pt x="1" y="1530"/>
                  </a:lnTo>
                  <a:lnTo>
                    <a:pt x="1" y="13936"/>
                  </a:lnTo>
                  <a:lnTo>
                    <a:pt x="12" y="14085"/>
                  </a:lnTo>
                  <a:lnTo>
                    <a:pt x="35" y="14244"/>
                  </a:lnTo>
                  <a:lnTo>
                    <a:pt x="69" y="14381"/>
                  </a:lnTo>
                  <a:lnTo>
                    <a:pt x="126" y="14530"/>
                  </a:lnTo>
                  <a:lnTo>
                    <a:pt x="183" y="14655"/>
                  </a:lnTo>
                  <a:lnTo>
                    <a:pt x="263" y="14781"/>
                  </a:lnTo>
                  <a:lnTo>
                    <a:pt x="354" y="14895"/>
                  </a:lnTo>
                  <a:lnTo>
                    <a:pt x="446" y="15009"/>
                  </a:lnTo>
                  <a:lnTo>
                    <a:pt x="560" y="15112"/>
                  </a:lnTo>
                  <a:lnTo>
                    <a:pt x="674" y="15192"/>
                  </a:lnTo>
                  <a:lnTo>
                    <a:pt x="800" y="15272"/>
                  </a:lnTo>
                  <a:lnTo>
                    <a:pt x="937" y="15329"/>
                  </a:lnTo>
                  <a:lnTo>
                    <a:pt x="1073" y="15386"/>
                  </a:lnTo>
                  <a:lnTo>
                    <a:pt x="1222" y="15420"/>
                  </a:lnTo>
                  <a:lnTo>
                    <a:pt x="1370" y="15443"/>
                  </a:lnTo>
                  <a:lnTo>
                    <a:pt x="1519" y="15454"/>
                  </a:lnTo>
                  <a:lnTo>
                    <a:pt x="7762" y="15454"/>
                  </a:lnTo>
                  <a:lnTo>
                    <a:pt x="7921" y="15443"/>
                  </a:lnTo>
                  <a:lnTo>
                    <a:pt x="8070" y="15420"/>
                  </a:lnTo>
                  <a:lnTo>
                    <a:pt x="8218" y="15386"/>
                  </a:lnTo>
                  <a:lnTo>
                    <a:pt x="8355" y="15329"/>
                  </a:lnTo>
                  <a:lnTo>
                    <a:pt x="8481" y="15272"/>
                  </a:lnTo>
                  <a:lnTo>
                    <a:pt x="8606" y="15192"/>
                  </a:lnTo>
                  <a:lnTo>
                    <a:pt x="8732" y="15112"/>
                  </a:lnTo>
                  <a:lnTo>
                    <a:pt x="8834" y="15009"/>
                  </a:lnTo>
                  <a:lnTo>
                    <a:pt x="8937" y="14895"/>
                  </a:lnTo>
                  <a:lnTo>
                    <a:pt x="9017" y="14781"/>
                  </a:lnTo>
                  <a:lnTo>
                    <a:pt x="9097" y="14655"/>
                  </a:lnTo>
                  <a:lnTo>
                    <a:pt x="9165" y="14530"/>
                  </a:lnTo>
                  <a:lnTo>
                    <a:pt x="9211" y="14381"/>
                  </a:lnTo>
                  <a:lnTo>
                    <a:pt x="9245" y="14244"/>
                  </a:lnTo>
                  <a:lnTo>
                    <a:pt x="9268" y="14085"/>
                  </a:lnTo>
                  <a:lnTo>
                    <a:pt x="9280" y="13936"/>
                  </a:lnTo>
                  <a:lnTo>
                    <a:pt x="9280" y="1530"/>
                  </a:lnTo>
                  <a:lnTo>
                    <a:pt x="9268" y="1370"/>
                  </a:lnTo>
                  <a:lnTo>
                    <a:pt x="9245" y="1222"/>
                  </a:lnTo>
                  <a:lnTo>
                    <a:pt x="9211" y="1074"/>
                  </a:lnTo>
                  <a:lnTo>
                    <a:pt x="9165" y="937"/>
                  </a:lnTo>
                  <a:lnTo>
                    <a:pt x="9097" y="800"/>
                  </a:lnTo>
                  <a:lnTo>
                    <a:pt x="9017" y="674"/>
                  </a:lnTo>
                  <a:lnTo>
                    <a:pt x="8937" y="560"/>
                  </a:lnTo>
                  <a:lnTo>
                    <a:pt x="8834" y="446"/>
                  </a:lnTo>
                  <a:lnTo>
                    <a:pt x="8732" y="355"/>
                  </a:lnTo>
                  <a:lnTo>
                    <a:pt x="8606" y="263"/>
                  </a:lnTo>
                  <a:lnTo>
                    <a:pt x="8481" y="195"/>
                  </a:lnTo>
                  <a:lnTo>
                    <a:pt x="8355" y="126"/>
                  </a:lnTo>
                  <a:lnTo>
                    <a:pt x="8218" y="69"/>
                  </a:lnTo>
                  <a:lnTo>
                    <a:pt x="8070" y="35"/>
                  </a:lnTo>
                  <a:lnTo>
                    <a:pt x="7921" y="12"/>
                  </a:lnTo>
                  <a:lnTo>
                    <a:pt x="7762" y="1"/>
                  </a:lnTo>
                  <a:close/>
                </a:path>
              </a:pathLst>
            </a:custGeom>
            <a:solidFill>
              <a:srgbClr val="C6FF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720;p45">
              <a:extLst>
                <a:ext uri="{FF2B5EF4-FFF2-40B4-BE49-F238E27FC236}">
                  <a16:creationId xmlns:a16="http://schemas.microsoft.com/office/drawing/2014/main" id="{ADBEA2BD-53BE-952F-FB41-8ECBC1404F75}"/>
                </a:ext>
              </a:extLst>
            </p:cNvPr>
            <p:cNvSpPr/>
            <p:nvPr/>
          </p:nvSpPr>
          <p:spPr>
            <a:xfrm>
              <a:off x="3398650" y="4324200"/>
              <a:ext cx="394325" cy="278500"/>
            </a:xfrm>
            <a:custGeom>
              <a:avLst/>
              <a:gdLst/>
              <a:ahLst/>
              <a:cxnLst/>
              <a:rect l="l" t="t" r="r" b="b"/>
              <a:pathLst>
                <a:path w="15773" h="11140" extrusionOk="0">
                  <a:moveTo>
                    <a:pt x="0" y="0"/>
                  </a:moveTo>
                  <a:lnTo>
                    <a:pt x="0" y="11140"/>
                  </a:lnTo>
                  <a:lnTo>
                    <a:pt x="12007" y="11140"/>
                  </a:lnTo>
                  <a:lnTo>
                    <a:pt x="12212" y="11117"/>
                  </a:lnTo>
                  <a:lnTo>
                    <a:pt x="12418" y="11094"/>
                  </a:lnTo>
                  <a:lnTo>
                    <a:pt x="12612" y="11060"/>
                  </a:lnTo>
                  <a:lnTo>
                    <a:pt x="12794" y="11014"/>
                  </a:lnTo>
                  <a:lnTo>
                    <a:pt x="12988" y="10968"/>
                  </a:lnTo>
                  <a:lnTo>
                    <a:pt x="13171" y="10900"/>
                  </a:lnTo>
                  <a:lnTo>
                    <a:pt x="13353" y="10831"/>
                  </a:lnTo>
                  <a:lnTo>
                    <a:pt x="13525" y="10751"/>
                  </a:lnTo>
                  <a:lnTo>
                    <a:pt x="13696" y="10660"/>
                  </a:lnTo>
                  <a:lnTo>
                    <a:pt x="13867" y="10569"/>
                  </a:lnTo>
                  <a:lnTo>
                    <a:pt x="14027" y="10466"/>
                  </a:lnTo>
                  <a:lnTo>
                    <a:pt x="14175" y="10352"/>
                  </a:lnTo>
                  <a:lnTo>
                    <a:pt x="14324" y="10238"/>
                  </a:lnTo>
                  <a:lnTo>
                    <a:pt x="14472" y="10112"/>
                  </a:lnTo>
                  <a:lnTo>
                    <a:pt x="14609" y="9975"/>
                  </a:lnTo>
                  <a:lnTo>
                    <a:pt x="14746" y="9838"/>
                  </a:lnTo>
                  <a:lnTo>
                    <a:pt x="14871" y="9701"/>
                  </a:lnTo>
                  <a:lnTo>
                    <a:pt x="14986" y="9553"/>
                  </a:lnTo>
                  <a:lnTo>
                    <a:pt x="15100" y="9393"/>
                  </a:lnTo>
                  <a:lnTo>
                    <a:pt x="15202" y="9234"/>
                  </a:lnTo>
                  <a:lnTo>
                    <a:pt x="15294" y="9062"/>
                  </a:lnTo>
                  <a:lnTo>
                    <a:pt x="15385" y="8903"/>
                  </a:lnTo>
                  <a:lnTo>
                    <a:pt x="15465" y="8720"/>
                  </a:lnTo>
                  <a:lnTo>
                    <a:pt x="15533" y="8537"/>
                  </a:lnTo>
                  <a:lnTo>
                    <a:pt x="15590" y="8355"/>
                  </a:lnTo>
                  <a:lnTo>
                    <a:pt x="15647" y="8172"/>
                  </a:lnTo>
                  <a:lnTo>
                    <a:pt x="15693" y="7978"/>
                  </a:lnTo>
                  <a:lnTo>
                    <a:pt x="15727" y="7784"/>
                  </a:lnTo>
                  <a:lnTo>
                    <a:pt x="15750" y="7590"/>
                  </a:lnTo>
                  <a:lnTo>
                    <a:pt x="15762" y="7385"/>
                  </a:lnTo>
                  <a:lnTo>
                    <a:pt x="15773" y="7179"/>
                  </a:lnTo>
                  <a:lnTo>
                    <a:pt x="15773" y="3961"/>
                  </a:lnTo>
                  <a:lnTo>
                    <a:pt x="15762" y="3755"/>
                  </a:lnTo>
                  <a:lnTo>
                    <a:pt x="15750" y="3561"/>
                  </a:lnTo>
                  <a:lnTo>
                    <a:pt x="15727" y="3356"/>
                  </a:lnTo>
                  <a:lnTo>
                    <a:pt x="15693" y="3162"/>
                  </a:lnTo>
                  <a:lnTo>
                    <a:pt x="15647" y="2968"/>
                  </a:lnTo>
                  <a:lnTo>
                    <a:pt x="15590" y="2785"/>
                  </a:lnTo>
                  <a:lnTo>
                    <a:pt x="15533" y="2603"/>
                  </a:lnTo>
                  <a:lnTo>
                    <a:pt x="15465" y="2420"/>
                  </a:lnTo>
                  <a:lnTo>
                    <a:pt x="15385" y="2249"/>
                  </a:lnTo>
                  <a:lnTo>
                    <a:pt x="15294" y="2078"/>
                  </a:lnTo>
                  <a:lnTo>
                    <a:pt x="15202" y="1906"/>
                  </a:lnTo>
                  <a:lnTo>
                    <a:pt x="15100" y="1747"/>
                  </a:lnTo>
                  <a:lnTo>
                    <a:pt x="14986" y="1587"/>
                  </a:lnTo>
                  <a:lnTo>
                    <a:pt x="14871" y="1438"/>
                  </a:lnTo>
                  <a:lnTo>
                    <a:pt x="14746" y="1301"/>
                  </a:lnTo>
                  <a:lnTo>
                    <a:pt x="14609" y="1164"/>
                  </a:lnTo>
                  <a:lnTo>
                    <a:pt x="14472" y="1028"/>
                  </a:lnTo>
                  <a:lnTo>
                    <a:pt x="14324" y="902"/>
                  </a:lnTo>
                  <a:lnTo>
                    <a:pt x="14175" y="788"/>
                  </a:lnTo>
                  <a:lnTo>
                    <a:pt x="14027" y="674"/>
                  </a:lnTo>
                  <a:lnTo>
                    <a:pt x="13867" y="571"/>
                  </a:lnTo>
                  <a:lnTo>
                    <a:pt x="13696" y="480"/>
                  </a:lnTo>
                  <a:lnTo>
                    <a:pt x="13525" y="388"/>
                  </a:lnTo>
                  <a:lnTo>
                    <a:pt x="13353" y="308"/>
                  </a:lnTo>
                  <a:lnTo>
                    <a:pt x="13171" y="240"/>
                  </a:lnTo>
                  <a:lnTo>
                    <a:pt x="12988" y="183"/>
                  </a:lnTo>
                  <a:lnTo>
                    <a:pt x="12794" y="126"/>
                  </a:lnTo>
                  <a:lnTo>
                    <a:pt x="12612" y="80"/>
                  </a:lnTo>
                  <a:lnTo>
                    <a:pt x="12418" y="46"/>
                  </a:lnTo>
                  <a:lnTo>
                    <a:pt x="12212" y="23"/>
                  </a:lnTo>
                  <a:lnTo>
                    <a:pt x="12007" y="0"/>
                  </a:lnTo>
                  <a:close/>
                </a:path>
              </a:pathLst>
            </a:custGeom>
            <a:solidFill>
              <a:srgbClr val="7D7D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721;p45">
              <a:extLst>
                <a:ext uri="{FF2B5EF4-FFF2-40B4-BE49-F238E27FC236}">
                  <a16:creationId xmlns:a16="http://schemas.microsoft.com/office/drawing/2014/main" id="{F324179C-2374-024C-DE05-FE5C70D0EFEC}"/>
                </a:ext>
              </a:extLst>
            </p:cNvPr>
            <p:cNvSpPr/>
            <p:nvPr/>
          </p:nvSpPr>
          <p:spPr>
            <a:xfrm>
              <a:off x="457200" y="4324200"/>
              <a:ext cx="185775" cy="278500"/>
            </a:xfrm>
            <a:custGeom>
              <a:avLst/>
              <a:gdLst/>
              <a:ahLst/>
              <a:cxnLst/>
              <a:rect l="l" t="t" r="r" b="b"/>
              <a:pathLst>
                <a:path w="7431" h="11140" extrusionOk="0">
                  <a:moveTo>
                    <a:pt x="3755" y="0"/>
                  </a:moveTo>
                  <a:lnTo>
                    <a:pt x="3561" y="23"/>
                  </a:lnTo>
                  <a:lnTo>
                    <a:pt x="3356" y="46"/>
                  </a:lnTo>
                  <a:lnTo>
                    <a:pt x="3162" y="80"/>
                  </a:lnTo>
                  <a:lnTo>
                    <a:pt x="2979" y="126"/>
                  </a:lnTo>
                  <a:lnTo>
                    <a:pt x="2785" y="183"/>
                  </a:lnTo>
                  <a:lnTo>
                    <a:pt x="2603" y="240"/>
                  </a:lnTo>
                  <a:lnTo>
                    <a:pt x="2420" y="308"/>
                  </a:lnTo>
                  <a:lnTo>
                    <a:pt x="2249" y="388"/>
                  </a:lnTo>
                  <a:lnTo>
                    <a:pt x="2078" y="480"/>
                  </a:lnTo>
                  <a:lnTo>
                    <a:pt x="1906" y="571"/>
                  </a:lnTo>
                  <a:lnTo>
                    <a:pt x="1747" y="674"/>
                  </a:lnTo>
                  <a:lnTo>
                    <a:pt x="1598" y="788"/>
                  </a:lnTo>
                  <a:lnTo>
                    <a:pt x="1450" y="902"/>
                  </a:lnTo>
                  <a:lnTo>
                    <a:pt x="1301" y="1028"/>
                  </a:lnTo>
                  <a:lnTo>
                    <a:pt x="1164" y="1164"/>
                  </a:lnTo>
                  <a:lnTo>
                    <a:pt x="1028" y="1301"/>
                  </a:lnTo>
                  <a:lnTo>
                    <a:pt x="902" y="1438"/>
                  </a:lnTo>
                  <a:lnTo>
                    <a:pt x="788" y="1587"/>
                  </a:lnTo>
                  <a:lnTo>
                    <a:pt x="674" y="1747"/>
                  </a:lnTo>
                  <a:lnTo>
                    <a:pt x="571" y="1906"/>
                  </a:lnTo>
                  <a:lnTo>
                    <a:pt x="480" y="2078"/>
                  </a:lnTo>
                  <a:lnTo>
                    <a:pt x="388" y="2249"/>
                  </a:lnTo>
                  <a:lnTo>
                    <a:pt x="309" y="2420"/>
                  </a:lnTo>
                  <a:lnTo>
                    <a:pt x="240" y="2603"/>
                  </a:lnTo>
                  <a:lnTo>
                    <a:pt x="183" y="2785"/>
                  </a:lnTo>
                  <a:lnTo>
                    <a:pt x="126" y="2968"/>
                  </a:lnTo>
                  <a:lnTo>
                    <a:pt x="80" y="3162"/>
                  </a:lnTo>
                  <a:lnTo>
                    <a:pt x="46" y="3356"/>
                  </a:lnTo>
                  <a:lnTo>
                    <a:pt x="23" y="3561"/>
                  </a:lnTo>
                  <a:lnTo>
                    <a:pt x="12" y="3755"/>
                  </a:lnTo>
                  <a:lnTo>
                    <a:pt x="0" y="3961"/>
                  </a:lnTo>
                  <a:lnTo>
                    <a:pt x="0" y="7179"/>
                  </a:lnTo>
                  <a:lnTo>
                    <a:pt x="12" y="7385"/>
                  </a:lnTo>
                  <a:lnTo>
                    <a:pt x="23" y="7590"/>
                  </a:lnTo>
                  <a:lnTo>
                    <a:pt x="46" y="7784"/>
                  </a:lnTo>
                  <a:lnTo>
                    <a:pt x="80" y="7978"/>
                  </a:lnTo>
                  <a:lnTo>
                    <a:pt x="126" y="8172"/>
                  </a:lnTo>
                  <a:lnTo>
                    <a:pt x="183" y="8355"/>
                  </a:lnTo>
                  <a:lnTo>
                    <a:pt x="240" y="8537"/>
                  </a:lnTo>
                  <a:lnTo>
                    <a:pt x="309" y="8720"/>
                  </a:lnTo>
                  <a:lnTo>
                    <a:pt x="388" y="8903"/>
                  </a:lnTo>
                  <a:lnTo>
                    <a:pt x="480" y="9062"/>
                  </a:lnTo>
                  <a:lnTo>
                    <a:pt x="571" y="9234"/>
                  </a:lnTo>
                  <a:lnTo>
                    <a:pt x="674" y="9393"/>
                  </a:lnTo>
                  <a:lnTo>
                    <a:pt x="788" y="9553"/>
                  </a:lnTo>
                  <a:lnTo>
                    <a:pt x="902" y="9701"/>
                  </a:lnTo>
                  <a:lnTo>
                    <a:pt x="1028" y="9838"/>
                  </a:lnTo>
                  <a:lnTo>
                    <a:pt x="1164" y="9975"/>
                  </a:lnTo>
                  <a:lnTo>
                    <a:pt x="1301" y="10112"/>
                  </a:lnTo>
                  <a:lnTo>
                    <a:pt x="1450" y="10238"/>
                  </a:lnTo>
                  <a:lnTo>
                    <a:pt x="1598" y="10352"/>
                  </a:lnTo>
                  <a:lnTo>
                    <a:pt x="1747" y="10466"/>
                  </a:lnTo>
                  <a:lnTo>
                    <a:pt x="1906" y="10569"/>
                  </a:lnTo>
                  <a:lnTo>
                    <a:pt x="2078" y="10660"/>
                  </a:lnTo>
                  <a:lnTo>
                    <a:pt x="2249" y="10751"/>
                  </a:lnTo>
                  <a:lnTo>
                    <a:pt x="2420" y="10831"/>
                  </a:lnTo>
                  <a:lnTo>
                    <a:pt x="2603" y="10900"/>
                  </a:lnTo>
                  <a:lnTo>
                    <a:pt x="2785" y="10968"/>
                  </a:lnTo>
                  <a:lnTo>
                    <a:pt x="2979" y="11014"/>
                  </a:lnTo>
                  <a:lnTo>
                    <a:pt x="3162" y="11060"/>
                  </a:lnTo>
                  <a:lnTo>
                    <a:pt x="3356" y="11094"/>
                  </a:lnTo>
                  <a:lnTo>
                    <a:pt x="3561" y="11117"/>
                  </a:lnTo>
                  <a:lnTo>
                    <a:pt x="3755" y="11140"/>
                  </a:lnTo>
                  <a:lnTo>
                    <a:pt x="7430" y="11140"/>
                  </a:lnTo>
                  <a:lnTo>
                    <a:pt x="7430" y="0"/>
                  </a:lnTo>
                  <a:close/>
                </a:path>
              </a:pathLst>
            </a:custGeom>
            <a:solidFill>
              <a:srgbClr val="7D7D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722;p45">
              <a:extLst>
                <a:ext uri="{FF2B5EF4-FFF2-40B4-BE49-F238E27FC236}">
                  <a16:creationId xmlns:a16="http://schemas.microsoft.com/office/drawing/2014/main" id="{F9577D94-0AF3-CB9C-CD0E-F0EA04BDEFC5}"/>
                </a:ext>
              </a:extLst>
            </p:cNvPr>
            <p:cNvSpPr/>
            <p:nvPr/>
          </p:nvSpPr>
          <p:spPr>
            <a:xfrm>
              <a:off x="2592300" y="2629925"/>
              <a:ext cx="158950" cy="200025"/>
            </a:xfrm>
            <a:custGeom>
              <a:avLst/>
              <a:gdLst/>
              <a:ahLst/>
              <a:cxnLst/>
              <a:rect l="l" t="t" r="r" b="b"/>
              <a:pathLst>
                <a:path w="6358" h="8001" extrusionOk="0">
                  <a:moveTo>
                    <a:pt x="2877" y="1199"/>
                  </a:moveTo>
                  <a:lnTo>
                    <a:pt x="3071" y="1222"/>
                  </a:lnTo>
                  <a:lnTo>
                    <a:pt x="3253" y="1244"/>
                  </a:lnTo>
                  <a:lnTo>
                    <a:pt x="3425" y="1279"/>
                  </a:lnTo>
                  <a:lnTo>
                    <a:pt x="3596" y="1313"/>
                  </a:lnTo>
                  <a:lnTo>
                    <a:pt x="3767" y="1370"/>
                  </a:lnTo>
                  <a:lnTo>
                    <a:pt x="3927" y="1438"/>
                  </a:lnTo>
                  <a:lnTo>
                    <a:pt x="4075" y="1507"/>
                  </a:lnTo>
                  <a:lnTo>
                    <a:pt x="4246" y="1610"/>
                  </a:lnTo>
                  <a:lnTo>
                    <a:pt x="4395" y="1712"/>
                  </a:lnTo>
                  <a:lnTo>
                    <a:pt x="4532" y="1838"/>
                  </a:lnTo>
                  <a:lnTo>
                    <a:pt x="4634" y="1963"/>
                  </a:lnTo>
                  <a:lnTo>
                    <a:pt x="4714" y="2112"/>
                  </a:lnTo>
                  <a:lnTo>
                    <a:pt x="4771" y="2272"/>
                  </a:lnTo>
                  <a:lnTo>
                    <a:pt x="4806" y="2431"/>
                  </a:lnTo>
                  <a:lnTo>
                    <a:pt x="4817" y="2603"/>
                  </a:lnTo>
                  <a:lnTo>
                    <a:pt x="4806" y="2785"/>
                  </a:lnTo>
                  <a:lnTo>
                    <a:pt x="4783" y="2956"/>
                  </a:lnTo>
                  <a:lnTo>
                    <a:pt x="4737" y="3116"/>
                  </a:lnTo>
                  <a:lnTo>
                    <a:pt x="4680" y="3276"/>
                  </a:lnTo>
                  <a:lnTo>
                    <a:pt x="4600" y="3436"/>
                  </a:lnTo>
                  <a:lnTo>
                    <a:pt x="4497" y="3584"/>
                  </a:lnTo>
                  <a:lnTo>
                    <a:pt x="4383" y="3721"/>
                  </a:lnTo>
                  <a:lnTo>
                    <a:pt x="4258" y="3858"/>
                  </a:lnTo>
                  <a:lnTo>
                    <a:pt x="4132" y="3972"/>
                  </a:lnTo>
                  <a:lnTo>
                    <a:pt x="3995" y="4075"/>
                  </a:lnTo>
                  <a:lnTo>
                    <a:pt x="3858" y="4178"/>
                  </a:lnTo>
                  <a:lnTo>
                    <a:pt x="3710" y="4269"/>
                  </a:lnTo>
                  <a:lnTo>
                    <a:pt x="3550" y="4349"/>
                  </a:lnTo>
                  <a:lnTo>
                    <a:pt x="3379" y="4417"/>
                  </a:lnTo>
                  <a:lnTo>
                    <a:pt x="3208" y="4486"/>
                  </a:lnTo>
                  <a:lnTo>
                    <a:pt x="3025" y="4554"/>
                  </a:lnTo>
                  <a:lnTo>
                    <a:pt x="2797" y="4611"/>
                  </a:lnTo>
                  <a:lnTo>
                    <a:pt x="2706" y="4623"/>
                  </a:lnTo>
                  <a:lnTo>
                    <a:pt x="2626" y="4634"/>
                  </a:lnTo>
                  <a:lnTo>
                    <a:pt x="2512" y="4611"/>
                  </a:lnTo>
                  <a:lnTo>
                    <a:pt x="2340" y="4577"/>
                  </a:lnTo>
                  <a:lnTo>
                    <a:pt x="2101" y="4497"/>
                  </a:lnTo>
                  <a:lnTo>
                    <a:pt x="1804" y="4406"/>
                  </a:lnTo>
                  <a:lnTo>
                    <a:pt x="1838" y="3858"/>
                  </a:lnTo>
                  <a:lnTo>
                    <a:pt x="1872" y="3379"/>
                  </a:lnTo>
                  <a:lnTo>
                    <a:pt x="1918" y="2979"/>
                  </a:lnTo>
                  <a:lnTo>
                    <a:pt x="1975" y="2637"/>
                  </a:lnTo>
                  <a:lnTo>
                    <a:pt x="2078" y="2180"/>
                  </a:lnTo>
                  <a:lnTo>
                    <a:pt x="2146" y="1792"/>
                  </a:lnTo>
                  <a:lnTo>
                    <a:pt x="2181" y="1473"/>
                  </a:lnTo>
                  <a:lnTo>
                    <a:pt x="2192" y="1233"/>
                  </a:lnTo>
                  <a:lnTo>
                    <a:pt x="2512" y="1210"/>
                  </a:lnTo>
                  <a:lnTo>
                    <a:pt x="2683" y="1199"/>
                  </a:lnTo>
                  <a:close/>
                  <a:moveTo>
                    <a:pt x="1952" y="0"/>
                  </a:moveTo>
                  <a:lnTo>
                    <a:pt x="1815" y="12"/>
                  </a:lnTo>
                  <a:lnTo>
                    <a:pt x="1701" y="23"/>
                  </a:lnTo>
                  <a:lnTo>
                    <a:pt x="1610" y="35"/>
                  </a:lnTo>
                  <a:lnTo>
                    <a:pt x="1541" y="69"/>
                  </a:lnTo>
                  <a:lnTo>
                    <a:pt x="1462" y="103"/>
                  </a:lnTo>
                  <a:lnTo>
                    <a:pt x="1382" y="160"/>
                  </a:lnTo>
                  <a:lnTo>
                    <a:pt x="1176" y="331"/>
                  </a:lnTo>
                  <a:lnTo>
                    <a:pt x="788" y="445"/>
                  </a:lnTo>
                  <a:lnTo>
                    <a:pt x="731" y="480"/>
                  </a:lnTo>
                  <a:lnTo>
                    <a:pt x="674" y="514"/>
                  </a:lnTo>
                  <a:lnTo>
                    <a:pt x="628" y="548"/>
                  </a:lnTo>
                  <a:lnTo>
                    <a:pt x="594" y="605"/>
                  </a:lnTo>
                  <a:lnTo>
                    <a:pt x="560" y="662"/>
                  </a:lnTo>
                  <a:lnTo>
                    <a:pt x="537" y="731"/>
                  </a:lnTo>
                  <a:lnTo>
                    <a:pt x="526" y="811"/>
                  </a:lnTo>
                  <a:lnTo>
                    <a:pt x="526" y="891"/>
                  </a:lnTo>
                  <a:lnTo>
                    <a:pt x="526" y="982"/>
                  </a:lnTo>
                  <a:lnTo>
                    <a:pt x="548" y="1073"/>
                  </a:lnTo>
                  <a:lnTo>
                    <a:pt x="583" y="1142"/>
                  </a:lnTo>
                  <a:lnTo>
                    <a:pt x="640" y="1199"/>
                  </a:lnTo>
                  <a:lnTo>
                    <a:pt x="697" y="1233"/>
                  </a:lnTo>
                  <a:lnTo>
                    <a:pt x="777" y="1267"/>
                  </a:lnTo>
                  <a:lnTo>
                    <a:pt x="868" y="1290"/>
                  </a:lnTo>
                  <a:lnTo>
                    <a:pt x="1062" y="1290"/>
                  </a:lnTo>
                  <a:lnTo>
                    <a:pt x="971" y="1929"/>
                  </a:lnTo>
                  <a:lnTo>
                    <a:pt x="891" y="2386"/>
                  </a:lnTo>
                  <a:lnTo>
                    <a:pt x="868" y="2762"/>
                  </a:lnTo>
                  <a:lnTo>
                    <a:pt x="834" y="3344"/>
                  </a:lnTo>
                  <a:lnTo>
                    <a:pt x="800" y="3892"/>
                  </a:lnTo>
                  <a:lnTo>
                    <a:pt x="754" y="4315"/>
                  </a:lnTo>
                  <a:lnTo>
                    <a:pt x="583" y="4360"/>
                  </a:lnTo>
                  <a:lnTo>
                    <a:pt x="423" y="4417"/>
                  </a:lnTo>
                  <a:lnTo>
                    <a:pt x="297" y="4486"/>
                  </a:lnTo>
                  <a:lnTo>
                    <a:pt x="183" y="4554"/>
                  </a:lnTo>
                  <a:lnTo>
                    <a:pt x="103" y="4634"/>
                  </a:lnTo>
                  <a:lnTo>
                    <a:pt x="46" y="4714"/>
                  </a:lnTo>
                  <a:lnTo>
                    <a:pt x="12" y="4817"/>
                  </a:lnTo>
                  <a:lnTo>
                    <a:pt x="1" y="4919"/>
                  </a:lnTo>
                  <a:lnTo>
                    <a:pt x="1" y="4965"/>
                  </a:lnTo>
                  <a:lnTo>
                    <a:pt x="12" y="5011"/>
                  </a:lnTo>
                  <a:lnTo>
                    <a:pt x="35" y="5068"/>
                  </a:lnTo>
                  <a:lnTo>
                    <a:pt x="69" y="5113"/>
                  </a:lnTo>
                  <a:lnTo>
                    <a:pt x="115" y="5159"/>
                  </a:lnTo>
                  <a:lnTo>
                    <a:pt x="160" y="5205"/>
                  </a:lnTo>
                  <a:lnTo>
                    <a:pt x="297" y="5296"/>
                  </a:lnTo>
                  <a:lnTo>
                    <a:pt x="423" y="5365"/>
                  </a:lnTo>
                  <a:lnTo>
                    <a:pt x="548" y="5410"/>
                  </a:lnTo>
                  <a:lnTo>
                    <a:pt x="674" y="5444"/>
                  </a:lnTo>
                  <a:lnTo>
                    <a:pt x="788" y="5444"/>
                  </a:lnTo>
                  <a:lnTo>
                    <a:pt x="800" y="5912"/>
                  </a:lnTo>
                  <a:lnTo>
                    <a:pt x="811" y="6335"/>
                  </a:lnTo>
                  <a:lnTo>
                    <a:pt x="822" y="6688"/>
                  </a:lnTo>
                  <a:lnTo>
                    <a:pt x="845" y="6997"/>
                  </a:lnTo>
                  <a:lnTo>
                    <a:pt x="879" y="7259"/>
                  </a:lnTo>
                  <a:lnTo>
                    <a:pt x="925" y="7453"/>
                  </a:lnTo>
                  <a:lnTo>
                    <a:pt x="971" y="7601"/>
                  </a:lnTo>
                  <a:lnTo>
                    <a:pt x="994" y="7659"/>
                  </a:lnTo>
                  <a:lnTo>
                    <a:pt x="1016" y="7704"/>
                  </a:lnTo>
                  <a:lnTo>
                    <a:pt x="1085" y="7773"/>
                  </a:lnTo>
                  <a:lnTo>
                    <a:pt x="1153" y="7830"/>
                  </a:lnTo>
                  <a:lnTo>
                    <a:pt x="1222" y="7887"/>
                  </a:lnTo>
                  <a:lnTo>
                    <a:pt x="1302" y="7932"/>
                  </a:lnTo>
                  <a:lnTo>
                    <a:pt x="1393" y="7967"/>
                  </a:lnTo>
                  <a:lnTo>
                    <a:pt x="1484" y="7990"/>
                  </a:lnTo>
                  <a:lnTo>
                    <a:pt x="1587" y="8001"/>
                  </a:lnTo>
                  <a:lnTo>
                    <a:pt x="1793" y="8001"/>
                  </a:lnTo>
                  <a:lnTo>
                    <a:pt x="1884" y="7967"/>
                  </a:lnTo>
                  <a:lnTo>
                    <a:pt x="1975" y="7932"/>
                  </a:lnTo>
                  <a:lnTo>
                    <a:pt x="2055" y="7875"/>
                  </a:lnTo>
                  <a:lnTo>
                    <a:pt x="2123" y="7807"/>
                  </a:lnTo>
                  <a:lnTo>
                    <a:pt x="2169" y="7727"/>
                  </a:lnTo>
                  <a:lnTo>
                    <a:pt x="2203" y="7636"/>
                  </a:lnTo>
                  <a:lnTo>
                    <a:pt x="2215" y="7544"/>
                  </a:lnTo>
                  <a:lnTo>
                    <a:pt x="2203" y="7487"/>
                  </a:lnTo>
                  <a:lnTo>
                    <a:pt x="2158" y="7419"/>
                  </a:lnTo>
                  <a:lnTo>
                    <a:pt x="2009" y="7202"/>
                  </a:lnTo>
                  <a:lnTo>
                    <a:pt x="1975" y="7122"/>
                  </a:lnTo>
                  <a:lnTo>
                    <a:pt x="1941" y="7008"/>
                  </a:lnTo>
                  <a:lnTo>
                    <a:pt x="1918" y="6848"/>
                  </a:lnTo>
                  <a:lnTo>
                    <a:pt x="1884" y="6643"/>
                  </a:lnTo>
                  <a:lnTo>
                    <a:pt x="1838" y="6300"/>
                  </a:lnTo>
                  <a:lnTo>
                    <a:pt x="1827" y="6038"/>
                  </a:lnTo>
                  <a:lnTo>
                    <a:pt x="1827" y="5593"/>
                  </a:lnTo>
                  <a:lnTo>
                    <a:pt x="2044" y="5581"/>
                  </a:lnTo>
                  <a:lnTo>
                    <a:pt x="2249" y="5581"/>
                  </a:lnTo>
                  <a:lnTo>
                    <a:pt x="2375" y="5604"/>
                  </a:lnTo>
                  <a:lnTo>
                    <a:pt x="2534" y="5638"/>
                  </a:lnTo>
                  <a:lnTo>
                    <a:pt x="2717" y="5718"/>
                  </a:lnTo>
                  <a:lnTo>
                    <a:pt x="2945" y="5810"/>
                  </a:lnTo>
                  <a:lnTo>
                    <a:pt x="3185" y="5947"/>
                  </a:lnTo>
                  <a:lnTo>
                    <a:pt x="3459" y="6106"/>
                  </a:lnTo>
                  <a:lnTo>
                    <a:pt x="3767" y="6289"/>
                  </a:lnTo>
                  <a:lnTo>
                    <a:pt x="4109" y="6506"/>
                  </a:lnTo>
                  <a:lnTo>
                    <a:pt x="4440" y="6723"/>
                  </a:lnTo>
                  <a:lnTo>
                    <a:pt x="4726" y="6928"/>
                  </a:lnTo>
                  <a:lnTo>
                    <a:pt x="4977" y="7122"/>
                  </a:lnTo>
                  <a:lnTo>
                    <a:pt x="5182" y="7293"/>
                  </a:lnTo>
                  <a:lnTo>
                    <a:pt x="5353" y="7453"/>
                  </a:lnTo>
                  <a:lnTo>
                    <a:pt x="5479" y="7601"/>
                  </a:lnTo>
                  <a:lnTo>
                    <a:pt x="5570" y="7727"/>
                  </a:lnTo>
                  <a:lnTo>
                    <a:pt x="5593" y="7784"/>
                  </a:lnTo>
                  <a:lnTo>
                    <a:pt x="5616" y="7830"/>
                  </a:lnTo>
                  <a:lnTo>
                    <a:pt x="5684" y="7910"/>
                  </a:lnTo>
                  <a:lnTo>
                    <a:pt x="5764" y="7967"/>
                  </a:lnTo>
                  <a:lnTo>
                    <a:pt x="5844" y="7990"/>
                  </a:lnTo>
                  <a:lnTo>
                    <a:pt x="5947" y="8001"/>
                  </a:lnTo>
                  <a:lnTo>
                    <a:pt x="6004" y="8001"/>
                  </a:lnTo>
                  <a:lnTo>
                    <a:pt x="6061" y="7990"/>
                  </a:lnTo>
                  <a:lnTo>
                    <a:pt x="6118" y="7967"/>
                  </a:lnTo>
                  <a:lnTo>
                    <a:pt x="6175" y="7944"/>
                  </a:lnTo>
                  <a:lnTo>
                    <a:pt x="6221" y="7910"/>
                  </a:lnTo>
                  <a:lnTo>
                    <a:pt x="6266" y="7864"/>
                  </a:lnTo>
                  <a:lnTo>
                    <a:pt x="6312" y="7818"/>
                  </a:lnTo>
                  <a:lnTo>
                    <a:pt x="6358" y="7750"/>
                  </a:lnTo>
                  <a:lnTo>
                    <a:pt x="6358" y="7704"/>
                  </a:lnTo>
                  <a:lnTo>
                    <a:pt x="6358" y="7590"/>
                  </a:lnTo>
                  <a:lnTo>
                    <a:pt x="6346" y="7499"/>
                  </a:lnTo>
                  <a:lnTo>
                    <a:pt x="6335" y="7396"/>
                  </a:lnTo>
                  <a:lnTo>
                    <a:pt x="6312" y="7293"/>
                  </a:lnTo>
                  <a:lnTo>
                    <a:pt x="6278" y="7191"/>
                  </a:lnTo>
                  <a:lnTo>
                    <a:pt x="6244" y="7099"/>
                  </a:lnTo>
                  <a:lnTo>
                    <a:pt x="6198" y="6997"/>
                  </a:lnTo>
                  <a:lnTo>
                    <a:pt x="6141" y="6905"/>
                  </a:lnTo>
                  <a:lnTo>
                    <a:pt x="6015" y="6711"/>
                  </a:lnTo>
                  <a:lnTo>
                    <a:pt x="5856" y="6529"/>
                  </a:lnTo>
                  <a:lnTo>
                    <a:pt x="5673" y="6346"/>
                  </a:lnTo>
                  <a:lnTo>
                    <a:pt x="5456" y="6175"/>
                  </a:lnTo>
                  <a:lnTo>
                    <a:pt x="3847" y="5148"/>
                  </a:lnTo>
                  <a:lnTo>
                    <a:pt x="4315" y="4897"/>
                  </a:lnTo>
                  <a:lnTo>
                    <a:pt x="4520" y="4771"/>
                  </a:lnTo>
                  <a:lnTo>
                    <a:pt x="4703" y="4657"/>
                  </a:lnTo>
                  <a:lnTo>
                    <a:pt x="4874" y="4543"/>
                  </a:lnTo>
                  <a:lnTo>
                    <a:pt x="5022" y="4429"/>
                  </a:lnTo>
                  <a:lnTo>
                    <a:pt x="5148" y="4315"/>
                  </a:lnTo>
                  <a:lnTo>
                    <a:pt x="5262" y="4212"/>
                  </a:lnTo>
                  <a:lnTo>
                    <a:pt x="5399" y="4052"/>
                  </a:lnTo>
                  <a:lnTo>
                    <a:pt x="5513" y="3881"/>
                  </a:lnTo>
                  <a:lnTo>
                    <a:pt x="5616" y="3698"/>
                  </a:lnTo>
                  <a:lnTo>
                    <a:pt x="5707" y="3516"/>
                  </a:lnTo>
                  <a:lnTo>
                    <a:pt x="5764" y="3310"/>
                  </a:lnTo>
                  <a:lnTo>
                    <a:pt x="5810" y="3105"/>
                  </a:lnTo>
                  <a:lnTo>
                    <a:pt x="5844" y="2888"/>
                  </a:lnTo>
                  <a:lnTo>
                    <a:pt x="5856" y="2648"/>
                  </a:lnTo>
                  <a:lnTo>
                    <a:pt x="5844" y="2500"/>
                  </a:lnTo>
                  <a:lnTo>
                    <a:pt x="5833" y="2351"/>
                  </a:lnTo>
                  <a:lnTo>
                    <a:pt x="5810" y="2215"/>
                  </a:lnTo>
                  <a:lnTo>
                    <a:pt x="5776" y="2078"/>
                  </a:lnTo>
                  <a:lnTo>
                    <a:pt x="5741" y="1941"/>
                  </a:lnTo>
                  <a:lnTo>
                    <a:pt x="5684" y="1815"/>
                  </a:lnTo>
                  <a:lnTo>
                    <a:pt x="5627" y="1690"/>
                  </a:lnTo>
                  <a:lnTo>
                    <a:pt x="5559" y="1575"/>
                  </a:lnTo>
                  <a:lnTo>
                    <a:pt x="5490" y="1450"/>
                  </a:lnTo>
                  <a:lnTo>
                    <a:pt x="5399" y="1347"/>
                  </a:lnTo>
                  <a:lnTo>
                    <a:pt x="5308" y="1244"/>
                  </a:lnTo>
                  <a:lnTo>
                    <a:pt x="5205" y="1142"/>
                  </a:lnTo>
                  <a:lnTo>
                    <a:pt x="5091" y="1039"/>
                  </a:lnTo>
                  <a:lnTo>
                    <a:pt x="4977" y="948"/>
                  </a:lnTo>
                  <a:lnTo>
                    <a:pt x="4840" y="856"/>
                  </a:lnTo>
                  <a:lnTo>
                    <a:pt x="4703" y="776"/>
                  </a:lnTo>
                  <a:lnTo>
                    <a:pt x="4463" y="651"/>
                  </a:lnTo>
                  <a:lnTo>
                    <a:pt x="4212" y="548"/>
                  </a:lnTo>
                  <a:lnTo>
                    <a:pt x="3950" y="457"/>
                  </a:lnTo>
                  <a:lnTo>
                    <a:pt x="3676" y="377"/>
                  </a:lnTo>
                  <a:lnTo>
                    <a:pt x="3379" y="320"/>
                  </a:lnTo>
                  <a:lnTo>
                    <a:pt x="3082" y="274"/>
                  </a:lnTo>
                  <a:lnTo>
                    <a:pt x="2763" y="251"/>
                  </a:lnTo>
                  <a:lnTo>
                    <a:pt x="2443" y="240"/>
                  </a:lnTo>
                  <a:lnTo>
                    <a:pt x="2318" y="240"/>
                  </a:lnTo>
                  <a:lnTo>
                    <a:pt x="2226" y="229"/>
                  </a:lnTo>
                  <a:lnTo>
                    <a:pt x="2169" y="217"/>
                  </a:lnTo>
                  <a:lnTo>
                    <a:pt x="2158" y="194"/>
                  </a:lnTo>
                  <a:lnTo>
                    <a:pt x="2158" y="183"/>
                  </a:lnTo>
                  <a:lnTo>
                    <a:pt x="2158" y="149"/>
                  </a:lnTo>
                  <a:lnTo>
                    <a:pt x="2146" y="103"/>
                  </a:lnTo>
                  <a:lnTo>
                    <a:pt x="2123" y="80"/>
                  </a:lnTo>
                  <a:lnTo>
                    <a:pt x="2101" y="46"/>
                  </a:lnTo>
                  <a:lnTo>
                    <a:pt x="2078" y="35"/>
                  </a:lnTo>
                  <a:lnTo>
                    <a:pt x="2044" y="12"/>
                  </a:lnTo>
                  <a:lnTo>
                    <a:pt x="19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723;p45">
              <a:extLst>
                <a:ext uri="{FF2B5EF4-FFF2-40B4-BE49-F238E27FC236}">
                  <a16:creationId xmlns:a16="http://schemas.microsoft.com/office/drawing/2014/main" id="{C5A1E5FA-D4E7-517B-50EF-D62D4F06B88C}"/>
                </a:ext>
              </a:extLst>
            </p:cNvPr>
            <p:cNvSpPr/>
            <p:nvPr/>
          </p:nvSpPr>
          <p:spPr>
            <a:xfrm>
              <a:off x="2773200" y="2706400"/>
              <a:ext cx="101900" cy="132975"/>
            </a:xfrm>
            <a:custGeom>
              <a:avLst/>
              <a:gdLst/>
              <a:ahLst/>
              <a:cxnLst/>
              <a:rect l="l" t="t" r="r" b="b"/>
              <a:pathLst>
                <a:path w="4076" h="5319" extrusionOk="0">
                  <a:moveTo>
                    <a:pt x="2671" y="3082"/>
                  </a:moveTo>
                  <a:lnTo>
                    <a:pt x="2740" y="3093"/>
                  </a:lnTo>
                  <a:lnTo>
                    <a:pt x="2797" y="3116"/>
                  </a:lnTo>
                  <a:lnTo>
                    <a:pt x="2842" y="3139"/>
                  </a:lnTo>
                  <a:lnTo>
                    <a:pt x="2888" y="3173"/>
                  </a:lnTo>
                  <a:lnTo>
                    <a:pt x="2911" y="3207"/>
                  </a:lnTo>
                  <a:lnTo>
                    <a:pt x="2922" y="3253"/>
                  </a:lnTo>
                  <a:lnTo>
                    <a:pt x="2934" y="3310"/>
                  </a:lnTo>
                  <a:lnTo>
                    <a:pt x="2922" y="3401"/>
                  </a:lnTo>
                  <a:lnTo>
                    <a:pt x="2911" y="3481"/>
                  </a:lnTo>
                  <a:lnTo>
                    <a:pt x="2877" y="3561"/>
                  </a:lnTo>
                  <a:lnTo>
                    <a:pt x="2831" y="3629"/>
                  </a:lnTo>
                  <a:lnTo>
                    <a:pt x="2774" y="3709"/>
                  </a:lnTo>
                  <a:lnTo>
                    <a:pt x="2705" y="3778"/>
                  </a:lnTo>
                  <a:lnTo>
                    <a:pt x="2614" y="3835"/>
                  </a:lnTo>
                  <a:lnTo>
                    <a:pt x="2523" y="3903"/>
                  </a:lnTo>
                  <a:lnTo>
                    <a:pt x="2352" y="3995"/>
                  </a:lnTo>
                  <a:lnTo>
                    <a:pt x="2169" y="4063"/>
                  </a:lnTo>
                  <a:lnTo>
                    <a:pt x="2078" y="4086"/>
                  </a:lnTo>
                  <a:lnTo>
                    <a:pt x="1986" y="4109"/>
                  </a:lnTo>
                  <a:lnTo>
                    <a:pt x="1895" y="4109"/>
                  </a:lnTo>
                  <a:lnTo>
                    <a:pt x="1792" y="4120"/>
                  </a:lnTo>
                  <a:lnTo>
                    <a:pt x="1644" y="4109"/>
                  </a:lnTo>
                  <a:lnTo>
                    <a:pt x="1519" y="4097"/>
                  </a:lnTo>
                  <a:lnTo>
                    <a:pt x="1416" y="4063"/>
                  </a:lnTo>
                  <a:lnTo>
                    <a:pt x="1324" y="4029"/>
                  </a:lnTo>
                  <a:lnTo>
                    <a:pt x="1256" y="3972"/>
                  </a:lnTo>
                  <a:lnTo>
                    <a:pt x="1210" y="3915"/>
                  </a:lnTo>
                  <a:lnTo>
                    <a:pt x="1176" y="3835"/>
                  </a:lnTo>
                  <a:lnTo>
                    <a:pt x="1176" y="3755"/>
                  </a:lnTo>
                  <a:lnTo>
                    <a:pt x="1176" y="3675"/>
                  </a:lnTo>
                  <a:lnTo>
                    <a:pt x="1188" y="3595"/>
                  </a:lnTo>
                  <a:lnTo>
                    <a:pt x="1222" y="3527"/>
                  </a:lnTo>
                  <a:lnTo>
                    <a:pt x="1256" y="3458"/>
                  </a:lnTo>
                  <a:lnTo>
                    <a:pt x="1313" y="3401"/>
                  </a:lnTo>
                  <a:lnTo>
                    <a:pt x="1370" y="3344"/>
                  </a:lnTo>
                  <a:lnTo>
                    <a:pt x="1439" y="3298"/>
                  </a:lnTo>
                  <a:lnTo>
                    <a:pt x="1530" y="3253"/>
                  </a:lnTo>
                  <a:lnTo>
                    <a:pt x="1621" y="3207"/>
                  </a:lnTo>
                  <a:lnTo>
                    <a:pt x="1724" y="3173"/>
                  </a:lnTo>
                  <a:lnTo>
                    <a:pt x="1838" y="3150"/>
                  </a:lnTo>
                  <a:lnTo>
                    <a:pt x="1975" y="3127"/>
                  </a:lnTo>
                  <a:lnTo>
                    <a:pt x="2260" y="3093"/>
                  </a:lnTo>
                  <a:lnTo>
                    <a:pt x="2591" y="3082"/>
                  </a:lnTo>
                  <a:close/>
                  <a:moveTo>
                    <a:pt x="1941" y="0"/>
                  </a:moveTo>
                  <a:lnTo>
                    <a:pt x="1792" y="11"/>
                  </a:lnTo>
                  <a:lnTo>
                    <a:pt x="1633" y="23"/>
                  </a:lnTo>
                  <a:lnTo>
                    <a:pt x="1496" y="57"/>
                  </a:lnTo>
                  <a:lnTo>
                    <a:pt x="1347" y="103"/>
                  </a:lnTo>
                  <a:lnTo>
                    <a:pt x="1222" y="160"/>
                  </a:lnTo>
                  <a:lnTo>
                    <a:pt x="1096" y="228"/>
                  </a:lnTo>
                  <a:lnTo>
                    <a:pt x="971" y="320"/>
                  </a:lnTo>
                  <a:lnTo>
                    <a:pt x="857" y="411"/>
                  </a:lnTo>
                  <a:lnTo>
                    <a:pt x="742" y="514"/>
                  </a:lnTo>
                  <a:lnTo>
                    <a:pt x="651" y="628"/>
                  </a:lnTo>
                  <a:lnTo>
                    <a:pt x="571" y="753"/>
                  </a:lnTo>
                  <a:lnTo>
                    <a:pt x="514" y="879"/>
                  </a:lnTo>
                  <a:lnTo>
                    <a:pt x="457" y="1016"/>
                  </a:lnTo>
                  <a:lnTo>
                    <a:pt x="423" y="1153"/>
                  </a:lnTo>
                  <a:lnTo>
                    <a:pt x="400" y="1301"/>
                  </a:lnTo>
                  <a:lnTo>
                    <a:pt x="400" y="1461"/>
                  </a:lnTo>
                  <a:lnTo>
                    <a:pt x="411" y="1552"/>
                  </a:lnTo>
                  <a:lnTo>
                    <a:pt x="446" y="1644"/>
                  </a:lnTo>
                  <a:lnTo>
                    <a:pt x="514" y="1735"/>
                  </a:lnTo>
                  <a:lnTo>
                    <a:pt x="605" y="1826"/>
                  </a:lnTo>
                  <a:lnTo>
                    <a:pt x="708" y="1906"/>
                  </a:lnTo>
                  <a:lnTo>
                    <a:pt x="811" y="1963"/>
                  </a:lnTo>
                  <a:lnTo>
                    <a:pt x="914" y="1997"/>
                  </a:lnTo>
                  <a:lnTo>
                    <a:pt x="1085" y="1997"/>
                  </a:lnTo>
                  <a:lnTo>
                    <a:pt x="1153" y="1986"/>
                  </a:lnTo>
                  <a:lnTo>
                    <a:pt x="1210" y="1963"/>
                  </a:lnTo>
                  <a:lnTo>
                    <a:pt x="1256" y="1929"/>
                  </a:lnTo>
                  <a:lnTo>
                    <a:pt x="1290" y="1895"/>
                  </a:lnTo>
                  <a:lnTo>
                    <a:pt x="1313" y="1849"/>
                  </a:lnTo>
                  <a:lnTo>
                    <a:pt x="1324" y="1792"/>
                  </a:lnTo>
                  <a:lnTo>
                    <a:pt x="1324" y="1723"/>
                  </a:lnTo>
                  <a:lnTo>
                    <a:pt x="1336" y="1621"/>
                  </a:lnTo>
                  <a:lnTo>
                    <a:pt x="1347" y="1529"/>
                  </a:lnTo>
                  <a:lnTo>
                    <a:pt x="1359" y="1438"/>
                  </a:lnTo>
                  <a:lnTo>
                    <a:pt x="1382" y="1358"/>
                  </a:lnTo>
                  <a:lnTo>
                    <a:pt x="1416" y="1278"/>
                  </a:lnTo>
                  <a:lnTo>
                    <a:pt x="1461" y="1210"/>
                  </a:lnTo>
                  <a:lnTo>
                    <a:pt x="1507" y="1153"/>
                  </a:lnTo>
                  <a:lnTo>
                    <a:pt x="1553" y="1096"/>
                  </a:lnTo>
                  <a:lnTo>
                    <a:pt x="1610" y="1050"/>
                  </a:lnTo>
                  <a:lnTo>
                    <a:pt x="1678" y="1004"/>
                  </a:lnTo>
                  <a:lnTo>
                    <a:pt x="1758" y="970"/>
                  </a:lnTo>
                  <a:lnTo>
                    <a:pt x="1838" y="936"/>
                  </a:lnTo>
                  <a:lnTo>
                    <a:pt x="1918" y="913"/>
                  </a:lnTo>
                  <a:lnTo>
                    <a:pt x="2021" y="902"/>
                  </a:lnTo>
                  <a:lnTo>
                    <a:pt x="2123" y="890"/>
                  </a:lnTo>
                  <a:lnTo>
                    <a:pt x="2317" y="890"/>
                  </a:lnTo>
                  <a:lnTo>
                    <a:pt x="2397" y="913"/>
                  </a:lnTo>
                  <a:lnTo>
                    <a:pt x="2466" y="936"/>
                  </a:lnTo>
                  <a:lnTo>
                    <a:pt x="2546" y="959"/>
                  </a:lnTo>
                  <a:lnTo>
                    <a:pt x="2603" y="1004"/>
                  </a:lnTo>
                  <a:lnTo>
                    <a:pt x="2660" y="1050"/>
                  </a:lnTo>
                  <a:lnTo>
                    <a:pt x="2717" y="1119"/>
                  </a:lnTo>
                  <a:lnTo>
                    <a:pt x="2763" y="1187"/>
                  </a:lnTo>
                  <a:lnTo>
                    <a:pt x="2808" y="1267"/>
                  </a:lnTo>
                  <a:lnTo>
                    <a:pt x="2842" y="1347"/>
                  </a:lnTo>
                  <a:lnTo>
                    <a:pt x="2865" y="1450"/>
                  </a:lnTo>
                  <a:lnTo>
                    <a:pt x="2888" y="1552"/>
                  </a:lnTo>
                  <a:lnTo>
                    <a:pt x="2922" y="1792"/>
                  </a:lnTo>
                  <a:lnTo>
                    <a:pt x="2934" y="2077"/>
                  </a:lnTo>
                  <a:lnTo>
                    <a:pt x="2934" y="2340"/>
                  </a:lnTo>
                  <a:lnTo>
                    <a:pt x="1964" y="2340"/>
                  </a:lnTo>
                  <a:lnTo>
                    <a:pt x="1815" y="2351"/>
                  </a:lnTo>
                  <a:lnTo>
                    <a:pt x="1667" y="2374"/>
                  </a:lnTo>
                  <a:lnTo>
                    <a:pt x="1519" y="2408"/>
                  </a:lnTo>
                  <a:lnTo>
                    <a:pt x="1370" y="2454"/>
                  </a:lnTo>
                  <a:lnTo>
                    <a:pt x="1210" y="2511"/>
                  </a:lnTo>
                  <a:lnTo>
                    <a:pt x="1051" y="2579"/>
                  </a:lnTo>
                  <a:lnTo>
                    <a:pt x="891" y="2671"/>
                  </a:lnTo>
                  <a:lnTo>
                    <a:pt x="731" y="2762"/>
                  </a:lnTo>
                  <a:lnTo>
                    <a:pt x="560" y="2876"/>
                  </a:lnTo>
                  <a:lnTo>
                    <a:pt x="411" y="3002"/>
                  </a:lnTo>
                  <a:lnTo>
                    <a:pt x="286" y="3127"/>
                  </a:lnTo>
                  <a:lnTo>
                    <a:pt x="183" y="3253"/>
                  </a:lnTo>
                  <a:lnTo>
                    <a:pt x="103" y="3378"/>
                  </a:lnTo>
                  <a:lnTo>
                    <a:pt x="46" y="3504"/>
                  </a:lnTo>
                  <a:lnTo>
                    <a:pt x="12" y="3629"/>
                  </a:lnTo>
                  <a:lnTo>
                    <a:pt x="1" y="3766"/>
                  </a:lnTo>
                  <a:lnTo>
                    <a:pt x="12" y="3892"/>
                  </a:lnTo>
                  <a:lnTo>
                    <a:pt x="35" y="4029"/>
                  </a:lnTo>
                  <a:lnTo>
                    <a:pt x="92" y="4143"/>
                  </a:lnTo>
                  <a:lnTo>
                    <a:pt x="160" y="4257"/>
                  </a:lnTo>
                  <a:lnTo>
                    <a:pt x="252" y="4371"/>
                  </a:lnTo>
                  <a:lnTo>
                    <a:pt x="354" y="4474"/>
                  </a:lnTo>
                  <a:lnTo>
                    <a:pt x="491" y="4565"/>
                  </a:lnTo>
                  <a:lnTo>
                    <a:pt x="640" y="4657"/>
                  </a:lnTo>
                  <a:lnTo>
                    <a:pt x="777" y="4737"/>
                  </a:lnTo>
                  <a:lnTo>
                    <a:pt x="902" y="4794"/>
                  </a:lnTo>
                  <a:lnTo>
                    <a:pt x="1051" y="4839"/>
                  </a:lnTo>
                  <a:lnTo>
                    <a:pt x="1188" y="4885"/>
                  </a:lnTo>
                  <a:lnTo>
                    <a:pt x="1324" y="4919"/>
                  </a:lnTo>
                  <a:lnTo>
                    <a:pt x="1473" y="4942"/>
                  </a:lnTo>
                  <a:lnTo>
                    <a:pt x="1610" y="4953"/>
                  </a:lnTo>
                  <a:lnTo>
                    <a:pt x="1918" y="4953"/>
                  </a:lnTo>
                  <a:lnTo>
                    <a:pt x="2066" y="4942"/>
                  </a:lnTo>
                  <a:lnTo>
                    <a:pt x="2215" y="4919"/>
                  </a:lnTo>
                  <a:lnTo>
                    <a:pt x="2363" y="4885"/>
                  </a:lnTo>
                  <a:lnTo>
                    <a:pt x="2511" y="4851"/>
                  </a:lnTo>
                  <a:lnTo>
                    <a:pt x="2660" y="4805"/>
                  </a:lnTo>
                  <a:lnTo>
                    <a:pt x="2797" y="4748"/>
                  </a:lnTo>
                  <a:lnTo>
                    <a:pt x="2945" y="4679"/>
                  </a:lnTo>
                  <a:lnTo>
                    <a:pt x="2934" y="4839"/>
                  </a:lnTo>
                  <a:lnTo>
                    <a:pt x="2957" y="4965"/>
                  </a:lnTo>
                  <a:lnTo>
                    <a:pt x="2991" y="5067"/>
                  </a:lnTo>
                  <a:lnTo>
                    <a:pt x="3014" y="5125"/>
                  </a:lnTo>
                  <a:lnTo>
                    <a:pt x="3048" y="5159"/>
                  </a:lnTo>
                  <a:lnTo>
                    <a:pt x="3094" y="5204"/>
                  </a:lnTo>
                  <a:lnTo>
                    <a:pt x="3139" y="5227"/>
                  </a:lnTo>
                  <a:lnTo>
                    <a:pt x="3185" y="5262"/>
                  </a:lnTo>
                  <a:lnTo>
                    <a:pt x="3242" y="5284"/>
                  </a:lnTo>
                  <a:lnTo>
                    <a:pt x="3367" y="5307"/>
                  </a:lnTo>
                  <a:lnTo>
                    <a:pt x="3516" y="5319"/>
                  </a:lnTo>
                  <a:lnTo>
                    <a:pt x="3607" y="5319"/>
                  </a:lnTo>
                  <a:lnTo>
                    <a:pt x="3698" y="5296"/>
                  </a:lnTo>
                  <a:lnTo>
                    <a:pt x="3778" y="5273"/>
                  </a:lnTo>
                  <a:lnTo>
                    <a:pt x="3847" y="5227"/>
                  </a:lnTo>
                  <a:lnTo>
                    <a:pt x="3892" y="5182"/>
                  </a:lnTo>
                  <a:lnTo>
                    <a:pt x="3938" y="5125"/>
                  </a:lnTo>
                  <a:lnTo>
                    <a:pt x="3972" y="5056"/>
                  </a:lnTo>
                  <a:lnTo>
                    <a:pt x="3984" y="4965"/>
                  </a:lnTo>
                  <a:lnTo>
                    <a:pt x="4029" y="4611"/>
                  </a:lnTo>
                  <a:lnTo>
                    <a:pt x="4052" y="4154"/>
                  </a:lnTo>
                  <a:lnTo>
                    <a:pt x="4075" y="3584"/>
                  </a:lnTo>
                  <a:lnTo>
                    <a:pt x="4075" y="2899"/>
                  </a:lnTo>
                  <a:lnTo>
                    <a:pt x="4075" y="2545"/>
                  </a:lnTo>
                  <a:lnTo>
                    <a:pt x="4052" y="2226"/>
                  </a:lnTo>
                  <a:lnTo>
                    <a:pt x="4007" y="1917"/>
                  </a:lnTo>
                  <a:lnTo>
                    <a:pt x="3949" y="1632"/>
                  </a:lnTo>
                  <a:lnTo>
                    <a:pt x="3870" y="1370"/>
                  </a:lnTo>
                  <a:lnTo>
                    <a:pt x="3778" y="1130"/>
                  </a:lnTo>
                  <a:lnTo>
                    <a:pt x="3676" y="925"/>
                  </a:lnTo>
                  <a:lnTo>
                    <a:pt x="3550" y="731"/>
                  </a:lnTo>
                  <a:lnTo>
                    <a:pt x="3402" y="559"/>
                  </a:lnTo>
                  <a:lnTo>
                    <a:pt x="3322" y="479"/>
                  </a:lnTo>
                  <a:lnTo>
                    <a:pt x="3242" y="411"/>
                  </a:lnTo>
                  <a:lnTo>
                    <a:pt x="3162" y="342"/>
                  </a:lnTo>
                  <a:lnTo>
                    <a:pt x="3071" y="285"/>
                  </a:lnTo>
                  <a:lnTo>
                    <a:pt x="2979" y="228"/>
                  </a:lnTo>
                  <a:lnTo>
                    <a:pt x="2877" y="183"/>
                  </a:lnTo>
                  <a:lnTo>
                    <a:pt x="2671" y="103"/>
                  </a:lnTo>
                  <a:lnTo>
                    <a:pt x="2443" y="46"/>
                  </a:lnTo>
                  <a:lnTo>
                    <a:pt x="2203" y="11"/>
                  </a:lnTo>
                  <a:lnTo>
                    <a:pt x="1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724;p45">
              <a:extLst>
                <a:ext uri="{FF2B5EF4-FFF2-40B4-BE49-F238E27FC236}">
                  <a16:creationId xmlns:a16="http://schemas.microsoft.com/office/drawing/2014/main" id="{D740ED6E-BAF4-F0C5-5F20-9FABE385049E}"/>
                </a:ext>
              </a:extLst>
            </p:cNvPr>
            <p:cNvSpPr/>
            <p:nvPr/>
          </p:nvSpPr>
          <p:spPr>
            <a:xfrm>
              <a:off x="2899025" y="2699550"/>
              <a:ext cx="141850" cy="132975"/>
            </a:xfrm>
            <a:custGeom>
              <a:avLst/>
              <a:gdLst/>
              <a:ahLst/>
              <a:cxnLst/>
              <a:rect l="l" t="t" r="r" b="b"/>
              <a:pathLst>
                <a:path w="5674" h="5319" extrusionOk="0">
                  <a:moveTo>
                    <a:pt x="4075" y="0"/>
                  </a:moveTo>
                  <a:lnTo>
                    <a:pt x="3961" y="12"/>
                  </a:lnTo>
                  <a:lnTo>
                    <a:pt x="3870" y="23"/>
                  </a:lnTo>
                  <a:lnTo>
                    <a:pt x="3778" y="46"/>
                  </a:lnTo>
                  <a:lnTo>
                    <a:pt x="3687" y="91"/>
                  </a:lnTo>
                  <a:lnTo>
                    <a:pt x="3596" y="137"/>
                  </a:lnTo>
                  <a:lnTo>
                    <a:pt x="3516" y="194"/>
                  </a:lnTo>
                  <a:lnTo>
                    <a:pt x="3436" y="251"/>
                  </a:lnTo>
                  <a:lnTo>
                    <a:pt x="3368" y="331"/>
                  </a:lnTo>
                  <a:lnTo>
                    <a:pt x="3276" y="445"/>
                  </a:lnTo>
                  <a:lnTo>
                    <a:pt x="3185" y="605"/>
                  </a:lnTo>
                  <a:lnTo>
                    <a:pt x="3082" y="799"/>
                  </a:lnTo>
                  <a:lnTo>
                    <a:pt x="2980" y="1039"/>
                  </a:lnTo>
                  <a:lnTo>
                    <a:pt x="2877" y="833"/>
                  </a:lnTo>
                  <a:lnTo>
                    <a:pt x="2763" y="662"/>
                  </a:lnTo>
                  <a:lnTo>
                    <a:pt x="2637" y="514"/>
                  </a:lnTo>
                  <a:lnTo>
                    <a:pt x="2512" y="388"/>
                  </a:lnTo>
                  <a:lnTo>
                    <a:pt x="2375" y="297"/>
                  </a:lnTo>
                  <a:lnTo>
                    <a:pt x="2306" y="263"/>
                  </a:lnTo>
                  <a:lnTo>
                    <a:pt x="2226" y="228"/>
                  </a:lnTo>
                  <a:lnTo>
                    <a:pt x="2158" y="206"/>
                  </a:lnTo>
                  <a:lnTo>
                    <a:pt x="2078" y="183"/>
                  </a:lnTo>
                  <a:lnTo>
                    <a:pt x="1998" y="183"/>
                  </a:lnTo>
                  <a:lnTo>
                    <a:pt x="1918" y="171"/>
                  </a:lnTo>
                  <a:lnTo>
                    <a:pt x="1793" y="183"/>
                  </a:lnTo>
                  <a:lnTo>
                    <a:pt x="1667" y="206"/>
                  </a:lnTo>
                  <a:lnTo>
                    <a:pt x="1553" y="251"/>
                  </a:lnTo>
                  <a:lnTo>
                    <a:pt x="1450" y="308"/>
                  </a:lnTo>
                  <a:lnTo>
                    <a:pt x="1347" y="388"/>
                  </a:lnTo>
                  <a:lnTo>
                    <a:pt x="1245" y="480"/>
                  </a:lnTo>
                  <a:lnTo>
                    <a:pt x="1153" y="594"/>
                  </a:lnTo>
                  <a:lnTo>
                    <a:pt x="1074" y="719"/>
                  </a:lnTo>
                  <a:lnTo>
                    <a:pt x="1074" y="616"/>
                  </a:lnTo>
                  <a:lnTo>
                    <a:pt x="1039" y="514"/>
                  </a:lnTo>
                  <a:lnTo>
                    <a:pt x="994" y="411"/>
                  </a:lnTo>
                  <a:lnTo>
                    <a:pt x="914" y="320"/>
                  </a:lnTo>
                  <a:lnTo>
                    <a:pt x="822" y="251"/>
                  </a:lnTo>
                  <a:lnTo>
                    <a:pt x="720" y="194"/>
                  </a:lnTo>
                  <a:lnTo>
                    <a:pt x="617" y="160"/>
                  </a:lnTo>
                  <a:lnTo>
                    <a:pt x="503" y="149"/>
                  </a:lnTo>
                  <a:lnTo>
                    <a:pt x="457" y="160"/>
                  </a:lnTo>
                  <a:lnTo>
                    <a:pt x="412" y="183"/>
                  </a:lnTo>
                  <a:lnTo>
                    <a:pt x="355" y="228"/>
                  </a:lnTo>
                  <a:lnTo>
                    <a:pt x="309" y="285"/>
                  </a:lnTo>
                  <a:lnTo>
                    <a:pt x="263" y="365"/>
                  </a:lnTo>
                  <a:lnTo>
                    <a:pt x="229" y="457"/>
                  </a:lnTo>
                  <a:lnTo>
                    <a:pt x="138" y="696"/>
                  </a:lnTo>
                  <a:lnTo>
                    <a:pt x="81" y="913"/>
                  </a:lnTo>
                  <a:lnTo>
                    <a:pt x="35" y="1107"/>
                  </a:lnTo>
                  <a:lnTo>
                    <a:pt x="12" y="1278"/>
                  </a:lnTo>
                  <a:lnTo>
                    <a:pt x="1" y="1427"/>
                  </a:lnTo>
                  <a:lnTo>
                    <a:pt x="1" y="3892"/>
                  </a:lnTo>
                  <a:lnTo>
                    <a:pt x="24" y="4120"/>
                  </a:lnTo>
                  <a:lnTo>
                    <a:pt x="69" y="4474"/>
                  </a:lnTo>
                  <a:lnTo>
                    <a:pt x="138" y="4828"/>
                  </a:lnTo>
                  <a:lnTo>
                    <a:pt x="172" y="4942"/>
                  </a:lnTo>
                  <a:lnTo>
                    <a:pt x="206" y="4999"/>
                  </a:lnTo>
                  <a:lnTo>
                    <a:pt x="286" y="5079"/>
                  </a:lnTo>
                  <a:lnTo>
                    <a:pt x="389" y="5136"/>
                  </a:lnTo>
                  <a:lnTo>
                    <a:pt x="503" y="5170"/>
                  </a:lnTo>
                  <a:lnTo>
                    <a:pt x="628" y="5182"/>
                  </a:lnTo>
                  <a:lnTo>
                    <a:pt x="731" y="5182"/>
                  </a:lnTo>
                  <a:lnTo>
                    <a:pt x="834" y="5147"/>
                  </a:lnTo>
                  <a:lnTo>
                    <a:pt x="914" y="5102"/>
                  </a:lnTo>
                  <a:lnTo>
                    <a:pt x="994" y="5033"/>
                  </a:lnTo>
                  <a:lnTo>
                    <a:pt x="1062" y="4965"/>
                  </a:lnTo>
                  <a:lnTo>
                    <a:pt x="1108" y="4874"/>
                  </a:lnTo>
                  <a:lnTo>
                    <a:pt x="1131" y="4771"/>
                  </a:lnTo>
                  <a:lnTo>
                    <a:pt x="1142" y="4668"/>
                  </a:lnTo>
                  <a:lnTo>
                    <a:pt x="1131" y="4451"/>
                  </a:lnTo>
                  <a:lnTo>
                    <a:pt x="1085" y="4143"/>
                  </a:lnTo>
                  <a:lnTo>
                    <a:pt x="1051" y="3846"/>
                  </a:lnTo>
                  <a:lnTo>
                    <a:pt x="1039" y="3618"/>
                  </a:lnTo>
                  <a:lnTo>
                    <a:pt x="1051" y="3310"/>
                  </a:lnTo>
                  <a:lnTo>
                    <a:pt x="1085" y="3002"/>
                  </a:lnTo>
                  <a:lnTo>
                    <a:pt x="1153" y="2705"/>
                  </a:lnTo>
                  <a:lnTo>
                    <a:pt x="1245" y="2408"/>
                  </a:lnTo>
                  <a:lnTo>
                    <a:pt x="1359" y="2123"/>
                  </a:lnTo>
                  <a:lnTo>
                    <a:pt x="1496" y="1838"/>
                  </a:lnTo>
                  <a:lnTo>
                    <a:pt x="1667" y="1552"/>
                  </a:lnTo>
                  <a:lnTo>
                    <a:pt x="1861" y="1278"/>
                  </a:lnTo>
                  <a:lnTo>
                    <a:pt x="1975" y="1119"/>
                  </a:lnTo>
                  <a:lnTo>
                    <a:pt x="2021" y="1073"/>
                  </a:lnTo>
                  <a:lnTo>
                    <a:pt x="2055" y="1062"/>
                  </a:lnTo>
                  <a:lnTo>
                    <a:pt x="2089" y="1062"/>
                  </a:lnTo>
                  <a:lnTo>
                    <a:pt x="2124" y="1084"/>
                  </a:lnTo>
                  <a:lnTo>
                    <a:pt x="2146" y="1107"/>
                  </a:lnTo>
                  <a:lnTo>
                    <a:pt x="2181" y="1141"/>
                  </a:lnTo>
                  <a:lnTo>
                    <a:pt x="2226" y="1244"/>
                  </a:lnTo>
                  <a:lnTo>
                    <a:pt x="2272" y="1381"/>
                  </a:lnTo>
                  <a:lnTo>
                    <a:pt x="2306" y="1564"/>
                  </a:lnTo>
                  <a:lnTo>
                    <a:pt x="2329" y="1781"/>
                  </a:lnTo>
                  <a:lnTo>
                    <a:pt x="2340" y="2043"/>
                  </a:lnTo>
                  <a:lnTo>
                    <a:pt x="2340" y="2340"/>
                  </a:lnTo>
                  <a:lnTo>
                    <a:pt x="2340" y="4463"/>
                  </a:lnTo>
                  <a:lnTo>
                    <a:pt x="2352" y="4554"/>
                  </a:lnTo>
                  <a:lnTo>
                    <a:pt x="2386" y="4645"/>
                  </a:lnTo>
                  <a:lnTo>
                    <a:pt x="2455" y="4737"/>
                  </a:lnTo>
                  <a:lnTo>
                    <a:pt x="2534" y="4839"/>
                  </a:lnTo>
                  <a:lnTo>
                    <a:pt x="2637" y="4919"/>
                  </a:lnTo>
                  <a:lnTo>
                    <a:pt x="2728" y="4976"/>
                  </a:lnTo>
                  <a:lnTo>
                    <a:pt x="2820" y="5011"/>
                  </a:lnTo>
                  <a:lnTo>
                    <a:pt x="2923" y="5022"/>
                  </a:lnTo>
                  <a:lnTo>
                    <a:pt x="3014" y="5022"/>
                  </a:lnTo>
                  <a:lnTo>
                    <a:pt x="3105" y="4988"/>
                  </a:lnTo>
                  <a:lnTo>
                    <a:pt x="3196" y="4942"/>
                  </a:lnTo>
                  <a:lnTo>
                    <a:pt x="3299" y="4885"/>
                  </a:lnTo>
                  <a:lnTo>
                    <a:pt x="3379" y="4816"/>
                  </a:lnTo>
                  <a:lnTo>
                    <a:pt x="3448" y="4737"/>
                  </a:lnTo>
                  <a:lnTo>
                    <a:pt x="3482" y="4645"/>
                  </a:lnTo>
                  <a:lnTo>
                    <a:pt x="3493" y="4565"/>
                  </a:lnTo>
                  <a:lnTo>
                    <a:pt x="3470" y="4463"/>
                  </a:lnTo>
                  <a:lnTo>
                    <a:pt x="3436" y="4326"/>
                  </a:lnTo>
                  <a:lnTo>
                    <a:pt x="3390" y="4189"/>
                  </a:lnTo>
                  <a:lnTo>
                    <a:pt x="3379" y="4097"/>
                  </a:lnTo>
                  <a:lnTo>
                    <a:pt x="3379" y="3047"/>
                  </a:lnTo>
                  <a:lnTo>
                    <a:pt x="3390" y="2762"/>
                  </a:lnTo>
                  <a:lnTo>
                    <a:pt x="3413" y="2454"/>
                  </a:lnTo>
                  <a:lnTo>
                    <a:pt x="3470" y="2134"/>
                  </a:lnTo>
                  <a:lnTo>
                    <a:pt x="3550" y="1815"/>
                  </a:lnTo>
                  <a:lnTo>
                    <a:pt x="3607" y="1598"/>
                  </a:lnTo>
                  <a:lnTo>
                    <a:pt x="3664" y="1404"/>
                  </a:lnTo>
                  <a:lnTo>
                    <a:pt x="3733" y="1256"/>
                  </a:lnTo>
                  <a:lnTo>
                    <a:pt x="3813" y="1119"/>
                  </a:lnTo>
                  <a:lnTo>
                    <a:pt x="3881" y="1016"/>
                  </a:lnTo>
                  <a:lnTo>
                    <a:pt x="3961" y="947"/>
                  </a:lnTo>
                  <a:lnTo>
                    <a:pt x="4007" y="925"/>
                  </a:lnTo>
                  <a:lnTo>
                    <a:pt x="4052" y="902"/>
                  </a:lnTo>
                  <a:lnTo>
                    <a:pt x="4098" y="890"/>
                  </a:lnTo>
                  <a:lnTo>
                    <a:pt x="4144" y="890"/>
                  </a:lnTo>
                  <a:lnTo>
                    <a:pt x="4201" y="902"/>
                  </a:lnTo>
                  <a:lnTo>
                    <a:pt x="4258" y="936"/>
                  </a:lnTo>
                  <a:lnTo>
                    <a:pt x="4315" y="993"/>
                  </a:lnTo>
                  <a:lnTo>
                    <a:pt x="4361" y="1084"/>
                  </a:lnTo>
                  <a:lnTo>
                    <a:pt x="4406" y="1187"/>
                  </a:lnTo>
                  <a:lnTo>
                    <a:pt x="4440" y="1313"/>
                  </a:lnTo>
                  <a:lnTo>
                    <a:pt x="4486" y="1472"/>
                  </a:lnTo>
                  <a:lnTo>
                    <a:pt x="4509" y="1644"/>
                  </a:lnTo>
                  <a:lnTo>
                    <a:pt x="4566" y="2066"/>
                  </a:lnTo>
                  <a:lnTo>
                    <a:pt x="4612" y="2591"/>
                  </a:lnTo>
                  <a:lnTo>
                    <a:pt x="4634" y="3207"/>
                  </a:lnTo>
                  <a:lnTo>
                    <a:pt x="4634" y="3915"/>
                  </a:lnTo>
                  <a:lnTo>
                    <a:pt x="4634" y="4543"/>
                  </a:lnTo>
                  <a:lnTo>
                    <a:pt x="4634" y="5159"/>
                  </a:lnTo>
                  <a:lnTo>
                    <a:pt x="4783" y="5227"/>
                  </a:lnTo>
                  <a:lnTo>
                    <a:pt x="4897" y="5284"/>
                  </a:lnTo>
                  <a:lnTo>
                    <a:pt x="5000" y="5307"/>
                  </a:lnTo>
                  <a:lnTo>
                    <a:pt x="5091" y="5319"/>
                  </a:lnTo>
                  <a:lnTo>
                    <a:pt x="5205" y="5307"/>
                  </a:lnTo>
                  <a:lnTo>
                    <a:pt x="5331" y="5262"/>
                  </a:lnTo>
                  <a:lnTo>
                    <a:pt x="5490" y="5193"/>
                  </a:lnTo>
                  <a:lnTo>
                    <a:pt x="5673" y="5079"/>
                  </a:lnTo>
                  <a:lnTo>
                    <a:pt x="5673" y="3047"/>
                  </a:lnTo>
                  <a:lnTo>
                    <a:pt x="5662" y="2602"/>
                  </a:lnTo>
                  <a:lnTo>
                    <a:pt x="5627" y="2191"/>
                  </a:lnTo>
                  <a:lnTo>
                    <a:pt x="5593" y="2009"/>
                  </a:lnTo>
                  <a:lnTo>
                    <a:pt x="5570" y="1826"/>
                  </a:lnTo>
                  <a:lnTo>
                    <a:pt x="5525" y="1644"/>
                  </a:lnTo>
                  <a:lnTo>
                    <a:pt x="5479" y="1484"/>
                  </a:lnTo>
                  <a:lnTo>
                    <a:pt x="5433" y="1324"/>
                  </a:lnTo>
                  <a:lnTo>
                    <a:pt x="5376" y="1176"/>
                  </a:lnTo>
                  <a:lnTo>
                    <a:pt x="5319" y="1027"/>
                  </a:lnTo>
                  <a:lnTo>
                    <a:pt x="5251" y="890"/>
                  </a:lnTo>
                  <a:lnTo>
                    <a:pt x="5182" y="776"/>
                  </a:lnTo>
                  <a:lnTo>
                    <a:pt x="5102" y="651"/>
                  </a:lnTo>
                  <a:lnTo>
                    <a:pt x="5011" y="548"/>
                  </a:lnTo>
                  <a:lnTo>
                    <a:pt x="4920" y="445"/>
                  </a:lnTo>
                  <a:lnTo>
                    <a:pt x="4817" y="343"/>
                  </a:lnTo>
                  <a:lnTo>
                    <a:pt x="4703" y="251"/>
                  </a:lnTo>
                  <a:lnTo>
                    <a:pt x="4600" y="183"/>
                  </a:lnTo>
                  <a:lnTo>
                    <a:pt x="4498" y="114"/>
                  </a:lnTo>
                  <a:lnTo>
                    <a:pt x="4383" y="69"/>
                  </a:lnTo>
                  <a:lnTo>
                    <a:pt x="4281" y="34"/>
                  </a:lnTo>
                  <a:lnTo>
                    <a:pt x="4178" y="12"/>
                  </a:lnTo>
                  <a:lnTo>
                    <a:pt x="40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25;p45">
              <a:extLst>
                <a:ext uri="{FF2B5EF4-FFF2-40B4-BE49-F238E27FC236}">
                  <a16:creationId xmlns:a16="http://schemas.microsoft.com/office/drawing/2014/main" id="{E36E5FB2-7559-6377-BC25-547B43EBC555}"/>
                </a:ext>
              </a:extLst>
            </p:cNvPr>
            <p:cNvSpPr/>
            <p:nvPr/>
          </p:nvSpPr>
          <p:spPr>
            <a:xfrm>
              <a:off x="3060525" y="2704675"/>
              <a:ext cx="94475" cy="125850"/>
            </a:xfrm>
            <a:custGeom>
              <a:avLst/>
              <a:gdLst/>
              <a:ahLst/>
              <a:cxnLst/>
              <a:rect l="l" t="t" r="r" b="b"/>
              <a:pathLst>
                <a:path w="3779" h="5034" extrusionOk="0">
                  <a:moveTo>
                    <a:pt x="2009" y="959"/>
                  </a:moveTo>
                  <a:lnTo>
                    <a:pt x="2066" y="971"/>
                  </a:lnTo>
                  <a:lnTo>
                    <a:pt x="2123" y="994"/>
                  </a:lnTo>
                  <a:lnTo>
                    <a:pt x="2180" y="1028"/>
                  </a:lnTo>
                  <a:lnTo>
                    <a:pt x="2238" y="1062"/>
                  </a:lnTo>
                  <a:lnTo>
                    <a:pt x="2283" y="1108"/>
                  </a:lnTo>
                  <a:lnTo>
                    <a:pt x="2329" y="1153"/>
                  </a:lnTo>
                  <a:lnTo>
                    <a:pt x="2374" y="1210"/>
                  </a:lnTo>
                  <a:lnTo>
                    <a:pt x="2454" y="1347"/>
                  </a:lnTo>
                  <a:lnTo>
                    <a:pt x="2500" y="1473"/>
                  </a:lnTo>
                  <a:lnTo>
                    <a:pt x="2534" y="1610"/>
                  </a:lnTo>
                  <a:lnTo>
                    <a:pt x="2546" y="1758"/>
                  </a:lnTo>
                  <a:lnTo>
                    <a:pt x="2534" y="1838"/>
                  </a:lnTo>
                  <a:lnTo>
                    <a:pt x="2534" y="1918"/>
                  </a:lnTo>
                  <a:lnTo>
                    <a:pt x="2511" y="1986"/>
                  </a:lnTo>
                  <a:lnTo>
                    <a:pt x="2489" y="2055"/>
                  </a:lnTo>
                  <a:lnTo>
                    <a:pt x="2466" y="2123"/>
                  </a:lnTo>
                  <a:lnTo>
                    <a:pt x="2420" y="2181"/>
                  </a:lnTo>
                  <a:lnTo>
                    <a:pt x="2386" y="2226"/>
                  </a:lnTo>
                  <a:lnTo>
                    <a:pt x="2329" y="2272"/>
                  </a:lnTo>
                  <a:lnTo>
                    <a:pt x="2283" y="2317"/>
                  </a:lnTo>
                  <a:lnTo>
                    <a:pt x="2215" y="2352"/>
                  </a:lnTo>
                  <a:lnTo>
                    <a:pt x="2146" y="2375"/>
                  </a:lnTo>
                  <a:lnTo>
                    <a:pt x="2078" y="2409"/>
                  </a:lnTo>
                  <a:lnTo>
                    <a:pt x="1907" y="2432"/>
                  </a:lnTo>
                  <a:lnTo>
                    <a:pt x="1713" y="2443"/>
                  </a:lnTo>
                  <a:lnTo>
                    <a:pt x="1598" y="2443"/>
                  </a:lnTo>
                  <a:lnTo>
                    <a:pt x="1507" y="2409"/>
                  </a:lnTo>
                  <a:lnTo>
                    <a:pt x="1416" y="2375"/>
                  </a:lnTo>
                  <a:lnTo>
                    <a:pt x="1336" y="2306"/>
                  </a:lnTo>
                  <a:lnTo>
                    <a:pt x="1267" y="2238"/>
                  </a:lnTo>
                  <a:lnTo>
                    <a:pt x="1222" y="2158"/>
                  </a:lnTo>
                  <a:lnTo>
                    <a:pt x="1199" y="2066"/>
                  </a:lnTo>
                  <a:lnTo>
                    <a:pt x="1188" y="1964"/>
                  </a:lnTo>
                  <a:lnTo>
                    <a:pt x="1199" y="1770"/>
                  </a:lnTo>
                  <a:lnTo>
                    <a:pt x="1233" y="1598"/>
                  </a:lnTo>
                  <a:lnTo>
                    <a:pt x="1290" y="1439"/>
                  </a:lnTo>
                  <a:lnTo>
                    <a:pt x="1359" y="1290"/>
                  </a:lnTo>
                  <a:lnTo>
                    <a:pt x="1416" y="1210"/>
                  </a:lnTo>
                  <a:lnTo>
                    <a:pt x="1473" y="1142"/>
                  </a:lnTo>
                  <a:lnTo>
                    <a:pt x="1541" y="1085"/>
                  </a:lnTo>
                  <a:lnTo>
                    <a:pt x="1610" y="1039"/>
                  </a:lnTo>
                  <a:lnTo>
                    <a:pt x="1678" y="1005"/>
                  </a:lnTo>
                  <a:lnTo>
                    <a:pt x="1758" y="982"/>
                  </a:lnTo>
                  <a:lnTo>
                    <a:pt x="1849" y="959"/>
                  </a:lnTo>
                  <a:close/>
                  <a:moveTo>
                    <a:pt x="1576" y="1"/>
                  </a:moveTo>
                  <a:lnTo>
                    <a:pt x="1484" y="12"/>
                  </a:lnTo>
                  <a:lnTo>
                    <a:pt x="1404" y="23"/>
                  </a:lnTo>
                  <a:lnTo>
                    <a:pt x="1324" y="46"/>
                  </a:lnTo>
                  <a:lnTo>
                    <a:pt x="1245" y="80"/>
                  </a:lnTo>
                  <a:lnTo>
                    <a:pt x="1165" y="126"/>
                  </a:lnTo>
                  <a:lnTo>
                    <a:pt x="1085" y="172"/>
                  </a:lnTo>
                  <a:lnTo>
                    <a:pt x="1005" y="240"/>
                  </a:lnTo>
                  <a:lnTo>
                    <a:pt x="936" y="309"/>
                  </a:lnTo>
                  <a:lnTo>
                    <a:pt x="857" y="389"/>
                  </a:lnTo>
                  <a:lnTo>
                    <a:pt x="788" y="480"/>
                  </a:lnTo>
                  <a:lnTo>
                    <a:pt x="651" y="697"/>
                  </a:lnTo>
                  <a:lnTo>
                    <a:pt x="514" y="948"/>
                  </a:lnTo>
                  <a:lnTo>
                    <a:pt x="389" y="1233"/>
                  </a:lnTo>
                  <a:lnTo>
                    <a:pt x="297" y="1473"/>
                  </a:lnTo>
                  <a:lnTo>
                    <a:pt x="217" y="1724"/>
                  </a:lnTo>
                  <a:lnTo>
                    <a:pt x="149" y="1952"/>
                  </a:lnTo>
                  <a:lnTo>
                    <a:pt x="92" y="2181"/>
                  </a:lnTo>
                  <a:lnTo>
                    <a:pt x="58" y="2409"/>
                  </a:lnTo>
                  <a:lnTo>
                    <a:pt x="23" y="2626"/>
                  </a:lnTo>
                  <a:lnTo>
                    <a:pt x="1" y="2842"/>
                  </a:lnTo>
                  <a:lnTo>
                    <a:pt x="1" y="3048"/>
                  </a:lnTo>
                  <a:lnTo>
                    <a:pt x="1" y="3288"/>
                  </a:lnTo>
                  <a:lnTo>
                    <a:pt x="23" y="3516"/>
                  </a:lnTo>
                  <a:lnTo>
                    <a:pt x="58" y="3721"/>
                  </a:lnTo>
                  <a:lnTo>
                    <a:pt x="103" y="3915"/>
                  </a:lnTo>
                  <a:lnTo>
                    <a:pt x="172" y="4098"/>
                  </a:lnTo>
                  <a:lnTo>
                    <a:pt x="240" y="4258"/>
                  </a:lnTo>
                  <a:lnTo>
                    <a:pt x="332" y="4406"/>
                  </a:lnTo>
                  <a:lnTo>
                    <a:pt x="434" y="4543"/>
                  </a:lnTo>
                  <a:lnTo>
                    <a:pt x="548" y="4657"/>
                  </a:lnTo>
                  <a:lnTo>
                    <a:pt x="685" y="4760"/>
                  </a:lnTo>
                  <a:lnTo>
                    <a:pt x="822" y="4840"/>
                  </a:lnTo>
                  <a:lnTo>
                    <a:pt x="982" y="4908"/>
                  </a:lnTo>
                  <a:lnTo>
                    <a:pt x="1153" y="4965"/>
                  </a:lnTo>
                  <a:lnTo>
                    <a:pt x="1336" y="5011"/>
                  </a:lnTo>
                  <a:lnTo>
                    <a:pt x="1530" y="5034"/>
                  </a:lnTo>
                  <a:lnTo>
                    <a:pt x="1907" y="5034"/>
                  </a:lnTo>
                  <a:lnTo>
                    <a:pt x="2078" y="5022"/>
                  </a:lnTo>
                  <a:lnTo>
                    <a:pt x="2238" y="5000"/>
                  </a:lnTo>
                  <a:lnTo>
                    <a:pt x="2386" y="4977"/>
                  </a:lnTo>
                  <a:lnTo>
                    <a:pt x="2546" y="4942"/>
                  </a:lnTo>
                  <a:lnTo>
                    <a:pt x="2705" y="4897"/>
                  </a:lnTo>
                  <a:lnTo>
                    <a:pt x="2854" y="4851"/>
                  </a:lnTo>
                  <a:lnTo>
                    <a:pt x="3002" y="4783"/>
                  </a:lnTo>
                  <a:lnTo>
                    <a:pt x="3185" y="4703"/>
                  </a:lnTo>
                  <a:lnTo>
                    <a:pt x="3345" y="4611"/>
                  </a:lnTo>
                  <a:lnTo>
                    <a:pt x="3482" y="4509"/>
                  </a:lnTo>
                  <a:lnTo>
                    <a:pt x="3584" y="4406"/>
                  </a:lnTo>
                  <a:lnTo>
                    <a:pt x="3676" y="4292"/>
                  </a:lnTo>
                  <a:lnTo>
                    <a:pt x="3733" y="4166"/>
                  </a:lnTo>
                  <a:lnTo>
                    <a:pt x="3767" y="4041"/>
                  </a:lnTo>
                  <a:lnTo>
                    <a:pt x="3778" y="3904"/>
                  </a:lnTo>
                  <a:lnTo>
                    <a:pt x="3767" y="3835"/>
                  </a:lnTo>
                  <a:lnTo>
                    <a:pt x="3744" y="3778"/>
                  </a:lnTo>
                  <a:lnTo>
                    <a:pt x="3710" y="3733"/>
                  </a:lnTo>
                  <a:lnTo>
                    <a:pt x="3653" y="3698"/>
                  </a:lnTo>
                  <a:lnTo>
                    <a:pt x="3584" y="3664"/>
                  </a:lnTo>
                  <a:lnTo>
                    <a:pt x="3504" y="3641"/>
                  </a:lnTo>
                  <a:lnTo>
                    <a:pt x="3402" y="3630"/>
                  </a:lnTo>
                  <a:lnTo>
                    <a:pt x="3288" y="3630"/>
                  </a:lnTo>
                  <a:lnTo>
                    <a:pt x="3196" y="3641"/>
                  </a:lnTo>
                  <a:lnTo>
                    <a:pt x="3071" y="3698"/>
                  </a:lnTo>
                  <a:lnTo>
                    <a:pt x="2888" y="3790"/>
                  </a:lnTo>
                  <a:lnTo>
                    <a:pt x="2671" y="3915"/>
                  </a:lnTo>
                  <a:lnTo>
                    <a:pt x="2546" y="3984"/>
                  </a:lnTo>
                  <a:lnTo>
                    <a:pt x="2432" y="4041"/>
                  </a:lnTo>
                  <a:lnTo>
                    <a:pt x="2306" y="4086"/>
                  </a:lnTo>
                  <a:lnTo>
                    <a:pt x="2180" y="4121"/>
                  </a:lnTo>
                  <a:lnTo>
                    <a:pt x="2066" y="4155"/>
                  </a:lnTo>
                  <a:lnTo>
                    <a:pt x="1941" y="4178"/>
                  </a:lnTo>
                  <a:lnTo>
                    <a:pt x="1815" y="4189"/>
                  </a:lnTo>
                  <a:lnTo>
                    <a:pt x="1690" y="4201"/>
                  </a:lnTo>
                  <a:lnTo>
                    <a:pt x="1621" y="4189"/>
                  </a:lnTo>
                  <a:lnTo>
                    <a:pt x="1553" y="4178"/>
                  </a:lnTo>
                  <a:lnTo>
                    <a:pt x="1484" y="4155"/>
                  </a:lnTo>
                  <a:lnTo>
                    <a:pt x="1427" y="4132"/>
                  </a:lnTo>
                  <a:lnTo>
                    <a:pt x="1370" y="4086"/>
                  </a:lnTo>
                  <a:lnTo>
                    <a:pt x="1324" y="4041"/>
                  </a:lnTo>
                  <a:lnTo>
                    <a:pt x="1279" y="3995"/>
                  </a:lnTo>
                  <a:lnTo>
                    <a:pt x="1233" y="3927"/>
                  </a:lnTo>
                  <a:lnTo>
                    <a:pt x="1199" y="3858"/>
                  </a:lnTo>
                  <a:lnTo>
                    <a:pt x="1165" y="3778"/>
                  </a:lnTo>
                  <a:lnTo>
                    <a:pt x="1108" y="3584"/>
                  </a:lnTo>
                  <a:lnTo>
                    <a:pt x="1073" y="3367"/>
                  </a:lnTo>
                  <a:lnTo>
                    <a:pt x="1051" y="3116"/>
                  </a:lnTo>
                  <a:lnTo>
                    <a:pt x="1222" y="3208"/>
                  </a:lnTo>
                  <a:lnTo>
                    <a:pt x="1359" y="3265"/>
                  </a:lnTo>
                  <a:lnTo>
                    <a:pt x="1473" y="3299"/>
                  </a:lnTo>
                  <a:lnTo>
                    <a:pt x="1564" y="3310"/>
                  </a:lnTo>
                  <a:lnTo>
                    <a:pt x="1770" y="3299"/>
                  </a:lnTo>
                  <a:lnTo>
                    <a:pt x="1964" y="3288"/>
                  </a:lnTo>
                  <a:lnTo>
                    <a:pt x="2146" y="3253"/>
                  </a:lnTo>
                  <a:lnTo>
                    <a:pt x="2329" y="3208"/>
                  </a:lnTo>
                  <a:lnTo>
                    <a:pt x="2500" y="3151"/>
                  </a:lnTo>
                  <a:lnTo>
                    <a:pt x="2660" y="3082"/>
                  </a:lnTo>
                  <a:lnTo>
                    <a:pt x="2820" y="3002"/>
                  </a:lnTo>
                  <a:lnTo>
                    <a:pt x="2968" y="2911"/>
                  </a:lnTo>
                  <a:lnTo>
                    <a:pt x="3128" y="2797"/>
                  </a:lnTo>
                  <a:lnTo>
                    <a:pt x="3265" y="2671"/>
                  </a:lnTo>
                  <a:lnTo>
                    <a:pt x="3379" y="2534"/>
                  </a:lnTo>
                  <a:lnTo>
                    <a:pt x="3482" y="2397"/>
                  </a:lnTo>
                  <a:lnTo>
                    <a:pt x="3550" y="2238"/>
                  </a:lnTo>
                  <a:lnTo>
                    <a:pt x="3607" y="2078"/>
                  </a:lnTo>
                  <a:lnTo>
                    <a:pt x="3630" y="1907"/>
                  </a:lnTo>
                  <a:lnTo>
                    <a:pt x="3641" y="1724"/>
                  </a:lnTo>
                  <a:lnTo>
                    <a:pt x="3630" y="1564"/>
                  </a:lnTo>
                  <a:lnTo>
                    <a:pt x="3596" y="1416"/>
                  </a:lnTo>
                  <a:lnTo>
                    <a:pt x="3539" y="1279"/>
                  </a:lnTo>
                  <a:lnTo>
                    <a:pt x="3459" y="1131"/>
                  </a:lnTo>
                  <a:lnTo>
                    <a:pt x="3367" y="982"/>
                  </a:lnTo>
                  <a:lnTo>
                    <a:pt x="3242" y="845"/>
                  </a:lnTo>
                  <a:lnTo>
                    <a:pt x="3094" y="697"/>
                  </a:lnTo>
                  <a:lnTo>
                    <a:pt x="2922" y="560"/>
                  </a:lnTo>
                  <a:lnTo>
                    <a:pt x="2740" y="434"/>
                  </a:lnTo>
                  <a:lnTo>
                    <a:pt x="2569" y="320"/>
                  </a:lnTo>
                  <a:lnTo>
                    <a:pt x="2397" y="217"/>
                  </a:lnTo>
                  <a:lnTo>
                    <a:pt x="2226" y="138"/>
                  </a:lnTo>
                  <a:lnTo>
                    <a:pt x="2055" y="80"/>
                  </a:lnTo>
                  <a:lnTo>
                    <a:pt x="1895" y="35"/>
                  </a:lnTo>
                  <a:lnTo>
                    <a:pt x="1735" y="12"/>
                  </a:lnTo>
                  <a:lnTo>
                    <a:pt x="15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726;p45">
              <a:extLst>
                <a:ext uri="{FF2B5EF4-FFF2-40B4-BE49-F238E27FC236}">
                  <a16:creationId xmlns:a16="http://schemas.microsoft.com/office/drawing/2014/main" id="{D6E518B6-69B7-4850-55DD-E28DA35BD508}"/>
                </a:ext>
              </a:extLst>
            </p:cNvPr>
            <p:cNvSpPr/>
            <p:nvPr/>
          </p:nvSpPr>
          <p:spPr>
            <a:xfrm>
              <a:off x="3171225" y="2703250"/>
              <a:ext cx="101325" cy="128425"/>
            </a:xfrm>
            <a:custGeom>
              <a:avLst/>
              <a:gdLst/>
              <a:ahLst/>
              <a:cxnLst/>
              <a:rect l="l" t="t" r="r" b="b"/>
              <a:pathLst>
                <a:path w="4053" h="5137" extrusionOk="0">
                  <a:moveTo>
                    <a:pt x="594" y="1"/>
                  </a:moveTo>
                  <a:lnTo>
                    <a:pt x="503" y="12"/>
                  </a:lnTo>
                  <a:lnTo>
                    <a:pt x="412" y="46"/>
                  </a:lnTo>
                  <a:lnTo>
                    <a:pt x="309" y="92"/>
                  </a:lnTo>
                  <a:lnTo>
                    <a:pt x="206" y="172"/>
                  </a:lnTo>
                  <a:lnTo>
                    <a:pt x="115" y="252"/>
                  </a:lnTo>
                  <a:lnTo>
                    <a:pt x="58" y="343"/>
                  </a:lnTo>
                  <a:lnTo>
                    <a:pt x="12" y="423"/>
                  </a:lnTo>
                  <a:lnTo>
                    <a:pt x="1" y="514"/>
                  </a:lnTo>
                  <a:lnTo>
                    <a:pt x="12" y="674"/>
                  </a:lnTo>
                  <a:lnTo>
                    <a:pt x="35" y="902"/>
                  </a:lnTo>
                  <a:lnTo>
                    <a:pt x="69" y="1130"/>
                  </a:lnTo>
                  <a:lnTo>
                    <a:pt x="81" y="1302"/>
                  </a:lnTo>
                  <a:lnTo>
                    <a:pt x="69" y="1416"/>
                  </a:lnTo>
                  <a:lnTo>
                    <a:pt x="58" y="1564"/>
                  </a:lnTo>
                  <a:lnTo>
                    <a:pt x="35" y="1724"/>
                  </a:lnTo>
                  <a:lnTo>
                    <a:pt x="35" y="1838"/>
                  </a:lnTo>
                  <a:lnTo>
                    <a:pt x="35" y="4212"/>
                  </a:lnTo>
                  <a:lnTo>
                    <a:pt x="47" y="4406"/>
                  </a:lnTo>
                  <a:lnTo>
                    <a:pt x="81" y="4589"/>
                  </a:lnTo>
                  <a:lnTo>
                    <a:pt x="104" y="4668"/>
                  </a:lnTo>
                  <a:lnTo>
                    <a:pt x="126" y="4737"/>
                  </a:lnTo>
                  <a:lnTo>
                    <a:pt x="161" y="4794"/>
                  </a:lnTo>
                  <a:lnTo>
                    <a:pt x="206" y="4851"/>
                  </a:lnTo>
                  <a:lnTo>
                    <a:pt x="252" y="4908"/>
                  </a:lnTo>
                  <a:lnTo>
                    <a:pt x="298" y="4954"/>
                  </a:lnTo>
                  <a:lnTo>
                    <a:pt x="355" y="4988"/>
                  </a:lnTo>
                  <a:lnTo>
                    <a:pt x="412" y="5022"/>
                  </a:lnTo>
                  <a:lnTo>
                    <a:pt x="480" y="5045"/>
                  </a:lnTo>
                  <a:lnTo>
                    <a:pt x="560" y="5057"/>
                  </a:lnTo>
                  <a:lnTo>
                    <a:pt x="629" y="5068"/>
                  </a:lnTo>
                  <a:lnTo>
                    <a:pt x="800" y="5068"/>
                  </a:lnTo>
                  <a:lnTo>
                    <a:pt x="880" y="5045"/>
                  </a:lnTo>
                  <a:lnTo>
                    <a:pt x="960" y="5011"/>
                  </a:lnTo>
                  <a:lnTo>
                    <a:pt x="1039" y="4965"/>
                  </a:lnTo>
                  <a:lnTo>
                    <a:pt x="1097" y="4920"/>
                  </a:lnTo>
                  <a:lnTo>
                    <a:pt x="1142" y="4851"/>
                  </a:lnTo>
                  <a:lnTo>
                    <a:pt x="1176" y="4783"/>
                  </a:lnTo>
                  <a:lnTo>
                    <a:pt x="1176" y="4703"/>
                  </a:lnTo>
                  <a:lnTo>
                    <a:pt x="1176" y="4600"/>
                  </a:lnTo>
                  <a:lnTo>
                    <a:pt x="1165" y="4463"/>
                  </a:lnTo>
                  <a:lnTo>
                    <a:pt x="1108" y="4132"/>
                  </a:lnTo>
                  <a:lnTo>
                    <a:pt x="1051" y="3801"/>
                  </a:lnTo>
                  <a:lnTo>
                    <a:pt x="1039" y="3664"/>
                  </a:lnTo>
                  <a:lnTo>
                    <a:pt x="1039" y="3561"/>
                  </a:lnTo>
                  <a:lnTo>
                    <a:pt x="1051" y="3219"/>
                  </a:lnTo>
                  <a:lnTo>
                    <a:pt x="1085" y="2899"/>
                  </a:lnTo>
                  <a:lnTo>
                    <a:pt x="1142" y="2591"/>
                  </a:lnTo>
                  <a:lnTo>
                    <a:pt x="1188" y="2432"/>
                  </a:lnTo>
                  <a:lnTo>
                    <a:pt x="1233" y="2283"/>
                  </a:lnTo>
                  <a:lnTo>
                    <a:pt x="1291" y="2135"/>
                  </a:lnTo>
                  <a:lnTo>
                    <a:pt x="1348" y="1998"/>
                  </a:lnTo>
                  <a:lnTo>
                    <a:pt x="1416" y="1861"/>
                  </a:lnTo>
                  <a:lnTo>
                    <a:pt x="1485" y="1724"/>
                  </a:lnTo>
                  <a:lnTo>
                    <a:pt x="1564" y="1587"/>
                  </a:lnTo>
                  <a:lnTo>
                    <a:pt x="1644" y="1461"/>
                  </a:lnTo>
                  <a:lnTo>
                    <a:pt x="1736" y="1336"/>
                  </a:lnTo>
                  <a:lnTo>
                    <a:pt x="1838" y="1210"/>
                  </a:lnTo>
                  <a:lnTo>
                    <a:pt x="1964" y="1073"/>
                  </a:lnTo>
                  <a:lnTo>
                    <a:pt x="2078" y="971"/>
                  </a:lnTo>
                  <a:lnTo>
                    <a:pt x="2135" y="936"/>
                  </a:lnTo>
                  <a:lnTo>
                    <a:pt x="2192" y="914"/>
                  </a:lnTo>
                  <a:lnTo>
                    <a:pt x="2249" y="891"/>
                  </a:lnTo>
                  <a:lnTo>
                    <a:pt x="2295" y="891"/>
                  </a:lnTo>
                  <a:lnTo>
                    <a:pt x="2386" y="902"/>
                  </a:lnTo>
                  <a:lnTo>
                    <a:pt x="2466" y="925"/>
                  </a:lnTo>
                  <a:lnTo>
                    <a:pt x="2546" y="971"/>
                  </a:lnTo>
                  <a:lnTo>
                    <a:pt x="2614" y="1039"/>
                  </a:lnTo>
                  <a:lnTo>
                    <a:pt x="2683" y="1130"/>
                  </a:lnTo>
                  <a:lnTo>
                    <a:pt x="2740" y="1233"/>
                  </a:lnTo>
                  <a:lnTo>
                    <a:pt x="2797" y="1359"/>
                  </a:lnTo>
                  <a:lnTo>
                    <a:pt x="2843" y="1496"/>
                  </a:lnTo>
                  <a:lnTo>
                    <a:pt x="2888" y="1655"/>
                  </a:lnTo>
                  <a:lnTo>
                    <a:pt x="2923" y="1838"/>
                  </a:lnTo>
                  <a:lnTo>
                    <a:pt x="2957" y="2043"/>
                  </a:lnTo>
                  <a:lnTo>
                    <a:pt x="2980" y="2260"/>
                  </a:lnTo>
                  <a:lnTo>
                    <a:pt x="3002" y="2500"/>
                  </a:lnTo>
                  <a:lnTo>
                    <a:pt x="3014" y="2751"/>
                  </a:lnTo>
                  <a:lnTo>
                    <a:pt x="3025" y="3322"/>
                  </a:lnTo>
                  <a:lnTo>
                    <a:pt x="3014" y="4041"/>
                  </a:lnTo>
                  <a:lnTo>
                    <a:pt x="3002" y="4771"/>
                  </a:lnTo>
                  <a:lnTo>
                    <a:pt x="3002" y="4908"/>
                  </a:lnTo>
                  <a:lnTo>
                    <a:pt x="3208" y="5011"/>
                  </a:lnTo>
                  <a:lnTo>
                    <a:pt x="3379" y="5079"/>
                  </a:lnTo>
                  <a:lnTo>
                    <a:pt x="3528" y="5125"/>
                  </a:lnTo>
                  <a:lnTo>
                    <a:pt x="3642" y="5136"/>
                  </a:lnTo>
                  <a:lnTo>
                    <a:pt x="3699" y="5136"/>
                  </a:lnTo>
                  <a:lnTo>
                    <a:pt x="3756" y="5125"/>
                  </a:lnTo>
                  <a:lnTo>
                    <a:pt x="3813" y="5102"/>
                  </a:lnTo>
                  <a:lnTo>
                    <a:pt x="3870" y="5079"/>
                  </a:lnTo>
                  <a:lnTo>
                    <a:pt x="3916" y="5034"/>
                  </a:lnTo>
                  <a:lnTo>
                    <a:pt x="3961" y="4988"/>
                  </a:lnTo>
                  <a:lnTo>
                    <a:pt x="4018" y="4942"/>
                  </a:lnTo>
                  <a:lnTo>
                    <a:pt x="4053" y="4874"/>
                  </a:lnTo>
                  <a:lnTo>
                    <a:pt x="4053" y="3230"/>
                  </a:lnTo>
                  <a:lnTo>
                    <a:pt x="4053" y="2888"/>
                  </a:lnTo>
                  <a:lnTo>
                    <a:pt x="4030" y="2557"/>
                  </a:lnTo>
                  <a:lnTo>
                    <a:pt x="3995" y="2249"/>
                  </a:lnTo>
                  <a:lnTo>
                    <a:pt x="3938" y="1964"/>
                  </a:lnTo>
                  <a:lnTo>
                    <a:pt x="3870" y="1678"/>
                  </a:lnTo>
                  <a:lnTo>
                    <a:pt x="3790" y="1427"/>
                  </a:lnTo>
                  <a:lnTo>
                    <a:pt x="3699" y="1188"/>
                  </a:lnTo>
                  <a:lnTo>
                    <a:pt x="3596" y="959"/>
                  </a:lnTo>
                  <a:lnTo>
                    <a:pt x="3539" y="879"/>
                  </a:lnTo>
                  <a:lnTo>
                    <a:pt x="3470" y="788"/>
                  </a:lnTo>
                  <a:lnTo>
                    <a:pt x="3402" y="708"/>
                  </a:lnTo>
                  <a:lnTo>
                    <a:pt x="3322" y="640"/>
                  </a:lnTo>
                  <a:lnTo>
                    <a:pt x="3151" y="480"/>
                  </a:lnTo>
                  <a:lnTo>
                    <a:pt x="2945" y="343"/>
                  </a:lnTo>
                  <a:lnTo>
                    <a:pt x="2729" y="229"/>
                  </a:lnTo>
                  <a:lnTo>
                    <a:pt x="2614" y="183"/>
                  </a:lnTo>
                  <a:lnTo>
                    <a:pt x="2512" y="137"/>
                  </a:lnTo>
                  <a:lnTo>
                    <a:pt x="2409" y="115"/>
                  </a:lnTo>
                  <a:lnTo>
                    <a:pt x="2306" y="92"/>
                  </a:lnTo>
                  <a:lnTo>
                    <a:pt x="2204" y="80"/>
                  </a:lnTo>
                  <a:lnTo>
                    <a:pt x="2101" y="69"/>
                  </a:lnTo>
                  <a:lnTo>
                    <a:pt x="1952" y="80"/>
                  </a:lnTo>
                  <a:lnTo>
                    <a:pt x="1804" y="115"/>
                  </a:lnTo>
                  <a:lnTo>
                    <a:pt x="1667" y="172"/>
                  </a:lnTo>
                  <a:lnTo>
                    <a:pt x="1542" y="240"/>
                  </a:lnTo>
                  <a:lnTo>
                    <a:pt x="1416" y="332"/>
                  </a:lnTo>
                  <a:lnTo>
                    <a:pt x="1291" y="446"/>
                  </a:lnTo>
                  <a:lnTo>
                    <a:pt x="1176" y="583"/>
                  </a:lnTo>
                  <a:lnTo>
                    <a:pt x="1074" y="742"/>
                  </a:lnTo>
                  <a:lnTo>
                    <a:pt x="1097" y="286"/>
                  </a:lnTo>
                  <a:lnTo>
                    <a:pt x="971" y="160"/>
                  </a:lnTo>
                  <a:lnTo>
                    <a:pt x="902" y="115"/>
                  </a:lnTo>
                  <a:lnTo>
                    <a:pt x="845" y="80"/>
                  </a:lnTo>
                  <a:lnTo>
                    <a:pt x="777" y="46"/>
                  </a:lnTo>
                  <a:lnTo>
                    <a:pt x="720" y="23"/>
                  </a:lnTo>
                  <a:lnTo>
                    <a:pt x="651" y="12"/>
                  </a:lnTo>
                  <a:lnTo>
                    <a:pt x="59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727;p45">
              <a:extLst>
                <a:ext uri="{FF2B5EF4-FFF2-40B4-BE49-F238E27FC236}">
                  <a16:creationId xmlns:a16="http://schemas.microsoft.com/office/drawing/2014/main" id="{F270B6C6-1B8C-F67A-2C44-D048C43A2D5A}"/>
                </a:ext>
              </a:extLst>
            </p:cNvPr>
            <p:cNvSpPr/>
            <p:nvPr/>
          </p:nvSpPr>
          <p:spPr>
            <a:xfrm>
              <a:off x="2592300" y="2829650"/>
              <a:ext cx="136700" cy="193775"/>
            </a:xfrm>
            <a:custGeom>
              <a:avLst/>
              <a:gdLst/>
              <a:ahLst/>
              <a:cxnLst/>
              <a:rect l="l" t="t" r="r" b="b"/>
              <a:pathLst>
                <a:path w="5468" h="7751" extrusionOk="0">
                  <a:moveTo>
                    <a:pt x="5011" y="1"/>
                  </a:moveTo>
                  <a:lnTo>
                    <a:pt x="4943" y="12"/>
                  </a:lnTo>
                  <a:lnTo>
                    <a:pt x="4885" y="12"/>
                  </a:lnTo>
                  <a:lnTo>
                    <a:pt x="4828" y="35"/>
                  </a:lnTo>
                  <a:lnTo>
                    <a:pt x="4771" y="58"/>
                  </a:lnTo>
                  <a:lnTo>
                    <a:pt x="4714" y="92"/>
                  </a:lnTo>
                  <a:lnTo>
                    <a:pt x="4657" y="137"/>
                  </a:lnTo>
                  <a:lnTo>
                    <a:pt x="4566" y="240"/>
                  </a:lnTo>
                  <a:lnTo>
                    <a:pt x="4463" y="377"/>
                  </a:lnTo>
                  <a:lnTo>
                    <a:pt x="4372" y="537"/>
                  </a:lnTo>
                  <a:lnTo>
                    <a:pt x="4292" y="731"/>
                  </a:lnTo>
                  <a:lnTo>
                    <a:pt x="4212" y="948"/>
                  </a:lnTo>
                  <a:lnTo>
                    <a:pt x="4121" y="1290"/>
                  </a:lnTo>
                  <a:lnTo>
                    <a:pt x="4052" y="1621"/>
                  </a:lnTo>
                  <a:lnTo>
                    <a:pt x="4007" y="1964"/>
                  </a:lnTo>
                  <a:lnTo>
                    <a:pt x="3972" y="2317"/>
                  </a:lnTo>
                  <a:lnTo>
                    <a:pt x="3858" y="5399"/>
                  </a:lnTo>
                  <a:lnTo>
                    <a:pt x="3870" y="5536"/>
                  </a:lnTo>
                  <a:lnTo>
                    <a:pt x="3893" y="5719"/>
                  </a:lnTo>
                  <a:lnTo>
                    <a:pt x="3915" y="5890"/>
                  </a:lnTo>
                  <a:lnTo>
                    <a:pt x="3915" y="6015"/>
                  </a:lnTo>
                  <a:lnTo>
                    <a:pt x="3915" y="6152"/>
                  </a:lnTo>
                  <a:lnTo>
                    <a:pt x="3893" y="6255"/>
                  </a:lnTo>
                  <a:lnTo>
                    <a:pt x="3870" y="6289"/>
                  </a:lnTo>
                  <a:lnTo>
                    <a:pt x="3847" y="6312"/>
                  </a:lnTo>
                  <a:lnTo>
                    <a:pt x="3824" y="6323"/>
                  </a:lnTo>
                  <a:lnTo>
                    <a:pt x="3790" y="6335"/>
                  </a:lnTo>
                  <a:lnTo>
                    <a:pt x="3744" y="6323"/>
                  </a:lnTo>
                  <a:lnTo>
                    <a:pt x="3698" y="6301"/>
                  </a:lnTo>
                  <a:lnTo>
                    <a:pt x="3653" y="6255"/>
                  </a:lnTo>
                  <a:lnTo>
                    <a:pt x="3596" y="6198"/>
                  </a:lnTo>
                  <a:lnTo>
                    <a:pt x="3550" y="6129"/>
                  </a:lnTo>
                  <a:lnTo>
                    <a:pt x="3493" y="6038"/>
                  </a:lnTo>
                  <a:lnTo>
                    <a:pt x="3368" y="5810"/>
                  </a:lnTo>
                  <a:lnTo>
                    <a:pt x="3231" y="5513"/>
                  </a:lnTo>
                  <a:lnTo>
                    <a:pt x="3082" y="5148"/>
                  </a:lnTo>
                  <a:lnTo>
                    <a:pt x="2922" y="4726"/>
                  </a:lnTo>
                  <a:lnTo>
                    <a:pt x="2763" y="4235"/>
                  </a:lnTo>
                  <a:lnTo>
                    <a:pt x="2500" y="3402"/>
                  </a:lnTo>
                  <a:lnTo>
                    <a:pt x="2295" y="2694"/>
                  </a:lnTo>
                  <a:lnTo>
                    <a:pt x="2135" y="2101"/>
                  </a:lnTo>
                  <a:lnTo>
                    <a:pt x="2089" y="1861"/>
                  </a:lnTo>
                  <a:lnTo>
                    <a:pt x="2044" y="1644"/>
                  </a:lnTo>
                  <a:lnTo>
                    <a:pt x="1975" y="1085"/>
                  </a:lnTo>
                  <a:lnTo>
                    <a:pt x="1941" y="902"/>
                  </a:lnTo>
                  <a:lnTo>
                    <a:pt x="1918" y="754"/>
                  </a:lnTo>
                  <a:lnTo>
                    <a:pt x="1884" y="640"/>
                  </a:lnTo>
                  <a:lnTo>
                    <a:pt x="1850" y="560"/>
                  </a:lnTo>
                  <a:lnTo>
                    <a:pt x="1781" y="468"/>
                  </a:lnTo>
                  <a:lnTo>
                    <a:pt x="1701" y="400"/>
                  </a:lnTo>
                  <a:lnTo>
                    <a:pt x="1621" y="332"/>
                  </a:lnTo>
                  <a:lnTo>
                    <a:pt x="1519" y="274"/>
                  </a:lnTo>
                  <a:lnTo>
                    <a:pt x="1404" y="240"/>
                  </a:lnTo>
                  <a:lnTo>
                    <a:pt x="1290" y="206"/>
                  </a:lnTo>
                  <a:lnTo>
                    <a:pt x="1165" y="195"/>
                  </a:lnTo>
                  <a:lnTo>
                    <a:pt x="1016" y="183"/>
                  </a:lnTo>
                  <a:lnTo>
                    <a:pt x="891" y="195"/>
                  </a:lnTo>
                  <a:lnTo>
                    <a:pt x="765" y="217"/>
                  </a:lnTo>
                  <a:lnTo>
                    <a:pt x="640" y="252"/>
                  </a:lnTo>
                  <a:lnTo>
                    <a:pt x="526" y="309"/>
                  </a:lnTo>
                  <a:lnTo>
                    <a:pt x="446" y="343"/>
                  </a:lnTo>
                  <a:lnTo>
                    <a:pt x="389" y="389"/>
                  </a:lnTo>
                  <a:lnTo>
                    <a:pt x="332" y="434"/>
                  </a:lnTo>
                  <a:lnTo>
                    <a:pt x="286" y="480"/>
                  </a:lnTo>
                  <a:lnTo>
                    <a:pt x="252" y="526"/>
                  </a:lnTo>
                  <a:lnTo>
                    <a:pt x="229" y="571"/>
                  </a:lnTo>
                  <a:lnTo>
                    <a:pt x="217" y="628"/>
                  </a:lnTo>
                  <a:lnTo>
                    <a:pt x="217" y="685"/>
                  </a:lnTo>
                  <a:lnTo>
                    <a:pt x="229" y="754"/>
                  </a:lnTo>
                  <a:lnTo>
                    <a:pt x="252" y="822"/>
                  </a:lnTo>
                  <a:lnTo>
                    <a:pt x="252" y="2203"/>
                  </a:lnTo>
                  <a:lnTo>
                    <a:pt x="240" y="2466"/>
                  </a:lnTo>
                  <a:lnTo>
                    <a:pt x="217" y="2785"/>
                  </a:lnTo>
                  <a:lnTo>
                    <a:pt x="183" y="3162"/>
                  </a:lnTo>
                  <a:lnTo>
                    <a:pt x="138" y="3596"/>
                  </a:lnTo>
                  <a:lnTo>
                    <a:pt x="81" y="4029"/>
                  </a:lnTo>
                  <a:lnTo>
                    <a:pt x="46" y="4406"/>
                  </a:lnTo>
                  <a:lnTo>
                    <a:pt x="23" y="4714"/>
                  </a:lnTo>
                  <a:lnTo>
                    <a:pt x="23" y="4977"/>
                  </a:lnTo>
                  <a:lnTo>
                    <a:pt x="12" y="5559"/>
                  </a:lnTo>
                  <a:lnTo>
                    <a:pt x="1" y="6129"/>
                  </a:lnTo>
                  <a:lnTo>
                    <a:pt x="12" y="6346"/>
                  </a:lnTo>
                  <a:lnTo>
                    <a:pt x="35" y="6586"/>
                  </a:lnTo>
                  <a:lnTo>
                    <a:pt x="92" y="6826"/>
                  </a:lnTo>
                  <a:lnTo>
                    <a:pt x="160" y="7088"/>
                  </a:lnTo>
                  <a:lnTo>
                    <a:pt x="206" y="7236"/>
                  </a:lnTo>
                  <a:lnTo>
                    <a:pt x="263" y="7373"/>
                  </a:lnTo>
                  <a:lnTo>
                    <a:pt x="332" y="7488"/>
                  </a:lnTo>
                  <a:lnTo>
                    <a:pt x="389" y="7590"/>
                  </a:lnTo>
                  <a:lnTo>
                    <a:pt x="457" y="7659"/>
                  </a:lnTo>
                  <a:lnTo>
                    <a:pt x="526" y="7716"/>
                  </a:lnTo>
                  <a:lnTo>
                    <a:pt x="606" y="7739"/>
                  </a:lnTo>
                  <a:lnTo>
                    <a:pt x="674" y="7750"/>
                  </a:lnTo>
                  <a:lnTo>
                    <a:pt x="788" y="7739"/>
                  </a:lnTo>
                  <a:lnTo>
                    <a:pt x="902" y="7716"/>
                  </a:lnTo>
                  <a:lnTo>
                    <a:pt x="1016" y="7659"/>
                  </a:lnTo>
                  <a:lnTo>
                    <a:pt x="1131" y="7590"/>
                  </a:lnTo>
                  <a:lnTo>
                    <a:pt x="1233" y="7499"/>
                  </a:lnTo>
                  <a:lnTo>
                    <a:pt x="1302" y="7408"/>
                  </a:lnTo>
                  <a:lnTo>
                    <a:pt x="1325" y="7362"/>
                  </a:lnTo>
                  <a:lnTo>
                    <a:pt x="1347" y="7316"/>
                  </a:lnTo>
                  <a:lnTo>
                    <a:pt x="1359" y="7259"/>
                  </a:lnTo>
                  <a:lnTo>
                    <a:pt x="1359" y="7202"/>
                  </a:lnTo>
                  <a:lnTo>
                    <a:pt x="1347" y="7145"/>
                  </a:lnTo>
                  <a:lnTo>
                    <a:pt x="1313" y="7077"/>
                  </a:lnTo>
                  <a:lnTo>
                    <a:pt x="1268" y="6985"/>
                  </a:lnTo>
                  <a:lnTo>
                    <a:pt x="1188" y="6894"/>
                  </a:lnTo>
                  <a:lnTo>
                    <a:pt x="1142" y="6814"/>
                  </a:lnTo>
                  <a:lnTo>
                    <a:pt x="1108" y="6700"/>
                  </a:lnTo>
                  <a:lnTo>
                    <a:pt x="1073" y="6552"/>
                  </a:lnTo>
                  <a:lnTo>
                    <a:pt x="1051" y="6369"/>
                  </a:lnTo>
                  <a:lnTo>
                    <a:pt x="1039" y="6141"/>
                  </a:lnTo>
                  <a:lnTo>
                    <a:pt x="1016" y="5867"/>
                  </a:lnTo>
                  <a:lnTo>
                    <a:pt x="1005" y="5216"/>
                  </a:lnTo>
                  <a:lnTo>
                    <a:pt x="1028" y="4805"/>
                  </a:lnTo>
                  <a:lnTo>
                    <a:pt x="1073" y="4246"/>
                  </a:lnTo>
                  <a:lnTo>
                    <a:pt x="1142" y="3516"/>
                  </a:lnTo>
                  <a:lnTo>
                    <a:pt x="1245" y="2626"/>
                  </a:lnTo>
                  <a:lnTo>
                    <a:pt x="1781" y="4406"/>
                  </a:lnTo>
                  <a:lnTo>
                    <a:pt x="2009" y="5045"/>
                  </a:lnTo>
                  <a:lnTo>
                    <a:pt x="2238" y="5616"/>
                  </a:lnTo>
                  <a:lnTo>
                    <a:pt x="2340" y="5878"/>
                  </a:lnTo>
                  <a:lnTo>
                    <a:pt x="2454" y="6118"/>
                  </a:lnTo>
                  <a:lnTo>
                    <a:pt x="2569" y="6335"/>
                  </a:lnTo>
                  <a:lnTo>
                    <a:pt x="2683" y="6540"/>
                  </a:lnTo>
                  <a:lnTo>
                    <a:pt x="2831" y="6780"/>
                  </a:lnTo>
                  <a:lnTo>
                    <a:pt x="2991" y="6997"/>
                  </a:lnTo>
                  <a:lnTo>
                    <a:pt x="3139" y="7179"/>
                  </a:lnTo>
                  <a:lnTo>
                    <a:pt x="3299" y="7316"/>
                  </a:lnTo>
                  <a:lnTo>
                    <a:pt x="3447" y="7430"/>
                  </a:lnTo>
                  <a:lnTo>
                    <a:pt x="3527" y="7476"/>
                  </a:lnTo>
                  <a:lnTo>
                    <a:pt x="3607" y="7522"/>
                  </a:lnTo>
                  <a:lnTo>
                    <a:pt x="3687" y="7545"/>
                  </a:lnTo>
                  <a:lnTo>
                    <a:pt x="3767" y="7567"/>
                  </a:lnTo>
                  <a:lnTo>
                    <a:pt x="3835" y="7579"/>
                  </a:lnTo>
                  <a:lnTo>
                    <a:pt x="3915" y="7579"/>
                  </a:lnTo>
                  <a:lnTo>
                    <a:pt x="4018" y="7567"/>
                  </a:lnTo>
                  <a:lnTo>
                    <a:pt x="4121" y="7545"/>
                  </a:lnTo>
                  <a:lnTo>
                    <a:pt x="4212" y="7488"/>
                  </a:lnTo>
                  <a:lnTo>
                    <a:pt x="4303" y="7419"/>
                  </a:lnTo>
                  <a:lnTo>
                    <a:pt x="4395" y="7328"/>
                  </a:lnTo>
                  <a:lnTo>
                    <a:pt x="4475" y="7214"/>
                  </a:lnTo>
                  <a:lnTo>
                    <a:pt x="4554" y="7077"/>
                  </a:lnTo>
                  <a:lnTo>
                    <a:pt x="4623" y="6917"/>
                  </a:lnTo>
                  <a:lnTo>
                    <a:pt x="4714" y="6666"/>
                  </a:lnTo>
                  <a:lnTo>
                    <a:pt x="4783" y="6403"/>
                  </a:lnTo>
                  <a:lnTo>
                    <a:pt x="4828" y="6152"/>
                  </a:lnTo>
                  <a:lnTo>
                    <a:pt x="4851" y="5901"/>
                  </a:lnTo>
                  <a:lnTo>
                    <a:pt x="4885" y="2637"/>
                  </a:lnTo>
                  <a:lnTo>
                    <a:pt x="4885" y="2466"/>
                  </a:lnTo>
                  <a:lnTo>
                    <a:pt x="4908" y="2283"/>
                  </a:lnTo>
                  <a:lnTo>
                    <a:pt x="4931" y="2089"/>
                  </a:lnTo>
                  <a:lnTo>
                    <a:pt x="4965" y="1872"/>
                  </a:lnTo>
                  <a:lnTo>
                    <a:pt x="5011" y="1655"/>
                  </a:lnTo>
                  <a:lnTo>
                    <a:pt x="5068" y="1427"/>
                  </a:lnTo>
                  <a:lnTo>
                    <a:pt x="5216" y="936"/>
                  </a:lnTo>
                  <a:lnTo>
                    <a:pt x="5365" y="628"/>
                  </a:lnTo>
                  <a:lnTo>
                    <a:pt x="5410" y="537"/>
                  </a:lnTo>
                  <a:lnTo>
                    <a:pt x="5433" y="457"/>
                  </a:lnTo>
                  <a:lnTo>
                    <a:pt x="5456" y="377"/>
                  </a:lnTo>
                  <a:lnTo>
                    <a:pt x="5468" y="309"/>
                  </a:lnTo>
                  <a:lnTo>
                    <a:pt x="5456" y="206"/>
                  </a:lnTo>
                  <a:lnTo>
                    <a:pt x="5319" y="115"/>
                  </a:lnTo>
                  <a:lnTo>
                    <a:pt x="5205" y="58"/>
                  </a:lnTo>
                  <a:lnTo>
                    <a:pt x="5091" y="12"/>
                  </a:lnTo>
                  <a:lnTo>
                    <a:pt x="501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728;p45">
              <a:extLst>
                <a:ext uri="{FF2B5EF4-FFF2-40B4-BE49-F238E27FC236}">
                  <a16:creationId xmlns:a16="http://schemas.microsoft.com/office/drawing/2014/main" id="{E03884F6-9EFF-C1CC-4C3C-4B7E809D7F70}"/>
                </a:ext>
              </a:extLst>
            </p:cNvPr>
            <p:cNvSpPr/>
            <p:nvPr/>
          </p:nvSpPr>
          <p:spPr>
            <a:xfrm>
              <a:off x="2748375" y="2898975"/>
              <a:ext cx="101600" cy="133275"/>
            </a:xfrm>
            <a:custGeom>
              <a:avLst/>
              <a:gdLst/>
              <a:ahLst/>
              <a:cxnLst/>
              <a:rect l="l" t="t" r="r" b="b"/>
              <a:pathLst>
                <a:path w="4064" h="5331" extrusionOk="0">
                  <a:moveTo>
                    <a:pt x="2317" y="994"/>
                  </a:moveTo>
                  <a:lnTo>
                    <a:pt x="2420" y="1017"/>
                  </a:lnTo>
                  <a:lnTo>
                    <a:pt x="2512" y="1051"/>
                  </a:lnTo>
                  <a:lnTo>
                    <a:pt x="2591" y="1097"/>
                  </a:lnTo>
                  <a:lnTo>
                    <a:pt x="2660" y="1165"/>
                  </a:lnTo>
                  <a:lnTo>
                    <a:pt x="2728" y="1234"/>
                  </a:lnTo>
                  <a:lnTo>
                    <a:pt x="2797" y="1325"/>
                  </a:lnTo>
                  <a:lnTo>
                    <a:pt x="2854" y="1428"/>
                  </a:lnTo>
                  <a:lnTo>
                    <a:pt x="2900" y="1542"/>
                  </a:lnTo>
                  <a:lnTo>
                    <a:pt x="2945" y="1667"/>
                  </a:lnTo>
                  <a:lnTo>
                    <a:pt x="2979" y="1816"/>
                  </a:lnTo>
                  <a:lnTo>
                    <a:pt x="3014" y="1964"/>
                  </a:lnTo>
                  <a:lnTo>
                    <a:pt x="3037" y="2135"/>
                  </a:lnTo>
                  <a:lnTo>
                    <a:pt x="3048" y="2318"/>
                  </a:lnTo>
                  <a:lnTo>
                    <a:pt x="3059" y="2523"/>
                  </a:lnTo>
                  <a:lnTo>
                    <a:pt x="3059" y="2729"/>
                  </a:lnTo>
                  <a:lnTo>
                    <a:pt x="3059" y="2900"/>
                  </a:lnTo>
                  <a:lnTo>
                    <a:pt x="3048" y="3048"/>
                  </a:lnTo>
                  <a:lnTo>
                    <a:pt x="3037" y="3208"/>
                  </a:lnTo>
                  <a:lnTo>
                    <a:pt x="3002" y="3356"/>
                  </a:lnTo>
                  <a:lnTo>
                    <a:pt x="2979" y="3493"/>
                  </a:lnTo>
                  <a:lnTo>
                    <a:pt x="2945" y="3630"/>
                  </a:lnTo>
                  <a:lnTo>
                    <a:pt x="2900" y="3756"/>
                  </a:lnTo>
                  <a:lnTo>
                    <a:pt x="2842" y="3881"/>
                  </a:lnTo>
                  <a:lnTo>
                    <a:pt x="2774" y="4030"/>
                  </a:lnTo>
                  <a:lnTo>
                    <a:pt x="2683" y="4155"/>
                  </a:lnTo>
                  <a:lnTo>
                    <a:pt x="2591" y="4258"/>
                  </a:lnTo>
                  <a:lnTo>
                    <a:pt x="2489" y="4349"/>
                  </a:lnTo>
                  <a:lnTo>
                    <a:pt x="2375" y="4418"/>
                  </a:lnTo>
                  <a:lnTo>
                    <a:pt x="2249" y="4463"/>
                  </a:lnTo>
                  <a:lnTo>
                    <a:pt x="2123" y="4498"/>
                  </a:lnTo>
                  <a:lnTo>
                    <a:pt x="1872" y="4498"/>
                  </a:lnTo>
                  <a:lnTo>
                    <a:pt x="1770" y="4475"/>
                  </a:lnTo>
                  <a:lnTo>
                    <a:pt x="1678" y="4452"/>
                  </a:lnTo>
                  <a:lnTo>
                    <a:pt x="1587" y="4406"/>
                  </a:lnTo>
                  <a:lnTo>
                    <a:pt x="1507" y="4361"/>
                  </a:lnTo>
                  <a:lnTo>
                    <a:pt x="1439" y="4292"/>
                  </a:lnTo>
                  <a:lnTo>
                    <a:pt x="1370" y="4212"/>
                  </a:lnTo>
                  <a:lnTo>
                    <a:pt x="1313" y="4121"/>
                  </a:lnTo>
                  <a:lnTo>
                    <a:pt x="1256" y="4030"/>
                  </a:lnTo>
                  <a:lnTo>
                    <a:pt x="1210" y="3916"/>
                  </a:lnTo>
                  <a:lnTo>
                    <a:pt x="1176" y="3790"/>
                  </a:lnTo>
                  <a:lnTo>
                    <a:pt x="1142" y="3653"/>
                  </a:lnTo>
                  <a:lnTo>
                    <a:pt x="1119" y="3505"/>
                  </a:lnTo>
                  <a:lnTo>
                    <a:pt x="1096" y="3345"/>
                  </a:lnTo>
                  <a:lnTo>
                    <a:pt x="1085" y="3174"/>
                  </a:lnTo>
                  <a:lnTo>
                    <a:pt x="1085" y="2991"/>
                  </a:lnTo>
                  <a:lnTo>
                    <a:pt x="1085" y="2820"/>
                  </a:lnTo>
                  <a:lnTo>
                    <a:pt x="1096" y="2649"/>
                  </a:lnTo>
                  <a:lnTo>
                    <a:pt x="1119" y="2489"/>
                  </a:lnTo>
                  <a:lnTo>
                    <a:pt x="1142" y="2329"/>
                  </a:lnTo>
                  <a:lnTo>
                    <a:pt x="1176" y="2169"/>
                  </a:lnTo>
                  <a:lnTo>
                    <a:pt x="1210" y="2021"/>
                  </a:lnTo>
                  <a:lnTo>
                    <a:pt x="1256" y="1873"/>
                  </a:lnTo>
                  <a:lnTo>
                    <a:pt x="1313" y="1724"/>
                  </a:lnTo>
                  <a:lnTo>
                    <a:pt x="1393" y="1553"/>
                  </a:lnTo>
                  <a:lnTo>
                    <a:pt x="1484" y="1405"/>
                  </a:lnTo>
                  <a:lnTo>
                    <a:pt x="1587" y="1279"/>
                  </a:lnTo>
                  <a:lnTo>
                    <a:pt x="1690" y="1176"/>
                  </a:lnTo>
                  <a:lnTo>
                    <a:pt x="1815" y="1097"/>
                  </a:lnTo>
                  <a:lnTo>
                    <a:pt x="1941" y="1040"/>
                  </a:lnTo>
                  <a:lnTo>
                    <a:pt x="2078" y="1005"/>
                  </a:lnTo>
                  <a:lnTo>
                    <a:pt x="2226" y="994"/>
                  </a:lnTo>
                  <a:close/>
                  <a:moveTo>
                    <a:pt x="2055" y="1"/>
                  </a:moveTo>
                  <a:lnTo>
                    <a:pt x="1929" y="12"/>
                  </a:lnTo>
                  <a:lnTo>
                    <a:pt x="1815" y="24"/>
                  </a:lnTo>
                  <a:lnTo>
                    <a:pt x="1713" y="35"/>
                  </a:lnTo>
                  <a:lnTo>
                    <a:pt x="1598" y="69"/>
                  </a:lnTo>
                  <a:lnTo>
                    <a:pt x="1496" y="104"/>
                  </a:lnTo>
                  <a:lnTo>
                    <a:pt x="1393" y="149"/>
                  </a:lnTo>
                  <a:lnTo>
                    <a:pt x="1290" y="206"/>
                  </a:lnTo>
                  <a:lnTo>
                    <a:pt x="1199" y="275"/>
                  </a:lnTo>
                  <a:lnTo>
                    <a:pt x="1096" y="343"/>
                  </a:lnTo>
                  <a:lnTo>
                    <a:pt x="1005" y="423"/>
                  </a:lnTo>
                  <a:lnTo>
                    <a:pt x="925" y="515"/>
                  </a:lnTo>
                  <a:lnTo>
                    <a:pt x="834" y="606"/>
                  </a:lnTo>
                  <a:lnTo>
                    <a:pt x="754" y="720"/>
                  </a:lnTo>
                  <a:lnTo>
                    <a:pt x="674" y="834"/>
                  </a:lnTo>
                  <a:lnTo>
                    <a:pt x="514" y="1085"/>
                  </a:lnTo>
                  <a:lnTo>
                    <a:pt x="400" y="1313"/>
                  </a:lnTo>
                  <a:lnTo>
                    <a:pt x="297" y="1542"/>
                  </a:lnTo>
                  <a:lnTo>
                    <a:pt x="206" y="1781"/>
                  </a:lnTo>
                  <a:lnTo>
                    <a:pt x="138" y="2021"/>
                  </a:lnTo>
                  <a:lnTo>
                    <a:pt x="81" y="2261"/>
                  </a:lnTo>
                  <a:lnTo>
                    <a:pt x="35" y="2512"/>
                  </a:lnTo>
                  <a:lnTo>
                    <a:pt x="12" y="2763"/>
                  </a:lnTo>
                  <a:lnTo>
                    <a:pt x="1" y="3014"/>
                  </a:lnTo>
                  <a:lnTo>
                    <a:pt x="12" y="3265"/>
                  </a:lnTo>
                  <a:lnTo>
                    <a:pt x="35" y="3505"/>
                  </a:lnTo>
                  <a:lnTo>
                    <a:pt x="69" y="3733"/>
                  </a:lnTo>
                  <a:lnTo>
                    <a:pt x="126" y="3938"/>
                  </a:lnTo>
                  <a:lnTo>
                    <a:pt x="183" y="4132"/>
                  </a:lnTo>
                  <a:lnTo>
                    <a:pt x="263" y="4326"/>
                  </a:lnTo>
                  <a:lnTo>
                    <a:pt x="366" y="4498"/>
                  </a:lnTo>
                  <a:lnTo>
                    <a:pt x="469" y="4646"/>
                  </a:lnTo>
                  <a:lnTo>
                    <a:pt x="606" y="4806"/>
                  </a:lnTo>
                  <a:lnTo>
                    <a:pt x="754" y="4954"/>
                  </a:lnTo>
                  <a:lnTo>
                    <a:pt x="925" y="5068"/>
                  </a:lnTo>
                  <a:lnTo>
                    <a:pt x="1108" y="5160"/>
                  </a:lnTo>
                  <a:lnTo>
                    <a:pt x="1302" y="5240"/>
                  </a:lnTo>
                  <a:lnTo>
                    <a:pt x="1507" y="5285"/>
                  </a:lnTo>
                  <a:lnTo>
                    <a:pt x="1735" y="5319"/>
                  </a:lnTo>
                  <a:lnTo>
                    <a:pt x="1986" y="5331"/>
                  </a:lnTo>
                  <a:lnTo>
                    <a:pt x="2215" y="5319"/>
                  </a:lnTo>
                  <a:lnTo>
                    <a:pt x="2340" y="5308"/>
                  </a:lnTo>
                  <a:lnTo>
                    <a:pt x="2443" y="5285"/>
                  </a:lnTo>
                  <a:lnTo>
                    <a:pt x="2557" y="5251"/>
                  </a:lnTo>
                  <a:lnTo>
                    <a:pt x="2660" y="5217"/>
                  </a:lnTo>
                  <a:lnTo>
                    <a:pt x="2763" y="5171"/>
                  </a:lnTo>
                  <a:lnTo>
                    <a:pt x="2865" y="5125"/>
                  </a:lnTo>
                  <a:lnTo>
                    <a:pt x="2957" y="5068"/>
                  </a:lnTo>
                  <a:lnTo>
                    <a:pt x="3048" y="5011"/>
                  </a:lnTo>
                  <a:lnTo>
                    <a:pt x="3139" y="4943"/>
                  </a:lnTo>
                  <a:lnTo>
                    <a:pt x="3231" y="4863"/>
                  </a:lnTo>
                  <a:lnTo>
                    <a:pt x="3402" y="4692"/>
                  </a:lnTo>
                  <a:lnTo>
                    <a:pt x="3550" y="4498"/>
                  </a:lnTo>
                  <a:lnTo>
                    <a:pt x="3676" y="4315"/>
                  </a:lnTo>
                  <a:lnTo>
                    <a:pt x="3778" y="4121"/>
                  </a:lnTo>
                  <a:lnTo>
                    <a:pt x="3858" y="3916"/>
                  </a:lnTo>
                  <a:lnTo>
                    <a:pt x="3938" y="3699"/>
                  </a:lnTo>
                  <a:lnTo>
                    <a:pt x="3995" y="3482"/>
                  </a:lnTo>
                  <a:lnTo>
                    <a:pt x="4029" y="3242"/>
                  </a:lnTo>
                  <a:lnTo>
                    <a:pt x="4052" y="3003"/>
                  </a:lnTo>
                  <a:lnTo>
                    <a:pt x="4064" y="2751"/>
                  </a:lnTo>
                  <a:lnTo>
                    <a:pt x="4052" y="2546"/>
                  </a:lnTo>
                  <a:lnTo>
                    <a:pt x="4041" y="2341"/>
                  </a:lnTo>
                  <a:lnTo>
                    <a:pt x="4018" y="2135"/>
                  </a:lnTo>
                  <a:lnTo>
                    <a:pt x="3984" y="1953"/>
                  </a:lnTo>
                  <a:lnTo>
                    <a:pt x="3938" y="1770"/>
                  </a:lnTo>
                  <a:lnTo>
                    <a:pt x="3881" y="1587"/>
                  </a:lnTo>
                  <a:lnTo>
                    <a:pt x="3813" y="1428"/>
                  </a:lnTo>
                  <a:lnTo>
                    <a:pt x="3744" y="1268"/>
                  </a:lnTo>
                  <a:lnTo>
                    <a:pt x="3664" y="1119"/>
                  </a:lnTo>
                  <a:lnTo>
                    <a:pt x="3562" y="971"/>
                  </a:lnTo>
                  <a:lnTo>
                    <a:pt x="3459" y="834"/>
                  </a:lnTo>
                  <a:lnTo>
                    <a:pt x="3345" y="709"/>
                  </a:lnTo>
                  <a:lnTo>
                    <a:pt x="3219" y="583"/>
                  </a:lnTo>
                  <a:lnTo>
                    <a:pt x="3082" y="469"/>
                  </a:lnTo>
                  <a:lnTo>
                    <a:pt x="2945" y="366"/>
                  </a:lnTo>
                  <a:lnTo>
                    <a:pt x="2785" y="263"/>
                  </a:lnTo>
                  <a:lnTo>
                    <a:pt x="2580" y="149"/>
                  </a:lnTo>
                  <a:lnTo>
                    <a:pt x="2386" y="69"/>
                  </a:lnTo>
                  <a:lnTo>
                    <a:pt x="2203" y="24"/>
                  </a:lnTo>
                  <a:lnTo>
                    <a:pt x="2123" y="12"/>
                  </a:lnTo>
                  <a:lnTo>
                    <a:pt x="20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729;p45">
              <a:extLst>
                <a:ext uri="{FF2B5EF4-FFF2-40B4-BE49-F238E27FC236}">
                  <a16:creationId xmlns:a16="http://schemas.microsoft.com/office/drawing/2014/main" id="{7772B4B4-F546-E537-B1A2-88A6A0A1F046}"/>
                </a:ext>
              </a:extLst>
            </p:cNvPr>
            <p:cNvSpPr/>
            <p:nvPr/>
          </p:nvSpPr>
          <p:spPr>
            <a:xfrm>
              <a:off x="2866500" y="2898975"/>
              <a:ext cx="101325" cy="133275"/>
            </a:xfrm>
            <a:custGeom>
              <a:avLst/>
              <a:gdLst/>
              <a:ahLst/>
              <a:cxnLst/>
              <a:rect l="l" t="t" r="r" b="b"/>
              <a:pathLst>
                <a:path w="4053" h="5331" extrusionOk="0">
                  <a:moveTo>
                    <a:pt x="2318" y="994"/>
                  </a:moveTo>
                  <a:lnTo>
                    <a:pt x="2409" y="1017"/>
                  </a:lnTo>
                  <a:lnTo>
                    <a:pt x="2500" y="1051"/>
                  </a:lnTo>
                  <a:lnTo>
                    <a:pt x="2580" y="1097"/>
                  </a:lnTo>
                  <a:lnTo>
                    <a:pt x="2660" y="1165"/>
                  </a:lnTo>
                  <a:lnTo>
                    <a:pt x="2728" y="1234"/>
                  </a:lnTo>
                  <a:lnTo>
                    <a:pt x="2785" y="1325"/>
                  </a:lnTo>
                  <a:lnTo>
                    <a:pt x="2843" y="1428"/>
                  </a:lnTo>
                  <a:lnTo>
                    <a:pt x="2888" y="1542"/>
                  </a:lnTo>
                  <a:lnTo>
                    <a:pt x="2934" y="1667"/>
                  </a:lnTo>
                  <a:lnTo>
                    <a:pt x="2968" y="1816"/>
                  </a:lnTo>
                  <a:lnTo>
                    <a:pt x="3002" y="1964"/>
                  </a:lnTo>
                  <a:lnTo>
                    <a:pt x="3025" y="2135"/>
                  </a:lnTo>
                  <a:lnTo>
                    <a:pt x="3037" y="2318"/>
                  </a:lnTo>
                  <a:lnTo>
                    <a:pt x="3048" y="2523"/>
                  </a:lnTo>
                  <a:lnTo>
                    <a:pt x="3048" y="2729"/>
                  </a:lnTo>
                  <a:lnTo>
                    <a:pt x="3048" y="2900"/>
                  </a:lnTo>
                  <a:lnTo>
                    <a:pt x="3037" y="3048"/>
                  </a:lnTo>
                  <a:lnTo>
                    <a:pt x="3025" y="3208"/>
                  </a:lnTo>
                  <a:lnTo>
                    <a:pt x="3002" y="3356"/>
                  </a:lnTo>
                  <a:lnTo>
                    <a:pt x="2968" y="3493"/>
                  </a:lnTo>
                  <a:lnTo>
                    <a:pt x="2934" y="3630"/>
                  </a:lnTo>
                  <a:lnTo>
                    <a:pt x="2888" y="3756"/>
                  </a:lnTo>
                  <a:lnTo>
                    <a:pt x="2831" y="3881"/>
                  </a:lnTo>
                  <a:lnTo>
                    <a:pt x="2763" y="4030"/>
                  </a:lnTo>
                  <a:lnTo>
                    <a:pt x="2671" y="4155"/>
                  </a:lnTo>
                  <a:lnTo>
                    <a:pt x="2580" y="4258"/>
                  </a:lnTo>
                  <a:lnTo>
                    <a:pt x="2477" y="4349"/>
                  </a:lnTo>
                  <a:lnTo>
                    <a:pt x="2363" y="4418"/>
                  </a:lnTo>
                  <a:lnTo>
                    <a:pt x="2249" y="4463"/>
                  </a:lnTo>
                  <a:lnTo>
                    <a:pt x="2112" y="4498"/>
                  </a:lnTo>
                  <a:lnTo>
                    <a:pt x="1861" y="4498"/>
                  </a:lnTo>
                  <a:lnTo>
                    <a:pt x="1758" y="4475"/>
                  </a:lnTo>
                  <a:lnTo>
                    <a:pt x="1667" y="4452"/>
                  </a:lnTo>
                  <a:lnTo>
                    <a:pt x="1576" y="4406"/>
                  </a:lnTo>
                  <a:lnTo>
                    <a:pt x="1496" y="4361"/>
                  </a:lnTo>
                  <a:lnTo>
                    <a:pt x="1427" y="4292"/>
                  </a:lnTo>
                  <a:lnTo>
                    <a:pt x="1359" y="4212"/>
                  </a:lnTo>
                  <a:lnTo>
                    <a:pt x="1302" y="4121"/>
                  </a:lnTo>
                  <a:lnTo>
                    <a:pt x="1245" y="4030"/>
                  </a:lnTo>
                  <a:lnTo>
                    <a:pt x="1199" y="3916"/>
                  </a:lnTo>
                  <a:lnTo>
                    <a:pt x="1165" y="3790"/>
                  </a:lnTo>
                  <a:lnTo>
                    <a:pt x="1131" y="3653"/>
                  </a:lnTo>
                  <a:lnTo>
                    <a:pt x="1108" y="3505"/>
                  </a:lnTo>
                  <a:lnTo>
                    <a:pt x="1085" y="3345"/>
                  </a:lnTo>
                  <a:lnTo>
                    <a:pt x="1073" y="3174"/>
                  </a:lnTo>
                  <a:lnTo>
                    <a:pt x="1073" y="2991"/>
                  </a:lnTo>
                  <a:lnTo>
                    <a:pt x="1073" y="2820"/>
                  </a:lnTo>
                  <a:lnTo>
                    <a:pt x="1085" y="2649"/>
                  </a:lnTo>
                  <a:lnTo>
                    <a:pt x="1108" y="2489"/>
                  </a:lnTo>
                  <a:lnTo>
                    <a:pt x="1131" y="2329"/>
                  </a:lnTo>
                  <a:lnTo>
                    <a:pt x="1165" y="2169"/>
                  </a:lnTo>
                  <a:lnTo>
                    <a:pt x="1199" y="2021"/>
                  </a:lnTo>
                  <a:lnTo>
                    <a:pt x="1245" y="1873"/>
                  </a:lnTo>
                  <a:lnTo>
                    <a:pt x="1302" y="1724"/>
                  </a:lnTo>
                  <a:lnTo>
                    <a:pt x="1382" y="1553"/>
                  </a:lnTo>
                  <a:lnTo>
                    <a:pt x="1473" y="1405"/>
                  </a:lnTo>
                  <a:lnTo>
                    <a:pt x="1576" y="1279"/>
                  </a:lnTo>
                  <a:lnTo>
                    <a:pt x="1678" y="1176"/>
                  </a:lnTo>
                  <a:lnTo>
                    <a:pt x="1804" y="1097"/>
                  </a:lnTo>
                  <a:lnTo>
                    <a:pt x="1929" y="1040"/>
                  </a:lnTo>
                  <a:lnTo>
                    <a:pt x="2066" y="1005"/>
                  </a:lnTo>
                  <a:lnTo>
                    <a:pt x="2215" y="994"/>
                  </a:lnTo>
                  <a:close/>
                  <a:moveTo>
                    <a:pt x="2044" y="1"/>
                  </a:moveTo>
                  <a:lnTo>
                    <a:pt x="1929" y="12"/>
                  </a:lnTo>
                  <a:lnTo>
                    <a:pt x="1815" y="24"/>
                  </a:lnTo>
                  <a:lnTo>
                    <a:pt x="1701" y="35"/>
                  </a:lnTo>
                  <a:lnTo>
                    <a:pt x="1587" y="69"/>
                  </a:lnTo>
                  <a:lnTo>
                    <a:pt x="1484" y="104"/>
                  </a:lnTo>
                  <a:lnTo>
                    <a:pt x="1382" y="149"/>
                  </a:lnTo>
                  <a:lnTo>
                    <a:pt x="1279" y="206"/>
                  </a:lnTo>
                  <a:lnTo>
                    <a:pt x="1188" y="275"/>
                  </a:lnTo>
                  <a:lnTo>
                    <a:pt x="1096" y="343"/>
                  </a:lnTo>
                  <a:lnTo>
                    <a:pt x="1005" y="423"/>
                  </a:lnTo>
                  <a:lnTo>
                    <a:pt x="914" y="515"/>
                  </a:lnTo>
                  <a:lnTo>
                    <a:pt x="822" y="606"/>
                  </a:lnTo>
                  <a:lnTo>
                    <a:pt x="742" y="720"/>
                  </a:lnTo>
                  <a:lnTo>
                    <a:pt x="663" y="834"/>
                  </a:lnTo>
                  <a:lnTo>
                    <a:pt x="503" y="1085"/>
                  </a:lnTo>
                  <a:lnTo>
                    <a:pt x="389" y="1313"/>
                  </a:lnTo>
                  <a:lnTo>
                    <a:pt x="286" y="1542"/>
                  </a:lnTo>
                  <a:lnTo>
                    <a:pt x="195" y="1781"/>
                  </a:lnTo>
                  <a:lnTo>
                    <a:pt x="126" y="2021"/>
                  </a:lnTo>
                  <a:lnTo>
                    <a:pt x="69" y="2261"/>
                  </a:lnTo>
                  <a:lnTo>
                    <a:pt x="23" y="2512"/>
                  </a:lnTo>
                  <a:lnTo>
                    <a:pt x="1" y="2763"/>
                  </a:lnTo>
                  <a:lnTo>
                    <a:pt x="1" y="3014"/>
                  </a:lnTo>
                  <a:lnTo>
                    <a:pt x="1" y="3265"/>
                  </a:lnTo>
                  <a:lnTo>
                    <a:pt x="23" y="3505"/>
                  </a:lnTo>
                  <a:lnTo>
                    <a:pt x="58" y="3733"/>
                  </a:lnTo>
                  <a:lnTo>
                    <a:pt x="115" y="3938"/>
                  </a:lnTo>
                  <a:lnTo>
                    <a:pt x="172" y="4132"/>
                  </a:lnTo>
                  <a:lnTo>
                    <a:pt x="263" y="4326"/>
                  </a:lnTo>
                  <a:lnTo>
                    <a:pt x="354" y="4498"/>
                  </a:lnTo>
                  <a:lnTo>
                    <a:pt x="457" y="4646"/>
                  </a:lnTo>
                  <a:lnTo>
                    <a:pt x="594" y="4806"/>
                  </a:lnTo>
                  <a:lnTo>
                    <a:pt x="742" y="4954"/>
                  </a:lnTo>
                  <a:lnTo>
                    <a:pt x="914" y="5068"/>
                  </a:lnTo>
                  <a:lnTo>
                    <a:pt x="1096" y="5160"/>
                  </a:lnTo>
                  <a:lnTo>
                    <a:pt x="1290" y="5240"/>
                  </a:lnTo>
                  <a:lnTo>
                    <a:pt x="1507" y="5285"/>
                  </a:lnTo>
                  <a:lnTo>
                    <a:pt x="1735" y="5319"/>
                  </a:lnTo>
                  <a:lnTo>
                    <a:pt x="1975" y="5331"/>
                  </a:lnTo>
                  <a:lnTo>
                    <a:pt x="2215" y="5319"/>
                  </a:lnTo>
                  <a:lnTo>
                    <a:pt x="2329" y="5308"/>
                  </a:lnTo>
                  <a:lnTo>
                    <a:pt x="2432" y="5285"/>
                  </a:lnTo>
                  <a:lnTo>
                    <a:pt x="2546" y="5251"/>
                  </a:lnTo>
                  <a:lnTo>
                    <a:pt x="2648" y="5217"/>
                  </a:lnTo>
                  <a:lnTo>
                    <a:pt x="2751" y="5171"/>
                  </a:lnTo>
                  <a:lnTo>
                    <a:pt x="2854" y="5125"/>
                  </a:lnTo>
                  <a:lnTo>
                    <a:pt x="2945" y="5068"/>
                  </a:lnTo>
                  <a:lnTo>
                    <a:pt x="3048" y="5011"/>
                  </a:lnTo>
                  <a:lnTo>
                    <a:pt x="3139" y="4943"/>
                  </a:lnTo>
                  <a:lnTo>
                    <a:pt x="3219" y="4863"/>
                  </a:lnTo>
                  <a:lnTo>
                    <a:pt x="3390" y="4692"/>
                  </a:lnTo>
                  <a:lnTo>
                    <a:pt x="3539" y="4498"/>
                  </a:lnTo>
                  <a:lnTo>
                    <a:pt x="3664" y="4315"/>
                  </a:lnTo>
                  <a:lnTo>
                    <a:pt x="3767" y="4121"/>
                  </a:lnTo>
                  <a:lnTo>
                    <a:pt x="3858" y="3916"/>
                  </a:lnTo>
                  <a:lnTo>
                    <a:pt x="3927" y="3699"/>
                  </a:lnTo>
                  <a:lnTo>
                    <a:pt x="3984" y="3482"/>
                  </a:lnTo>
                  <a:lnTo>
                    <a:pt x="4018" y="3242"/>
                  </a:lnTo>
                  <a:lnTo>
                    <a:pt x="4041" y="3003"/>
                  </a:lnTo>
                  <a:lnTo>
                    <a:pt x="4052" y="2751"/>
                  </a:lnTo>
                  <a:lnTo>
                    <a:pt x="4052" y="2546"/>
                  </a:lnTo>
                  <a:lnTo>
                    <a:pt x="4029" y="2341"/>
                  </a:lnTo>
                  <a:lnTo>
                    <a:pt x="4007" y="2135"/>
                  </a:lnTo>
                  <a:lnTo>
                    <a:pt x="3972" y="1953"/>
                  </a:lnTo>
                  <a:lnTo>
                    <a:pt x="3927" y="1770"/>
                  </a:lnTo>
                  <a:lnTo>
                    <a:pt x="3870" y="1587"/>
                  </a:lnTo>
                  <a:lnTo>
                    <a:pt x="3813" y="1428"/>
                  </a:lnTo>
                  <a:lnTo>
                    <a:pt x="3733" y="1268"/>
                  </a:lnTo>
                  <a:lnTo>
                    <a:pt x="3653" y="1119"/>
                  </a:lnTo>
                  <a:lnTo>
                    <a:pt x="3550" y="971"/>
                  </a:lnTo>
                  <a:lnTo>
                    <a:pt x="3447" y="834"/>
                  </a:lnTo>
                  <a:lnTo>
                    <a:pt x="3333" y="709"/>
                  </a:lnTo>
                  <a:lnTo>
                    <a:pt x="3208" y="583"/>
                  </a:lnTo>
                  <a:lnTo>
                    <a:pt x="3082" y="469"/>
                  </a:lnTo>
                  <a:lnTo>
                    <a:pt x="2934" y="366"/>
                  </a:lnTo>
                  <a:lnTo>
                    <a:pt x="2774" y="263"/>
                  </a:lnTo>
                  <a:lnTo>
                    <a:pt x="2569" y="149"/>
                  </a:lnTo>
                  <a:lnTo>
                    <a:pt x="2375" y="69"/>
                  </a:lnTo>
                  <a:lnTo>
                    <a:pt x="2203" y="24"/>
                  </a:lnTo>
                  <a:lnTo>
                    <a:pt x="2112" y="12"/>
                  </a:lnTo>
                  <a:lnTo>
                    <a:pt x="20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730;p45">
              <a:extLst>
                <a:ext uri="{FF2B5EF4-FFF2-40B4-BE49-F238E27FC236}">
                  <a16:creationId xmlns:a16="http://schemas.microsoft.com/office/drawing/2014/main" id="{77A6F098-C4CB-A141-EAF1-C042D350F2D7}"/>
                </a:ext>
              </a:extLst>
            </p:cNvPr>
            <p:cNvSpPr/>
            <p:nvPr/>
          </p:nvSpPr>
          <p:spPr>
            <a:xfrm>
              <a:off x="2982925" y="2832800"/>
              <a:ext cx="101300" cy="198900"/>
            </a:xfrm>
            <a:custGeom>
              <a:avLst/>
              <a:gdLst/>
              <a:ahLst/>
              <a:cxnLst/>
              <a:rect l="l" t="t" r="r" b="b"/>
              <a:pathLst>
                <a:path w="4052" h="7956" extrusionOk="0">
                  <a:moveTo>
                    <a:pt x="2089" y="3492"/>
                  </a:moveTo>
                  <a:lnTo>
                    <a:pt x="2169" y="3515"/>
                  </a:lnTo>
                  <a:lnTo>
                    <a:pt x="2237" y="3550"/>
                  </a:lnTo>
                  <a:lnTo>
                    <a:pt x="2317" y="3584"/>
                  </a:lnTo>
                  <a:lnTo>
                    <a:pt x="2386" y="3641"/>
                  </a:lnTo>
                  <a:lnTo>
                    <a:pt x="2454" y="3709"/>
                  </a:lnTo>
                  <a:lnTo>
                    <a:pt x="2511" y="3789"/>
                  </a:lnTo>
                  <a:lnTo>
                    <a:pt x="2568" y="3881"/>
                  </a:lnTo>
                  <a:lnTo>
                    <a:pt x="2637" y="4040"/>
                  </a:lnTo>
                  <a:lnTo>
                    <a:pt x="2694" y="4212"/>
                  </a:lnTo>
                  <a:lnTo>
                    <a:pt x="2728" y="4394"/>
                  </a:lnTo>
                  <a:lnTo>
                    <a:pt x="2739" y="4577"/>
                  </a:lnTo>
                  <a:lnTo>
                    <a:pt x="2728" y="4988"/>
                  </a:lnTo>
                  <a:lnTo>
                    <a:pt x="2694" y="5364"/>
                  </a:lnTo>
                  <a:lnTo>
                    <a:pt x="2659" y="5547"/>
                  </a:lnTo>
                  <a:lnTo>
                    <a:pt x="2625" y="5718"/>
                  </a:lnTo>
                  <a:lnTo>
                    <a:pt x="2591" y="5889"/>
                  </a:lnTo>
                  <a:lnTo>
                    <a:pt x="2545" y="6049"/>
                  </a:lnTo>
                  <a:lnTo>
                    <a:pt x="2465" y="6266"/>
                  </a:lnTo>
                  <a:lnTo>
                    <a:pt x="2374" y="6460"/>
                  </a:lnTo>
                  <a:lnTo>
                    <a:pt x="2283" y="6620"/>
                  </a:lnTo>
                  <a:lnTo>
                    <a:pt x="2169" y="6757"/>
                  </a:lnTo>
                  <a:lnTo>
                    <a:pt x="2112" y="6814"/>
                  </a:lnTo>
                  <a:lnTo>
                    <a:pt x="2055" y="6859"/>
                  </a:lnTo>
                  <a:lnTo>
                    <a:pt x="1986" y="6894"/>
                  </a:lnTo>
                  <a:lnTo>
                    <a:pt x="1918" y="6928"/>
                  </a:lnTo>
                  <a:lnTo>
                    <a:pt x="1849" y="6962"/>
                  </a:lnTo>
                  <a:lnTo>
                    <a:pt x="1781" y="6973"/>
                  </a:lnTo>
                  <a:lnTo>
                    <a:pt x="1701" y="6985"/>
                  </a:lnTo>
                  <a:lnTo>
                    <a:pt x="1621" y="6996"/>
                  </a:lnTo>
                  <a:lnTo>
                    <a:pt x="1552" y="6985"/>
                  </a:lnTo>
                  <a:lnTo>
                    <a:pt x="1484" y="6973"/>
                  </a:lnTo>
                  <a:lnTo>
                    <a:pt x="1415" y="6951"/>
                  </a:lnTo>
                  <a:lnTo>
                    <a:pt x="1358" y="6928"/>
                  </a:lnTo>
                  <a:lnTo>
                    <a:pt x="1301" y="6882"/>
                  </a:lnTo>
                  <a:lnTo>
                    <a:pt x="1244" y="6837"/>
                  </a:lnTo>
                  <a:lnTo>
                    <a:pt x="1199" y="6791"/>
                  </a:lnTo>
                  <a:lnTo>
                    <a:pt x="1164" y="6722"/>
                  </a:lnTo>
                  <a:lnTo>
                    <a:pt x="1130" y="6654"/>
                  </a:lnTo>
                  <a:lnTo>
                    <a:pt x="1096" y="6574"/>
                  </a:lnTo>
                  <a:lnTo>
                    <a:pt x="1050" y="6391"/>
                  </a:lnTo>
                  <a:lnTo>
                    <a:pt x="1016" y="6186"/>
                  </a:lnTo>
                  <a:lnTo>
                    <a:pt x="1005" y="5935"/>
                  </a:lnTo>
                  <a:lnTo>
                    <a:pt x="1027" y="5581"/>
                  </a:lnTo>
                  <a:lnTo>
                    <a:pt x="1062" y="5227"/>
                  </a:lnTo>
                  <a:lnTo>
                    <a:pt x="1119" y="4862"/>
                  </a:lnTo>
                  <a:lnTo>
                    <a:pt x="1210" y="4497"/>
                  </a:lnTo>
                  <a:lnTo>
                    <a:pt x="1290" y="4269"/>
                  </a:lnTo>
                  <a:lnTo>
                    <a:pt x="1370" y="4063"/>
                  </a:lnTo>
                  <a:lnTo>
                    <a:pt x="1450" y="3881"/>
                  </a:lnTo>
                  <a:lnTo>
                    <a:pt x="1541" y="3744"/>
                  </a:lnTo>
                  <a:lnTo>
                    <a:pt x="1644" y="3629"/>
                  </a:lnTo>
                  <a:lnTo>
                    <a:pt x="1701" y="3584"/>
                  </a:lnTo>
                  <a:lnTo>
                    <a:pt x="1758" y="3550"/>
                  </a:lnTo>
                  <a:lnTo>
                    <a:pt x="1815" y="3527"/>
                  </a:lnTo>
                  <a:lnTo>
                    <a:pt x="1872" y="3504"/>
                  </a:lnTo>
                  <a:lnTo>
                    <a:pt x="1929" y="3492"/>
                  </a:lnTo>
                  <a:close/>
                  <a:moveTo>
                    <a:pt x="3082" y="0"/>
                  </a:moveTo>
                  <a:lnTo>
                    <a:pt x="3025" y="11"/>
                  </a:lnTo>
                  <a:lnTo>
                    <a:pt x="2968" y="34"/>
                  </a:lnTo>
                  <a:lnTo>
                    <a:pt x="2922" y="57"/>
                  </a:lnTo>
                  <a:lnTo>
                    <a:pt x="2888" y="80"/>
                  </a:lnTo>
                  <a:lnTo>
                    <a:pt x="2865" y="114"/>
                  </a:lnTo>
                  <a:lnTo>
                    <a:pt x="2853" y="160"/>
                  </a:lnTo>
                  <a:lnTo>
                    <a:pt x="2853" y="206"/>
                  </a:lnTo>
                  <a:lnTo>
                    <a:pt x="2842" y="1198"/>
                  </a:lnTo>
                  <a:lnTo>
                    <a:pt x="2831" y="1986"/>
                  </a:lnTo>
                  <a:lnTo>
                    <a:pt x="2819" y="2568"/>
                  </a:lnTo>
                  <a:lnTo>
                    <a:pt x="2796" y="2933"/>
                  </a:lnTo>
                  <a:lnTo>
                    <a:pt x="2659" y="2831"/>
                  </a:lnTo>
                  <a:lnTo>
                    <a:pt x="2534" y="2739"/>
                  </a:lnTo>
                  <a:lnTo>
                    <a:pt x="2408" y="2659"/>
                  </a:lnTo>
                  <a:lnTo>
                    <a:pt x="2271" y="2602"/>
                  </a:lnTo>
                  <a:lnTo>
                    <a:pt x="2146" y="2557"/>
                  </a:lnTo>
                  <a:lnTo>
                    <a:pt x="2020" y="2522"/>
                  </a:lnTo>
                  <a:lnTo>
                    <a:pt x="1895" y="2500"/>
                  </a:lnTo>
                  <a:lnTo>
                    <a:pt x="1769" y="2488"/>
                  </a:lnTo>
                  <a:lnTo>
                    <a:pt x="1667" y="2500"/>
                  </a:lnTo>
                  <a:lnTo>
                    <a:pt x="1564" y="2511"/>
                  </a:lnTo>
                  <a:lnTo>
                    <a:pt x="1461" y="2534"/>
                  </a:lnTo>
                  <a:lnTo>
                    <a:pt x="1370" y="2568"/>
                  </a:lnTo>
                  <a:lnTo>
                    <a:pt x="1278" y="2614"/>
                  </a:lnTo>
                  <a:lnTo>
                    <a:pt x="1187" y="2671"/>
                  </a:lnTo>
                  <a:lnTo>
                    <a:pt x="1096" y="2739"/>
                  </a:lnTo>
                  <a:lnTo>
                    <a:pt x="1005" y="2819"/>
                  </a:lnTo>
                  <a:lnTo>
                    <a:pt x="925" y="2899"/>
                  </a:lnTo>
                  <a:lnTo>
                    <a:pt x="845" y="3002"/>
                  </a:lnTo>
                  <a:lnTo>
                    <a:pt x="765" y="3104"/>
                  </a:lnTo>
                  <a:lnTo>
                    <a:pt x="685" y="3230"/>
                  </a:lnTo>
                  <a:lnTo>
                    <a:pt x="617" y="3356"/>
                  </a:lnTo>
                  <a:lnTo>
                    <a:pt x="548" y="3492"/>
                  </a:lnTo>
                  <a:lnTo>
                    <a:pt x="411" y="3801"/>
                  </a:lnTo>
                  <a:lnTo>
                    <a:pt x="308" y="4052"/>
                  </a:lnTo>
                  <a:lnTo>
                    <a:pt x="228" y="4314"/>
                  </a:lnTo>
                  <a:lnTo>
                    <a:pt x="160" y="4565"/>
                  </a:lnTo>
                  <a:lnTo>
                    <a:pt x="103" y="4828"/>
                  </a:lnTo>
                  <a:lnTo>
                    <a:pt x="57" y="5079"/>
                  </a:lnTo>
                  <a:lnTo>
                    <a:pt x="23" y="5330"/>
                  </a:lnTo>
                  <a:lnTo>
                    <a:pt x="0" y="5581"/>
                  </a:lnTo>
                  <a:lnTo>
                    <a:pt x="0" y="5832"/>
                  </a:lnTo>
                  <a:lnTo>
                    <a:pt x="0" y="6038"/>
                  </a:lnTo>
                  <a:lnTo>
                    <a:pt x="23" y="6232"/>
                  </a:lnTo>
                  <a:lnTo>
                    <a:pt x="57" y="6426"/>
                  </a:lnTo>
                  <a:lnTo>
                    <a:pt x="103" y="6597"/>
                  </a:lnTo>
                  <a:lnTo>
                    <a:pt x="160" y="6768"/>
                  </a:lnTo>
                  <a:lnTo>
                    <a:pt x="240" y="6928"/>
                  </a:lnTo>
                  <a:lnTo>
                    <a:pt x="320" y="7076"/>
                  </a:lnTo>
                  <a:lnTo>
                    <a:pt x="422" y="7202"/>
                  </a:lnTo>
                  <a:lnTo>
                    <a:pt x="537" y="7339"/>
                  </a:lnTo>
                  <a:lnTo>
                    <a:pt x="674" y="7464"/>
                  </a:lnTo>
                  <a:lnTo>
                    <a:pt x="811" y="7556"/>
                  </a:lnTo>
                  <a:lnTo>
                    <a:pt x="970" y="7647"/>
                  </a:lnTo>
                  <a:lnTo>
                    <a:pt x="1130" y="7704"/>
                  </a:lnTo>
                  <a:lnTo>
                    <a:pt x="1313" y="7750"/>
                  </a:lnTo>
                  <a:lnTo>
                    <a:pt x="1495" y="7772"/>
                  </a:lnTo>
                  <a:lnTo>
                    <a:pt x="1701" y="7784"/>
                  </a:lnTo>
                  <a:lnTo>
                    <a:pt x="1838" y="7784"/>
                  </a:lnTo>
                  <a:lnTo>
                    <a:pt x="1975" y="7761"/>
                  </a:lnTo>
                  <a:lnTo>
                    <a:pt x="2112" y="7715"/>
                  </a:lnTo>
                  <a:lnTo>
                    <a:pt x="2249" y="7658"/>
                  </a:lnTo>
                  <a:lnTo>
                    <a:pt x="2386" y="7590"/>
                  </a:lnTo>
                  <a:lnTo>
                    <a:pt x="2522" y="7510"/>
                  </a:lnTo>
                  <a:lnTo>
                    <a:pt x="2659" y="7407"/>
                  </a:lnTo>
                  <a:lnTo>
                    <a:pt x="2796" y="7293"/>
                  </a:lnTo>
                  <a:lnTo>
                    <a:pt x="2819" y="7430"/>
                  </a:lnTo>
                  <a:lnTo>
                    <a:pt x="2865" y="7544"/>
                  </a:lnTo>
                  <a:lnTo>
                    <a:pt x="2933" y="7658"/>
                  </a:lnTo>
                  <a:lnTo>
                    <a:pt x="3025" y="7761"/>
                  </a:lnTo>
                  <a:lnTo>
                    <a:pt x="3127" y="7841"/>
                  </a:lnTo>
                  <a:lnTo>
                    <a:pt x="3242" y="7909"/>
                  </a:lnTo>
                  <a:lnTo>
                    <a:pt x="3356" y="7944"/>
                  </a:lnTo>
                  <a:lnTo>
                    <a:pt x="3481" y="7955"/>
                  </a:lnTo>
                  <a:lnTo>
                    <a:pt x="3550" y="7955"/>
                  </a:lnTo>
                  <a:lnTo>
                    <a:pt x="3607" y="7932"/>
                  </a:lnTo>
                  <a:lnTo>
                    <a:pt x="3664" y="7909"/>
                  </a:lnTo>
                  <a:lnTo>
                    <a:pt x="3721" y="7875"/>
                  </a:lnTo>
                  <a:lnTo>
                    <a:pt x="3778" y="7829"/>
                  </a:lnTo>
                  <a:lnTo>
                    <a:pt x="3824" y="7772"/>
                  </a:lnTo>
                  <a:lnTo>
                    <a:pt x="3881" y="7715"/>
                  </a:lnTo>
                  <a:lnTo>
                    <a:pt x="3926" y="7635"/>
                  </a:lnTo>
                  <a:lnTo>
                    <a:pt x="3869" y="7498"/>
                  </a:lnTo>
                  <a:lnTo>
                    <a:pt x="3824" y="7327"/>
                  </a:lnTo>
                  <a:lnTo>
                    <a:pt x="3789" y="7156"/>
                  </a:lnTo>
                  <a:lnTo>
                    <a:pt x="3755" y="6962"/>
                  </a:lnTo>
                  <a:lnTo>
                    <a:pt x="3721" y="6745"/>
                  </a:lnTo>
                  <a:lnTo>
                    <a:pt x="3709" y="6517"/>
                  </a:lnTo>
                  <a:lnTo>
                    <a:pt x="3698" y="6266"/>
                  </a:lnTo>
                  <a:lnTo>
                    <a:pt x="3687" y="6003"/>
                  </a:lnTo>
                  <a:lnTo>
                    <a:pt x="3709" y="5433"/>
                  </a:lnTo>
                  <a:lnTo>
                    <a:pt x="3767" y="4097"/>
                  </a:lnTo>
                  <a:lnTo>
                    <a:pt x="3824" y="2705"/>
                  </a:lnTo>
                  <a:lnTo>
                    <a:pt x="3869" y="2009"/>
                  </a:lnTo>
                  <a:lnTo>
                    <a:pt x="3983" y="1381"/>
                  </a:lnTo>
                  <a:lnTo>
                    <a:pt x="4040" y="1016"/>
                  </a:lnTo>
                  <a:lnTo>
                    <a:pt x="4052" y="867"/>
                  </a:lnTo>
                  <a:lnTo>
                    <a:pt x="4052" y="731"/>
                  </a:lnTo>
                  <a:lnTo>
                    <a:pt x="4052" y="639"/>
                  </a:lnTo>
                  <a:lnTo>
                    <a:pt x="4040" y="559"/>
                  </a:lnTo>
                  <a:lnTo>
                    <a:pt x="4018" y="479"/>
                  </a:lnTo>
                  <a:lnTo>
                    <a:pt x="3983" y="411"/>
                  </a:lnTo>
                  <a:lnTo>
                    <a:pt x="3949" y="342"/>
                  </a:lnTo>
                  <a:lnTo>
                    <a:pt x="3903" y="285"/>
                  </a:lnTo>
                  <a:lnTo>
                    <a:pt x="3846" y="228"/>
                  </a:lnTo>
                  <a:lnTo>
                    <a:pt x="3789" y="183"/>
                  </a:lnTo>
                  <a:lnTo>
                    <a:pt x="3652" y="103"/>
                  </a:lnTo>
                  <a:lnTo>
                    <a:pt x="3493" y="46"/>
                  </a:lnTo>
                  <a:lnTo>
                    <a:pt x="3333" y="11"/>
                  </a:lnTo>
                  <a:lnTo>
                    <a:pt x="31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731;p45">
              <a:extLst>
                <a:ext uri="{FF2B5EF4-FFF2-40B4-BE49-F238E27FC236}">
                  <a16:creationId xmlns:a16="http://schemas.microsoft.com/office/drawing/2014/main" id="{7B734C23-6336-B5D3-FCC2-31DF5EE28A67}"/>
                </a:ext>
              </a:extLst>
            </p:cNvPr>
            <p:cNvSpPr/>
            <p:nvPr/>
          </p:nvSpPr>
          <p:spPr>
            <a:xfrm>
              <a:off x="3103600" y="2827650"/>
              <a:ext cx="32275" cy="200625"/>
            </a:xfrm>
            <a:custGeom>
              <a:avLst/>
              <a:gdLst/>
              <a:ahLst/>
              <a:cxnLst/>
              <a:rect l="l" t="t" r="r" b="b"/>
              <a:pathLst>
                <a:path w="1291" h="8025" extrusionOk="0">
                  <a:moveTo>
                    <a:pt x="594" y="1"/>
                  </a:moveTo>
                  <a:lnTo>
                    <a:pt x="537" y="12"/>
                  </a:lnTo>
                  <a:lnTo>
                    <a:pt x="469" y="23"/>
                  </a:lnTo>
                  <a:lnTo>
                    <a:pt x="332" y="69"/>
                  </a:lnTo>
                  <a:lnTo>
                    <a:pt x="172" y="149"/>
                  </a:lnTo>
                  <a:lnTo>
                    <a:pt x="1" y="252"/>
                  </a:lnTo>
                  <a:lnTo>
                    <a:pt x="12" y="412"/>
                  </a:lnTo>
                  <a:lnTo>
                    <a:pt x="35" y="640"/>
                  </a:lnTo>
                  <a:lnTo>
                    <a:pt x="58" y="868"/>
                  </a:lnTo>
                  <a:lnTo>
                    <a:pt x="69" y="1039"/>
                  </a:lnTo>
                  <a:lnTo>
                    <a:pt x="47" y="3596"/>
                  </a:lnTo>
                  <a:lnTo>
                    <a:pt x="35" y="6152"/>
                  </a:lnTo>
                  <a:lnTo>
                    <a:pt x="47" y="6586"/>
                  </a:lnTo>
                  <a:lnTo>
                    <a:pt x="58" y="6791"/>
                  </a:lnTo>
                  <a:lnTo>
                    <a:pt x="81" y="6974"/>
                  </a:lnTo>
                  <a:lnTo>
                    <a:pt x="104" y="7145"/>
                  </a:lnTo>
                  <a:lnTo>
                    <a:pt x="138" y="7294"/>
                  </a:lnTo>
                  <a:lnTo>
                    <a:pt x="172" y="7431"/>
                  </a:lnTo>
                  <a:lnTo>
                    <a:pt x="218" y="7556"/>
                  </a:lnTo>
                  <a:lnTo>
                    <a:pt x="263" y="7670"/>
                  </a:lnTo>
                  <a:lnTo>
                    <a:pt x="309" y="7762"/>
                  </a:lnTo>
                  <a:lnTo>
                    <a:pt x="378" y="7841"/>
                  </a:lnTo>
                  <a:lnTo>
                    <a:pt x="435" y="7910"/>
                  </a:lnTo>
                  <a:lnTo>
                    <a:pt x="503" y="7956"/>
                  </a:lnTo>
                  <a:lnTo>
                    <a:pt x="583" y="8001"/>
                  </a:lnTo>
                  <a:lnTo>
                    <a:pt x="663" y="8024"/>
                  </a:lnTo>
                  <a:lnTo>
                    <a:pt x="754" y="8024"/>
                  </a:lnTo>
                  <a:lnTo>
                    <a:pt x="857" y="8013"/>
                  </a:lnTo>
                  <a:lnTo>
                    <a:pt x="948" y="7990"/>
                  </a:lnTo>
                  <a:lnTo>
                    <a:pt x="1051" y="7944"/>
                  </a:lnTo>
                  <a:lnTo>
                    <a:pt x="1131" y="7887"/>
                  </a:lnTo>
                  <a:lnTo>
                    <a:pt x="1199" y="7807"/>
                  </a:lnTo>
                  <a:lnTo>
                    <a:pt x="1256" y="7727"/>
                  </a:lnTo>
                  <a:lnTo>
                    <a:pt x="1291" y="7636"/>
                  </a:lnTo>
                  <a:lnTo>
                    <a:pt x="1291" y="7533"/>
                  </a:lnTo>
                  <a:lnTo>
                    <a:pt x="1279" y="7431"/>
                  </a:lnTo>
                  <a:lnTo>
                    <a:pt x="1234" y="7282"/>
                  </a:lnTo>
                  <a:lnTo>
                    <a:pt x="1188" y="7134"/>
                  </a:lnTo>
                  <a:lnTo>
                    <a:pt x="1142" y="6951"/>
                  </a:lnTo>
                  <a:lnTo>
                    <a:pt x="1108" y="6734"/>
                  </a:lnTo>
                  <a:lnTo>
                    <a:pt x="1074" y="6506"/>
                  </a:lnTo>
                  <a:lnTo>
                    <a:pt x="1051" y="6244"/>
                  </a:lnTo>
                  <a:lnTo>
                    <a:pt x="1028" y="5947"/>
                  </a:lnTo>
                  <a:lnTo>
                    <a:pt x="1005" y="5285"/>
                  </a:lnTo>
                  <a:lnTo>
                    <a:pt x="1005" y="3173"/>
                  </a:lnTo>
                  <a:lnTo>
                    <a:pt x="1005" y="2569"/>
                  </a:lnTo>
                  <a:lnTo>
                    <a:pt x="1040" y="2021"/>
                  </a:lnTo>
                  <a:lnTo>
                    <a:pt x="1085" y="1564"/>
                  </a:lnTo>
                  <a:lnTo>
                    <a:pt x="1108" y="1359"/>
                  </a:lnTo>
                  <a:lnTo>
                    <a:pt x="1142" y="1176"/>
                  </a:lnTo>
                  <a:lnTo>
                    <a:pt x="1234" y="879"/>
                  </a:lnTo>
                  <a:lnTo>
                    <a:pt x="1279" y="720"/>
                  </a:lnTo>
                  <a:lnTo>
                    <a:pt x="1291" y="583"/>
                  </a:lnTo>
                  <a:lnTo>
                    <a:pt x="1291" y="526"/>
                  </a:lnTo>
                  <a:lnTo>
                    <a:pt x="1279" y="469"/>
                  </a:lnTo>
                  <a:lnTo>
                    <a:pt x="1268" y="412"/>
                  </a:lnTo>
                  <a:lnTo>
                    <a:pt x="1234" y="354"/>
                  </a:lnTo>
                  <a:lnTo>
                    <a:pt x="1211" y="309"/>
                  </a:lnTo>
                  <a:lnTo>
                    <a:pt x="1165" y="252"/>
                  </a:lnTo>
                  <a:lnTo>
                    <a:pt x="1074" y="172"/>
                  </a:lnTo>
                  <a:lnTo>
                    <a:pt x="948" y="92"/>
                  </a:lnTo>
                  <a:lnTo>
                    <a:pt x="834" y="46"/>
                  </a:lnTo>
                  <a:lnTo>
                    <a:pt x="720" y="12"/>
                  </a:lnTo>
                  <a:lnTo>
                    <a:pt x="59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732;p45">
              <a:extLst>
                <a:ext uri="{FF2B5EF4-FFF2-40B4-BE49-F238E27FC236}">
                  <a16:creationId xmlns:a16="http://schemas.microsoft.com/office/drawing/2014/main" id="{51A53EBA-2AF8-DA44-0F28-048F875100D2}"/>
                </a:ext>
              </a:extLst>
            </p:cNvPr>
            <p:cNvSpPr/>
            <p:nvPr/>
          </p:nvSpPr>
          <p:spPr>
            <a:xfrm>
              <a:off x="3147825" y="2901275"/>
              <a:ext cx="94775" cy="125850"/>
            </a:xfrm>
            <a:custGeom>
              <a:avLst/>
              <a:gdLst/>
              <a:ahLst/>
              <a:cxnLst/>
              <a:rect l="l" t="t" r="r" b="b"/>
              <a:pathLst>
                <a:path w="3791" h="5034" extrusionOk="0">
                  <a:moveTo>
                    <a:pt x="2010" y="959"/>
                  </a:moveTo>
                  <a:lnTo>
                    <a:pt x="2078" y="970"/>
                  </a:lnTo>
                  <a:lnTo>
                    <a:pt x="2135" y="993"/>
                  </a:lnTo>
                  <a:lnTo>
                    <a:pt x="2192" y="1016"/>
                  </a:lnTo>
                  <a:lnTo>
                    <a:pt x="2249" y="1050"/>
                  </a:lnTo>
                  <a:lnTo>
                    <a:pt x="2295" y="1096"/>
                  </a:lnTo>
                  <a:lnTo>
                    <a:pt x="2341" y="1153"/>
                  </a:lnTo>
                  <a:lnTo>
                    <a:pt x="2386" y="1210"/>
                  </a:lnTo>
                  <a:lnTo>
                    <a:pt x="2455" y="1347"/>
                  </a:lnTo>
                  <a:lnTo>
                    <a:pt x="2512" y="1473"/>
                  </a:lnTo>
                  <a:lnTo>
                    <a:pt x="2535" y="1609"/>
                  </a:lnTo>
                  <a:lnTo>
                    <a:pt x="2546" y="1746"/>
                  </a:lnTo>
                  <a:lnTo>
                    <a:pt x="2546" y="1838"/>
                  </a:lnTo>
                  <a:lnTo>
                    <a:pt x="2535" y="1918"/>
                  </a:lnTo>
                  <a:lnTo>
                    <a:pt x="2523" y="1986"/>
                  </a:lnTo>
                  <a:lnTo>
                    <a:pt x="2500" y="2055"/>
                  </a:lnTo>
                  <a:lnTo>
                    <a:pt x="2466" y="2112"/>
                  </a:lnTo>
                  <a:lnTo>
                    <a:pt x="2432" y="2169"/>
                  </a:lnTo>
                  <a:lnTo>
                    <a:pt x="2386" y="2226"/>
                  </a:lnTo>
                  <a:lnTo>
                    <a:pt x="2341" y="2271"/>
                  </a:lnTo>
                  <a:lnTo>
                    <a:pt x="2284" y="2317"/>
                  </a:lnTo>
                  <a:lnTo>
                    <a:pt x="2227" y="2351"/>
                  </a:lnTo>
                  <a:lnTo>
                    <a:pt x="2158" y="2374"/>
                  </a:lnTo>
                  <a:lnTo>
                    <a:pt x="2078" y="2397"/>
                  </a:lnTo>
                  <a:lnTo>
                    <a:pt x="1918" y="2431"/>
                  </a:lnTo>
                  <a:lnTo>
                    <a:pt x="1724" y="2443"/>
                  </a:lnTo>
                  <a:lnTo>
                    <a:pt x="1610" y="2431"/>
                  </a:lnTo>
                  <a:lnTo>
                    <a:pt x="1508" y="2408"/>
                  </a:lnTo>
                  <a:lnTo>
                    <a:pt x="1428" y="2363"/>
                  </a:lnTo>
                  <a:lnTo>
                    <a:pt x="1348" y="2306"/>
                  </a:lnTo>
                  <a:lnTo>
                    <a:pt x="1279" y="2237"/>
                  </a:lnTo>
                  <a:lnTo>
                    <a:pt x="1234" y="2157"/>
                  </a:lnTo>
                  <a:lnTo>
                    <a:pt x="1211" y="2055"/>
                  </a:lnTo>
                  <a:lnTo>
                    <a:pt x="1199" y="1952"/>
                  </a:lnTo>
                  <a:lnTo>
                    <a:pt x="1211" y="1769"/>
                  </a:lnTo>
                  <a:lnTo>
                    <a:pt x="1245" y="1598"/>
                  </a:lnTo>
                  <a:lnTo>
                    <a:pt x="1291" y="1438"/>
                  </a:lnTo>
                  <a:lnTo>
                    <a:pt x="1371" y="1290"/>
                  </a:lnTo>
                  <a:lnTo>
                    <a:pt x="1416" y="1210"/>
                  </a:lnTo>
                  <a:lnTo>
                    <a:pt x="1485" y="1142"/>
                  </a:lnTo>
                  <a:lnTo>
                    <a:pt x="1542" y="1084"/>
                  </a:lnTo>
                  <a:lnTo>
                    <a:pt x="1610" y="1039"/>
                  </a:lnTo>
                  <a:lnTo>
                    <a:pt x="1690" y="1005"/>
                  </a:lnTo>
                  <a:lnTo>
                    <a:pt x="1770" y="982"/>
                  </a:lnTo>
                  <a:lnTo>
                    <a:pt x="1861" y="959"/>
                  </a:lnTo>
                  <a:close/>
                  <a:moveTo>
                    <a:pt x="1587" y="0"/>
                  </a:moveTo>
                  <a:lnTo>
                    <a:pt x="1496" y="12"/>
                  </a:lnTo>
                  <a:lnTo>
                    <a:pt x="1416" y="23"/>
                  </a:lnTo>
                  <a:lnTo>
                    <a:pt x="1336" y="46"/>
                  </a:lnTo>
                  <a:lnTo>
                    <a:pt x="1245" y="80"/>
                  </a:lnTo>
                  <a:lnTo>
                    <a:pt x="1165" y="126"/>
                  </a:lnTo>
                  <a:lnTo>
                    <a:pt x="1097" y="171"/>
                  </a:lnTo>
                  <a:lnTo>
                    <a:pt x="1017" y="240"/>
                  </a:lnTo>
                  <a:lnTo>
                    <a:pt x="937" y="308"/>
                  </a:lnTo>
                  <a:lnTo>
                    <a:pt x="868" y="388"/>
                  </a:lnTo>
                  <a:lnTo>
                    <a:pt x="800" y="480"/>
                  </a:lnTo>
                  <a:lnTo>
                    <a:pt x="663" y="696"/>
                  </a:lnTo>
                  <a:lnTo>
                    <a:pt x="526" y="936"/>
                  </a:lnTo>
                  <a:lnTo>
                    <a:pt x="400" y="1233"/>
                  </a:lnTo>
                  <a:lnTo>
                    <a:pt x="309" y="1473"/>
                  </a:lnTo>
                  <a:lnTo>
                    <a:pt x="229" y="1712"/>
                  </a:lnTo>
                  <a:lnTo>
                    <a:pt x="161" y="1952"/>
                  </a:lnTo>
                  <a:lnTo>
                    <a:pt x="104" y="2180"/>
                  </a:lnTo>
                  <a:lnTo>
                    <a:pt x="58" y="2408"/>
                  </a:lnTo>
                  <a:lnTo>
                    <a:pt x="24" y="2625"/>
                  </a:lnTo>
                  <a:lnTo>
                    <a:pt x="12" y="2842"/>
                  </a:lnTo>
                  <a:lnTo>
                    <a:pt x="1" y="3048"/>
                  </a:lnTo>
                  <a:lnTo>
                    <a:pt x="12" y="3287"/>
                  </a:lnTo>
                  <a:lnTo>
                    <a:pt x="35" y="3515"/>
                  </a:lnTo>
                  <a:lnTo>
                    <a:pt x="69" y="3721"/>
                  </a:lnTo>
                  <a:lnTo>
                    <a:pt x="115" y="3915"/>
                  </a:lnTo>
                  <a:lnTo>
                    <a:pt x="172" y="4098"/>
                  </a:lnTo>
                  <a:lnTo>
                    <a:pt x="252" y="4257"/>
                  </a:lnTo>
                  <a:lnTo>
                    <a:pt x="343" y="4406"/>
                  </a:lnTo>
                  <a:lnTo>
                    <a:pt x="446" y="4543"/>
                  </a:lnTo>
                  <a:lnTo>
                    <a:pt x="560" y="4657"/>
                  </a:lnTo>
                  <a:lnTo>
                    <a:pt x="686" y="4759"/>
                  </a:lnTo>
                  <a:lnTo>
                    <a:pt x="834" y="4839"/>
                  </a:lnTo>
                  <a:lnTo>
                    <a:pt x="994" y="4908"/>
                  </a:lnTo>
                  <a:lnTo>
                    <a:pt x="1154" y="4965"/>
                  </a:lnTo>
                  <a:lnTo>
                    <a:pt x="1348" y="4999"/>
                  </a:lnTo>
                  <a:lnTo>
                    <a:pt x="1542" y="5033"/>
                  </a:lnTo>
                  <a:lnTo>
                    <a:pt x="1918" y="5033"/>
                  </a:lnTo>
                  <a:lnTo>
                    <a:pt x="2078" y="5022"/>
                  </a:lnTo>
                  <a:lnTo>
                    <a:pt x="2238" y="4999"/>
                  </a:lnTo>
                  <a:lnTo>
                    <a:pt x="2398" y="4976"/>
                  </a:lnTo>
                  <a:lnTo>
                    <a:pt x="2558" y="4942"/>
                  </a:lnTo>
                  <a:lnTo>
                    <a:pt x="2706" y="4896"/>
                  </a:lnTo>
                  <a:lnTo>
                    <a:pt x="2866" y="4839"/>
                  </a:lnTo>
                  <a:lnTo>
                    <a:pt x="3014" y="4782"/>
                  </a:lnTo>
                  <a:lnTo>
                    <a:pt x="3197" y="4702"/>
                  </a:lnTo>
                  <a:lnTo>
                    <a:pt x="3356" y="4611"/>
                  </a:lnTo>
                  <a:lnTo>
                    <a:pt x="3482" y="4508"/>
                  </a:lnTo>
                  <a:lnTo>
                    <a:pt x="3596" y="4406"/>
                  </a:lnTo>
                  <a:lnTo>
                    <a:pt x="3676" y="4292"/>
                  </a:lnTo>
                  <a:lnTo>
                    <a:pt x="3744" y="4166"/>
                  </a:lnTo>
                  <a:lnTo>
                    <a:pt x="3779" y="4040"/>
                  </a:lnTo>
                  <a:lnTo>
                    <a:pt x="3790" y="3904"/>
                  </a:lnTo>
                  <a:lnTo>
                    <a:pt x="3779" y="3835"/>
                  </a:lnTo>
                  <a:lnTo>
                    <a:pt x="3756" y="3778"/>
                  </a:lnTo>
                  <a:lnTo>
                    <a:pt x="3722" y="3732"/>
                  </a:lnTo>
                  <a:lnTo>
                    <a:pt x="3665" y="3698"/>
                  </a:lnTo>
                  <a:lnTo>
                    <a:pt x="3596" y="3664"/>
                  </a:lnTo>
                  <a:lnTo>
                    <a:pt x="3516" y="3641"/>
                  </a:lnTo>
                  <a:lnTo>
                    <a:pt x="3413" y="3630"/>
                  </a:lnTo>
                  <a:lnTo>
                    <a:pt x="3299" y="3630"/>
                  </a:lnTo>
                  <a:lnTo>
                    <a:pt x="3208" y="3641"/>
                  </a:lnTo>
                  <a:lnTo>
                    <a:pt x="3071" y="3698"/>
                  </a:lnTo>
                  <a:lnTo>
                    <a:pt x="2900" y="3789"/>
                  </a:lnTo>
                  <a:lnTo>
                    <a:pt x="2683" y="3915"/>
                  </a:lnTo>
                  <a:lnTo>
                    <a:pt x="2558" y="3972"/>
                  </a:lnTo>
                  <a:lnTo>
                    <a:pt x="2432" y="4040"/>
                  </a:lnTo>
                  <a:lnTo>
                    <a:pt x="2318" y="4086"/>
                  </a:lnTo>
                  <a:lnTo>
                    <a:pt x="2192" y="4120"/>
                  </a:lnTo>
                  <a:lnTo>
                    <a:pt x="2067" y="4155"/>
                  </a:lnTo>
                  <a:lnTo>
                    <a:pt x="1941" y="4177"/>
                  </a:lnTo>
                  <a:lnTo>
                    <a:pt x="1827" y="4189"/>
                  </a:lnTo>
                  <a:lnTo>
                    <a:pt x="1702" y="4200"/>
                  </a:lnTo>
                  <a:lnTo>
                    <a:pt x="1622" y="4189"/>
                  </a:lnTo>
                  <a:lnTo>
                    <a:pt x="1553" y="4177"/>
                  </a:lnTo>
                  <a:lnTo>
                    <a:pt x="1496" y="4155"/>
                  </a:lnTo>
                  <a:lnTo>
                    <a:pt x="1439" y="4132"/>
                  </a:lnTo>
                  <a:lnTo>
                    <a:pt x="1382" y="4086"/>
                  </a:lnTo>
                  <a:lnTo>
                    <a:pt x="1325" y="4040"/>
                  </a:lnTo>
                  <a:lnTo>
                    <a:pt x="1279" y="3983"/>
                  </a:lnTo>
                  <a:lnTo>
                    <a:pt x="1245" y="3926"/>
                  </a:lnTo>
                  <a:lnTo>
                    <a:pt x="1199" y="3858"/>
                  </a:lnTo>
                  <a:lnTo>
                    <a:pt x="1177" y="3778"/>
                  </a:lnTo>
                  <a:lnTo>
                    <a:pt x="1119" y="3584"/>
                  </a:lnTo>
                  <a:lnTo>
                    <a:pt x="1085" y="3367"/>
                  </a:lnTo>
                  <a:lnTo>
                    <a:pt x="1062" y="3116"/>
                  </a:lnTo>
                  <a:lnTo>
                    <a:pt x="1222" y="3196"/>
                  </a:lnTo>
                  <a:lnTo>
                    <a:pt x="1359" y="3264"/>
                  </a:lnTo>
                  <a:lnTo>
                    <a:pt x="1485" y="3299"/>
                  </a:lnTo>
                  <a:lnTo>
                    <a:pt x="1576" y="3310"/>
                  </a:lnTo>
                  <a:lnTo>
                    <a:pt x="1770" y="3299"/>
                  </a:lnTo>
                  <a:lnTo>
                    <a:pt x="1964" y="3287"/>
                  </a:lnTo>
                  <a:lnTo>
                    <a:pt x="2158" y="3253"/>
                  </a:lnTo>
                  <a:lnTo>
                    <a:pt x="2329" y="3207"/>
                  </a:lnTo>
                  <a:lnTo>
                    <a:pt x="2500" y="3150"/>
                  </a:lnTo>
                  <a:lnTo>
                    <a:pt x="2672" y="3082"/>
                  </a:lnTo>
                  <a:lnTo>
                    <a:pt x="2831" y="3002"/>
                  </a:lnTo>
                  <a:lnTo>
                    <a:pt x="2980" y="2911"/>
                  </a:lnTo>
                  <a:lnTo>
                    <a:pt x="3140" y="2796"/>
                  </a:lnTo>
                  <a:lnTo>
                    <a:pt x="3277" y="2671"/>
                  </a:lnTo>
                  <a:lnTo>
                    <a:pt x="3391" y="2534"/>
                  </a:lnTo>
                  <a:lnTo>
                    <a:pt x="3482" y="2386"/>
                  </a:lnTo>
                  <a:lnTo>
                    <a:pt x="3562" y="2237"/>
                  </a:lnTo>
                  <a:lnTo>
                    <a:pt x="3608" y="2077"/>
                  </a:lnTo>
                  <a:lnTo>
                    <a:pt x="3642" y="1895"/>
                  </a:lnTo>
                  <a:lnTo>
                    <a:pt x="3653" y="1712"/>
                  </a:lnTo>
                  <a:lnTo>
                    <a:pt x="3642" y="1564"/>
                  </a:lnTo>
                  <a:lnTo>
                    <a:pt x="3608" y="1415"/>
                  </a:lnTo>
                  <a:lnTo>
                    <a:pt x="3550" y="1267"/>
                  </a:lnTo>
                  <a:lnTo>
                    <a:pt x="3471" y="1130"/>
                  </a:lnTo>
                  <a:lnTo>
                    <a:pt x="3368" y="982"/>
                  </a:lnTo>
                  <a:lnTo>
                    <a:pt x="3242" y="845"/>
                  </a:lnTo>
                  <a:lnTo>
                    <a:pt x="3094" y="696"/>
                  </a:lnTo>
                  <a:lnTo>
                    <a:pt x="2934" y="559"/>
                  </a:lnTo>
                  <a:lnTo>
                    <a:pt x="2752" y="423"/>
                  </a:lnTo>
                  <a:lnTo>
                    <a:pt x="2580" y="320"/>
                  </a:lnTo>
                  <a:lnTo>
                    <a:pt x="2398" y="217"/>
                  </a:lnTo>
                  <a:lnTo>
                    <a:pt x="2238" y="137"/>
                  </a:lnTo>
                  <a:lnTo>
                    <a:pt x="2067" y="80"/>
                  </a:lnTo>
                  <a:lnTo>
                    <a:pt x="1907" y="34"/>
                  </a:lnTo>
                  <a:lnTo>
                    <a:pt x="1736" y="12"/>
                  </a:lnTo>
                  <a:lnTo>
                    <a:pt x="15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733;p45">
              <a:extLst>
                <a:ext uri="{FF2B5EF4-FFF2-40B4-BE49-F238E27FC236}">
                  <a16:creationId xmlns:a16="http://schemas.microsoft.com/office/drawing/2014/main" id="{D2DCF7D3-7ED0-B3CE-32FE-451B733E05AD}"/>
                </a:ext>
              </a:extLst>
            </p:cNvPr>
            <p:cNvSpPr/>
            <p:nvPr/>
          </p:nvSpPr>
          <p:spPr>
            <a:xfrm>
              <a:off x="3251400" y="2897550"/>
              <a:ext cx="98475" cy="131575"/>
            </a:xfrm>
            <a:custGeom>
              <a:avLst/>
              <a:gdLst/>
              <a:ahLst/>
              <a:cxnLst/>
              <a:rect l="l" t="t" r="r" b="b"/>
              <a:pathLst>
                <a:path w="3939" h="5263" extrusionOk="0">
                  <a:moveTo>
                    <a:pt x="1770" y="1"/>
                  </a:moveTo>
                  <a:lnTo>
                    <a:pt x="1622" y="12"/>
                  </a:lnTo>
                  <a:lnTo>
                    <a:pt x="1473" y="47"/>
                  </a:lnTo>
                  <a:lnTo>
                    <a:pt x="1325" y="92"/>
                  </a:lnTo>
                  <a:lnTo>
                    <a:pt x="1199" y="161"/>
                  </a:lnTo>
                  <a:lnTo>
                    <a:pt x="1074" y="241"/>
                  </a:lnTo>
                  <a:lnTo>
                    <a:pt x="948" y="343"/>
                  </a:lnTo>
                  <a:lnTo>
                    <a:pt x="834" y="469"/>
                  </a:lnTo>
                  <a:lnTo>
                    <a:pt x="720" y="617"/>
                  </a:lnTo>
                  <a:lnTo>
                    <a:pt x="640" y="754"/>
                  </a:lnTo>
                  <a:lnTo>
                    <a:pt x="560" y="902"/>
                  </a:lnTo>
                  <a:lnTo>
                    <a:pt x="492" y="1051"/>
                  </a:lnTo>
                  <a:lnTo>
                    <a:pt x="446" y="1199"/>
                  </a:lnTo>
                  <a:lnTo>
                    <a:pt x="400" y="1348"/>
                  </a:lnTo>
                  <a:lnTo>
                    <a:pt x="378" y="1507"/>
                  </a:lnTo>
                  <a:lnTo>
                    <a:pt x="355" y="1667"/>
                  </a:lnTo>
                  <a:lnTo>
                    <a:pt x="355" y="1827"/>
                  </a:lnTo>
                  <a:lnTo>
                    <a:pt x="355" y="1964"/>
                  </a:lnTo>
                  <a:lnTo>
                    <a:pt x="366" y="2101"/>
                  </a:lnTo>
                  <a:lnTo>
                    <a:pt x="400" y="2226"/>
                  </a:lnTo>
                  <a:lnTo>
                    <a:pt x="435" y="2363"/>
                  </a:lnTo>
                  <a:lnTo>
                    <a:pt x="480" y="2489"/>
                  </a:lnTo>
                  <a:lnTo>
                    <a:pt x="537" y="2603"/>
                  </a:lnTo>
                  <a:lnTo>
                    <a:pt x="594" y="2729"/>
                  </a:lnTo>
                  <a:lnTo>
                    <a:pt x="674" y="2843"/>
                  </a:lnTo>
                  <a:lnTo>
                    <a:pt x="754" y="2957"/>
                  </a:lnTo>
                  <a:lnTo>
                    <a:pt x="857" y="3071"/>
                  </a:lnTo>
                  <a:lnTo>
                    <a:pt x="960" y="3185"/>
                  </a:lnTo>
                  <a:lnTo>
                    <a:pt x="1074" y="3288"/>
                  </a:lnTo>
                  <a:lnTo>
                    <a:pt x="1199" y="3391"/>
                  </a:lnTo>
                  <a:lnTo>
                    <a:pt x="1336" y="3493"/>
                  </a:lnTo>
                  <a:lnTo>
                    <a:pt x="1485" y="3596"/>
                  </a:lnTo>
                  <a:lnTo>
                    <a:pt x="1644" y="3699"/>
                  </a:lnTo>
                  <a:lnTo>
                    <a:pt x="2192" y="3870"/>
                  </a:lnTo>
                  <a:lnTo>
                    <a:pt x="2512" y="3984"/>
                  </a:lnTo>
                  <a:lnTo>
                    <a:pt x="2592" y="4018"/>
                  </a:lnTo>
                  <a:lnTo>
                    <a:pt x="2615" y="4030"/>
                  </a:lnTo>
                  <a:lnTo>
                    <a:pt x="2626" y="4041"/>
                  </a:lnTo>
                  <a:lnTo>
                    <a:pt x="2637" y="4155"/>
                  </a:lnTo>
                  <a:lnTo>
                    <a:pt x="2660" y="4258"/>
                  </a:lnTo>
                  <a:lnTo>
                    <a:pt x="2649" y="4304"/>
                  </a:lnTo>
                  <a:lnTo>
                    <a:pt x="2637" y="4349"/>
                  </a:lnTo>
                  <a:lnTo>
                    <a:pt x="2615" y="4383"/>
                  </a:lnTo>
                  <a:lnTo>
                    <a:pt x="2569" y="4418"/>
                  </a:lnTo>
                  <a:lnTo>
                    <a:pt x="2523" y="4452"/>
                  </a:lnTo>
                  <a:lnTo>
                    <a:pt x="2466" y="4463"/>
                  </a:lnTo>
                  <a:lnTo>
                    <a:pt x="2409" y="4486"/>
                  </a:lnTo>
                  <a:lnTo>
                    <a:pt x="2329" y="4486"/>
                  </a:lnTo>
                  <a:lnTo>
                    <a:pt x="2124" y="4498"/>
                  </a:lnTo>
                  <a:lnTo>
                    <a:pt x="1907" y="4475"/>
                  </a:lnTo>
                  <a:lnTo>
                    <a:pt x="1690" y="4418"/>
                  </a:lnTo>
                  <a:lnTo>
                    <a:pt x="1473" y="4349"/>
                  </a:lnTo>
                  <a:lnTo>
                    <a:pt x="1359" y="4292"/>
                  </a:lnTo>
                  <a:lnTo>
                    <a:pt x="1245" y="4235"/>
                  </a:lnTo>
                  <a:lnTo>
                    <a:pt x="1154" y="4167"/>
                  </a:lnTo>
                  <a:lnTo>
                    <a:pt x="1085" y="4110"/>
                  </a:lnTo>
                  <a:lnTo>
                    <a:pt x="1017" y="4030"/>
                  </a:lnTo>
                  <a:lnTo>
                    <a:pt x="971" y="3961"/>
                  </a:lnTo>
                  <a:lnTo>
                    <a:pt x="948" y="3881"/>
                  </a:lnTo>
                  <a:lnTo>
                    <a:pt x="925" y="3801"/>
                  </a:lnTo>
                  <a:lnTo>
                    <a:pt x="709" y="3790"/>
                  </a:lnTo>
                  <a:lnTo>
                    <a:pt x="549" y="3790"/>
                  </a:lnTo>
                  <a:lnTo>
                    <a:pt x="400" y="3813"/>
                  </a:lnTo>
                  <a:lnTo>
                    <a:pt x="275" y="3858"/>
                  </a:lnTo>
                  <a:lnTo>
                    <a:pt x="172" y="3916"/>
                  </a:lnTo>
                  <a:lnTo>
                    <a:pt x="104" y="3984"/>
                  </a:lnTo>
                  <a:lnTo>
                    <a:pt x="47" y="4064"/>
                  </a:lnTo>
                  <a:lnTo>
                    <a:pt x="12" y="4167"/>
                  </a:lnTo>
                  <a:lnTo>
                    <a:pt x="1" y="4292"/>
                  </a:lnTo>
                  <a:lnTo>
                    <a:pt x="1" y="4326"/>
                  </a:lnTo>
                  <a:lnTo>
                    <a:pt x="24" y="4372"/>
                  </a:lnTo>
                  <a:lnTo>
                    <a:pt x="47" y="4418"/>
                  </a:lnTo>
                  <a:lnTo>
                    <a:pt x="81" y="4463"/>
                  </a:lnTo>
                  <a:lnTo>
                    <a:pt x="184" y="4555"/>
                  </a:lnTo>
                  <a:lnTo>
                    <a:pt x="343" y="4657"/>
                  </a:lnTo>
                  <a:lnTo>
                    <a:pt x="526" y="4760"/>
                  </a:lnTo>
                  <a:lnTo>
                    <a:pt x="766" y="4874"/>
                  </a:lnTo>
                  <a:lnTo>
                    <a:pt x="1040" y="4988"/>
                  </a:lnTo>
                  <a:lnTo>
                    <a:pt x="1359" y="5114"/>
                  </a:lnTo>
                  <a:lnTo>
                    <a:pt x="1565" y="5182"/>
                  </a:lnTo>
                  <a:lnTo>
                    <a:pt x="1770" y="5228"/>
                  </a:lnTo>
                  <a:lnTo>
                    <a:pt x="1964" y="5262"/>
                  </a:lnTo>
                  <a:lnTo>
                    <a:pt x="2352" y="5262"/>
                  </a:lnTo>
                  <a:lnTo>
                    <a:pt x="2546" y="5239"/>
                  </a:lnTo>
                  <a:lnTo>
                    <a:pt x="2729" y="5205"/>
                  </a:lnTo>
                  <a:lnTo>
                    <a:pt x="2900" y="5160"/>
                  </a:lnTo>
                  <a:lnTo>
                    <a:pt x="3060" y="5091"/>
                  </a:lnTo>
                  <a:lnTo>
                    <a:pt x="3219" y="5023"/>
                  </a:lnTo>
                  <a:lnTo>
                    <a:pt x="3356" y="4931"/>
                  </a:lnTo>
                  <a:lnTo>
                    <a:pt x="3482" y="4829"/>
                  </a:lnTo>
                  <a:lnTo>
                    <a:pt x="3596" y="4726"/>
                  </a:lnTo>
                  <a:lnTo>
                    <a:pt x="3687" y="4623"/>
                  </a:lnTo>
                  <a:lnTo>
                    <a:pt x="3767" y="4520"/>
                  </a:lnTo>
                  <a:lnTo>
                    <a:pt x="3824" y="4395"/>
                  </a:lnTo>
                  <a:lnTo>
                    <a:pt x="3881" y="4281"/>
                  </a:lnTo>
                  <a:lnTo>
                    <a:pt x="3916" y="4155"/>
                  </a:lnTo>
                  <a:lnTo>
                    <a:pt x="3938" y="4030"/>
                  </a:lnTo>
                  <a:lnTo>
                    <a:pt x="3938" y="3904"/>
                  </a:lnTo>
                  <a:lnTo>
                    <a:pt x="3927" y="3824"/>
                  </a:lnTo>
                  <a:lnTo>
                    <a:pt x="3904" y="3744"/>
                  </a:lnTo>
                  <a:lnTo>
                    <a:pt x="3847" y="3676"/>
                  </a:lnTo>
                  <a:lnTo>
                    <a:pt x="3779" y="3596"/>
                  </a:lnTo>
                  <a:lnTo>
                    <a:pt x="3687" y="3516"/>
                  </a:lnTo>
                  <a:lnTo>
                    <a:pt x="3573" y="3448"/>
                  </a:lnTo>
                  <a:lnTo>
                    <a:pt x="3448" y="3368"/>
                  </a:lnTo>
                  <a:lnTo>
                    <a:pt x="3288" y="3299"/>
                  </a:lnTo>
                  <a:lnTo>
                    <a:pt x="2101" y="2763"/>
                  </a:lnTo>
                  <a:lnTo>
                    <a:pt x="1953" y="2672"/>
                  </a:lnTo>
                  <a:lnTo>
                    <a:pt x="1816" y="2580"/>
                  </a:lnTo>
                  <a:lnTo>
                    <a:pt x="1701" y="2477"/>
                  </a:lnTo>
                  <a:lnTo>
                    <a:pt x="1610" y="2375"/>
                  </a:lnTo>
                  <a:lnTo>
                    <a:pt x="1542" y="2272"/>
                  </a:lnTo>
                  <a:lnTo>
                    <a:pt x="1496" y="2169"/>
                  </a:lnTo>
                  <a:lnTo>
                    <a:pt x="1462" y="2055"/>
                  </a:lnTo>
                  <a:lnTo>
                    <a:pt x="1450" y="1941"/>
                  </a:lnTo>
                  <a:lnTo>
                    <a:pt x="1462" y="1770"/>
                  </a:lnTo>
                  <a:lnTo>
                    <a:pt x="1485" y="1599"/>
                  </a:lnTo>
                  <a:lnTo>
                    <a:pt x="1519" y="1427"/>
                  </a:lnTo>
                  <a:lnTo>
                    <a:pt x="1576" y="1268"/>
                  </a:lnTo>
                  <a:lnTo>
                    <a:pt x="1622" y="1165"/>
                  </a:lnTo>
                  <a:lnTo>
                    <a:pt x="1667" y="1085"/>
                  </a:lnTo>
                  <a:lnTo>
                    <a:pt x="1724" y="1017"/>
                  </a:lnTo>
                  <a:lnTo>
                    <a:pt x="1781" y="960"/>
                  </a:lnTo>
                  <a:lnTo>
                    <a:pt x="1850" y="914"/>
                  </a:lnTo>
                  <a:lnTo>
                    <a:pt x="1918" y="880"/>
                  </a:lnTo>
                  <a:lnTo>
                    <a:pt x="1987" y="857"/>
                  </a:lnTo>
                  <a:lnTo>
                    <a:pt x="2067" y="857"/>
                  </a:lnTo>
                  <a:lnTo>
                    <a:pt x="2192" y="868"/>
                  </a:lnTo>
                  <a:lnTo>
                    <a:pt x="2295" y="902"/>
                  </a:lnTo>
                  <a:lnTo>
                    <a:pt x="2386" y="948"/>
                  </a:lnTo>
                  <a:lnTo>
                    <a:pt x="2466" y="1028"/>
                  </a:lnTo>
                  <a:lnTo>
                    <a:pt x="2523" y="1119"/>
                  </a:lnTo>
                  <a:lnTo>
                    <a:pt x="2569" y="1233"/>
                  </a:lnTo>
                  <a:lnTo>
                    <a:pt x="2592" y="1382"/>
                  </a:lnTo>
                  <a:lnTo>
                    <a:pt x="2603" y="1542"/>
                  </a:lnTo>
                  <a:lnTo>
                    <a:pt x="2592" y="1587"/>
                  </a:lnTo>
                  <a:lnTo>
                    <a:pt x="2580" y="1656"/>
                  </a:lnTo>
                  <a:lnTo>
                    <a:pt x="2557" y="1713"/>
                  </a:lnTo>
                  <a:lnTo>
                    <a:pt x="2523" y="1781"/>
                  </a:lnTo>
                  <a:lnTo>
                    <a:pt x="2421" y="1987"/>
                  </a:lnTo>
                  <a:lnTo>
                    <a:pt x="2398" y="2044"/>
                  </a:lnTo>
                  <a:lnTo>
                    <a:pt x="2386" y="2078"/>
                  </a:lnTo>
                  <a:lnTo>
                    <a:pt x="2386" y="2112"/>
                  </a:lnTo>
                  <a:lnTo>
                    <a:pt x="2398" y="2135"/>
                  </a:lnTo>
                  <a:lnTo>
                    <a:pt x="2455" y="2192"/>
                  </a:lnTo>
                  <a:lnTo>
                    <a:pt x="2535" y="2261"/>
                  </a:lnTo>
                  <a:lnTo>
                    <a:pt x="2649" y="2329"/>
                  </a:lnTo>
                  <a:lnTo>
                    <a:pt x="2774" y="2386"/>
                  </a:lnTo>
                  <a:lnTo>
                    <a:pt x="2877" y="2432"/>
                  </a:lnTo>
                  <a:lnTo>
                    <a:pt x="2968" y="2455"/>
                  </a:lnTo>
                  <a:lnTo>
                    <a:pt x="3037" y="2466"/>
                  </a:lnTo>
                  <a:lnTo>
                    <a:pt x="3140" y="2455"/>
                  </a:lnTo>
                  <a:lnTo>
                    <a:pt x="3242" y="2432"/>
                  </a:lnTo>
                  <a:lnTo>
                    <a:pt x="3356" y="2386"/>
                  </a:lnTo>
                  <a:lnTo>
                    <a:pt x="3459" y="2318"/>
                  </a:lnTo>
                  <a:lnTo>
                    <a:pt x="3596" y="1975"/>
                  </a:lnTo>
                  <a:lnTo>
                    <a:pt x="3619" y="1907"/>
                  </a:lnTo>
                  <a:lnTo>
                    <a:pt x="3642" y="1827"/>
                  </a:lnTo>
                  <a:lnTo>
                    <a:pt x="3653" y="1736"/>
                  </a:lnTo>
                  <a:lnTo>
                    <a:pt x="3653" y="1644"/>
                  </a:lnTo>
                  <a:lnTo>
                    <a:pt x="3653" y="1542"/>
                  </a:lnTo>
                  <a:lnTo>
                    <a:pt x="3630" y="1416"/>
                  </a:lnTo>
                  <a:lnTo>
                    <a:pt x="3607" y="1291"/>
                  </a:lnTo>
                  <a:lnTo>
                    <a:pt x="3562" y="1154"/>
                  </a:lnTo>
                  <a:lnTo>
                    <a:pt x="3528" y="1051"/>
                  </a:lnTo>
                  <a:lnTo>
                    <a:pt x="3471" y="948"/>
                  </a:lnTo>
                  <a:lnTo>
                    <a:pt x="3402" y="845"/>
                  </a:lnTo>
                  <a:lnTo>
                    <a:pt x="3311" y="743"/>
                  </a:lnTo>
                  <a:lnTo>
                    <a:pt x="3219" y="651"/>
                  </a:lnTo>
                  <a:lnTo>
                    <a:pt x="3105" y="549"/>
                  </a:lnTo>
                  <a:lnTo>
                    <a:pt x="2980" y="457"/>
                  </a:lnTo>
                  <a:lnTo>
                    <a:pt x="2831" y="366"/>
                  </a:lnTo>
                  <a:lnTo>
                    <a:pt x="2683" y="286"/>
                  </a:lnTo>
                  <a:lnTo>
                    <a:pt x="2546" y="206"/>
                  </a:lnTo>
                  <a:lnTo>
                    <a:pt x="2409" y="149"/>
                  </a:lnTo>
                  <a:lnTo>
                    <a:pt x="2272" y="92"/>
                  </a:lnTo>
                  <a:lnTo>
                    <a:pt x="2135" y="58"/>
                  </a:lnTo>
                  <a:lnTo>
                    <a:pt x="2010" y="24"/>
                  </a:lnTo>
                  <a:lnTo>
                    <a:pt x="1884" y="12"/>
                  </a:lnTo>
                  <a:lnTo>
                    <a:pt x="17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85472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4"/>
        <p:cNvGrpSpPr/>
        <p:nvPr/>
      </p:nvGrpSpPr>
      <p:grpSpPr>
        <a:xfrm>
          <a:off x="0" y="0"/>
          <a:ext cx="0" cy="0"/>
          <a:chOff x="0" y="0"/>
          <a:chExt cx="0" cy="0"/>
        </a:xfrm>
      </p:grpSpPr>
      <p:grpSp>
        <p:nvGrpSpPr>
          <p:cNvPr id="2025" name="Google Shape;2025;p26"/>
          <p:cNvGrpSpPr/>
          <p:nvPr/>
        </p:nvGrpSpPr>
        <p:grpSpPr>
          <a:xfrm>
            <a:off x="6832659" y="1554183"/>
            <a:ext cx="3745580" cy="3346995"/>
            <a:chOff x="823275" y="238125"/>
            <a:chExt cx="5955825" cy="5228500"/>
          </a:xfrm>
        </p:grpSpPr>
        <p:sp>
          <p:nvSpPr>
            <p:cNvPr id="2026" name="Google Shape;2026;p26"/>
            <p:cNvSpPr/>
            <p:nvPr/>
          </p:nvSpPr>
          <p:spPr>
            <a:xfrm>
              <a:off x="3138775" y="3174575"/>
              <a:ext cx="3640325" cy="2292050"/>
            </a:xfrm>
            <a:custGeom>
              <a:avLst/>
              <a:gdLst/>
              <a:ahLst/>
              <a:cxnLst/>
              <a:rect l="l" t="t" r="r" b="b"/>
              <a:pathLst>
                <a:path w="145613" h="91682" extrusionOk="0">
                  <a:moveTo>
                    <a:pt x="18545" y="0"/>
                  </a:moveTo>
                  <a:lnTo>
                    <a:pt x="0" y="19513"/>
                  </a:lnTo>
                  <a:lnTo>
                    <a:pt x="71361" y="91681"/>
                  </a:lnTo>
                  <a:lnTo>
                    <a:pt x="145612" y="58656"/>
                  </a:lnTo>
                  <a:lnTo>
                    <a:pt x="144219" y="58304"/>
                  </a:lnTo>
                  <a:lnTo>
                    <a:pt x="142839" y="57937"/>
                  </a:lnTo>
                  <a:lnTo>
                    <a:pt x="141446" y="57570"/>
                  </a:lnTo>
                  <a:lnTo>
                    <a:pt x="140052" y="57189"/>
                  </a:lnTo>
                  <a:lnTo>
                    <a:pt x="137250" y="56382"/>
                  </a:lnTo>
                  <a:lnTo>
                    <a:pt x="134448" y="55561"/>
                  </a:lnTo>
                  <a:lnTo>
                    <a:pt x="131645" y="54695"/>
                  </a:lnTo>
                  <a:lnTo>
                    <a:pt x="128828" y="53785"/>
                  </a:lnTo>
                  <a:lnTo>
                    <a:pt x="126012" y="52846"/>
                  </a:lnTo>
                  <a:lnTo>
                    <a:pt x="123195" y="51878"/>
                  </a:lnTo>
                  <a:lnTo>
                    <a:pt x="120378" y="50895"/>
                  </a:lnTo>
                  <a:lnTo>
                    <a:pt x="117576" y="49868"/>
                  </a:lnTo>
                  <a:lnTo>
                    <a:pt x="114759" y="48812"/>
                  </a:lnTo>
                  <a:lnTo>
                    <a:pt x="111956" y="47741"/>
                  </a:lnTo>
                  <a:lnTo>
                    <a:pt x="109169" y="46655"/>
                  </a:lnTo>
                  <a:lnTo>
                    <a:pt x="106381" y="45540"/>
                  </a:lnTo>
                  <a:lnTo>
                    <a:pt x="103609" y="44396"/>
                  </a:lnTo>
                  <a:lnTo>
                    <a:pt x="100850" y="43251"/>
                  </a:lnTo>
                  <a:lnTo>
                    <a:pt x="98107" y="42078"/>
                  </a:lnTo>
                  <a:lnTo>
                    <a:pt x="95378" y="40889"/>
                  </a:lnTo>
                  <a:lnTo>
                    <a:pt x="92664" y="39701"/>
                  </a:lnTo>
                  <a:lnTo>
                    <a:pt x="89979" y="38498"/>
                  </a:lnTo>
                  <a:lnTo>
                    <a:pt x="87309" y="37280"/>
                  </a:lnTo>
                  <a:lnTo>
                    <a:pt x="84668" y="36062"/>
                  </a:lnTo>
                  <a:lnTo>
                    <a:pt x="82042" y="34830"/>
                  </a:lnTo>
                  <a:lnTo>
                    <a:pt x="79460" y="33598"/>
                  </a:lnTo>
                  <a:lnTo>
                    <a:pt x="76892" y="32351"/>
                  </a:lnTo>
                  <a:lnTo>
                    <a:pt x="74369" y="31118"/>
                  </a:lnTo>
                  <a:lnTo>
                    <a:pt x="71875" y="29886"/>
                  </a:lnTo>
                  <a:lnTo>
                    <a:pt x="69410" y="28653"/>
                  </a:lnTo>
                  <a:lnTo>
                    <a:pt x="66974" y="27421"/>
                  </a:lnTo>
                  <a:lnTo>
                    <a:pt x="64598" y="26203"/>
                  </a:lnTo>
                  <a:lnTo>
                    <a:pt x="62236" y="24986"/>
                  </a:lnTo>
                  <a:lnTo>
                    <a:pt x="59932" y="23782"/>
                  </a:lnTo>
                  <a:lnTo>
                    <a:pt x="57673" y="22579"/>
                  </a:lnTo>
                  <a:lnTo>
                    <a:pt x="55457" y="21406"/>
                  </a:lnTo>
                  <a:lnTo>
                    <a:pt x="53271" y="20232"/>
                  </a:lnTo>
                  <a:lnTo>
                    <a:pt x="51159" y="19073"/>
                  </a:lnTo>
                  <a:lnTo>
                    <a:pt x="47051" y="16828"/>
                  </a:lnTo>
                  <a:lnTo>
                    <a:pt x="43178" y="14657"/>
                  </a:lnTo>
                  <a:lnTo>
                    <a:pt x="39524" y="12588"/>
                  </a:lnTo>
                  <a:lnTo>
                    <a:pt x="36121" y="10622"/>
                  </a:lnTo>
                  <a:lnTo>
                    <a:pt x="32966" y="8788"/>
                  </a:lnTo>
                  <a:lnTo>
                    <a:pt x="30091" y="7087"/>
                  </a:lnTo>
                  <a:lnTo>
                    <a:pt x="27494" y="5531"/>
                  </a:lnTo>
                  <a:lnTo>
                    <a:pt x="25205" y="4152"/>
                  </a:lnTo>
                  <a:lnTo>
                    <a:pt x="23225" y="2935"/>
                  </a:lnTo>
                  <a:lnTo>
                    <a:pt x="21582" y="1922"/>
                  </a:lnTo>
                  <a:lnTo>
                    <a:pt x="19322" y="499"/>
                  </a:lnTo>
                  <a:lnTo>
                    <a:pt x="18545" y="0"/>
                  </a:lnTo>
                  <a:close/>
                </a:path>
              </a:pathLst>
            </a:custGeom>
            <a:solidFill>
              <a:schemeClr val="accent4"/>
            </a:solidFill>
            <a:ln w="16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6"/>
            <p:cNvSpPr/>
            <p:nvPr/>
          </p:nvSpPr>
          <p:spPr>
            <a:xfrm>
              <a:off x="2477825" y="1765400"/>
              <a:ext cx="222300" cy="777600"/>
            </a:xfrm>
            <a:custGeom>
              <a:avLst/>
              <a:gdLst/>
              <a:ahLst/>
              <a:cxnLst/>
              <a:rect l="l" t="t" r="r" b="b"/>
              <a:pathLst>
                <a:path w="8892" h="31104" extrusionOk="0">
                  <a:moveTo>
                    <a:pt x="2187" y="0"/>
                  </a:moveTo>
                  <a:lnTo>
                    <a:pt x="2010" y="15"/>
                  </a:lnTo>
                  <a:lnTo>
                    <a:pt x="1834" y="30"/>
                  </a:lnTo>
                  <a:lnTo>
                    <a:pt x="1658" y="74"/>
                  </a:lnTo>
                  <a:lnTo>
                    <a:pt x="1482" y="132"/>
                  </a:lnTo>
                  <a:lnTo>
                    <a:pt x="1306" y="191"/>
                  </a:lnTo>
                  <a:lnTo>
                    <a:pt x="1145" y="279"/>
                  </a:lnTo>
                  <a:lnTo>
                    <a:pt x="983" y="382"/>
                  </a:lnTo>
                  <a:lnTo>
                    <a:pt x="822" y="514"/>
                  </a:lnTo>
                  <a:lnTo>
                    <a:pt x="675" y="660"/>
                  </a:lnTo>
                  <a:lnTo>
                    <a:pt x="543" y="822"/>
                  </a:lnTo>
                  <a:lnTo>
                    <a:pt x="426" y="1027"/>
                  </a:lnTo>
                  <a:lnTo>
                    <a:pt x="309" y="1247"/>
                  </a:lnTo>
                  <a:lnTo>
                    <a:pt x="206" y="1497"/>
                  </a:lnTo>
                  <a:lnTo>
                    <a:pt x="133" y="1775"/>
                  </a:lnTo>
                  <a:lnTo>
                    <a:pt x="74" y="2084"/>
                  </a:lnTo>
                  <a:lnTo>
                    <a:pt x="30" y="2421"/>
                  </a:lnTo>
                  <a:lnTo>
                    <a:pt x="0" y="2788"/>
                  </a:lnTo>
                  <a:lnTo>
                    <a:pt x="0" y="3199"/>
                  </a:lnTo>
                  <a:lnTo>
                    <a:pt x="30" y="3653"/>
                  </a:lnTo>
                  <a:lnTo>
                    <a:pt x="103" y="4768"/>
                  </a:lnTo>
                  <a:lnTo>
                    <a:pt x="206" y="6250"/>
                  </a:lnTo>
                  <a:lnTo>
                    <a:pt x="411" y="10021"/>
                  </a:lnTo>
                  <a:lnTo>
                    <a:pt x="631" y="14495"/>
                  </a:lnTo>
                  <a:lnTo>
                    <a:pt x="866" y="19205"/>
                  </a:lnTo>
                  <a:lnTo>
                    <a:pt x="1248" y="27450"/>
                  </a:lnTo>
                  <a:lnTo>
                    <a:pt x="1394" y="31045"/>
                  </a:lnTo>
                  <a:lnTo>
                    <a:pt x="8891" y="31103"/>
                  </a:lnTo>
                  <a:lnTo>
                    <a:pt x="8818" y="29856"/>
                  </a:lnTo>
                  <a:lnTo>
                    <a:pt x="8715" y="28419"/>
                  </a:lnTo>
                  <a:lnTo>
                    <a:pt x="8569" y="26555"/>
                  </a:lnTo>
                  <a:lnTo>
                    <a:pt x="8392" y="24340"/>
                  </a:lnTo>
                  <a:lnTo>
                    <a:pt x="8158" y="21860"/>
                  </a:lnTo>
                  <a:lnTo>
                    <a:pt x="7894" y="19176"/>
                  </a:lnTo>
                  <a:lnTo>
                    <a:pt x="7747" y="17797"/>
                  </a:lnTo>
                  <a:lnTo>
                    <a:pt x="7586" y="16403"/>
                  </a:lnTo>
                  <a:lnTo>
                    <a:pt x="7409" y="15009"/>
                  </a:lnTo>
                  <a:lnTo>
                    <a:pt x="7233" y="13601"/>
                  </a:lnTo>
                  <a:lnTo>
                    <a:pt x="7043" y="12221"/>
                  </a:lnTo>
                  <a:lnTo>
                    <a:pt x="6837" y="10872"/>
                  </a:lnTo>
                  <a:lnTo>
                    <a:pt x="6632" y="9537"/>
                  </a:lnTo>
                  <a:lnTo>
                    <a:pt x="6412" y="8260"/>
                  </a:lnTo>
                  <a:lnTo>
                    <a:pt x="6177" y="7042"/>
                  </a:lnTo>
                  <a:lnTo>
                    <a:pt x="5928" y="5883"/>
                  </a:lnTo>
                  <a:lnTo>
                    <a:pt x="5678" y="4798"/>
                  </a:lnTo>
                  <a:lnTo>
                    <a:pt x="5414" y="3800"/>
                  </a:lnTo>
                  <a:lnTo>
                    <a:pt x="5267" y="3345"/>
                  </a:lnTo>
                  <a:lnTo>
                    <a:pt x="5135" y="2905"/>
                  </a:lnTo>
                  <a:lnTo>
                    <a:pt x="4989" y="2494"/>
                  </a:lnTo>
                  <a:lnTo>
                    <a:pt x="4842" y="2113"/>
                  </a:lnTo>
                  <a:lnTo>
                    <a:pt x="4695" y="1761"/>
                  </a:lnTo>
                  <a:lnTo>
                    <a:pt x="4549" y="1438"/>
                  </a:lnTo>
                  <a:lnTo>
                    <a:pt x="4387" y="1145"/>
                  </a:lnTo>
                  <a:lnTo>
                    <a:pt x="4240" y="895"/>
                  </a:lnTo>
                  <a:lnTo>
                    <a:pt x="4079" y="660"/>
                  </a:lnTo>
                  <a:lnTo>
                    <a:pt x="3918" y="484"/>
                  </a:lnTo>
                  <a:lnTo>
                    <a:pt x="3756" y="323"/>
                  </a:lnTo>
                  <a:lnTo>
                    <a:pt x="3595" y="206"/>
                  </a:lnTo>
                  <a:lnTo>
                    <a:pt x="3419" y="162"/>
                  </a:lnTo>
                  <a:lnTo>
                    <a:pt x="3228" y="103"/>
                  </a:lnTo>
                  <a:lnTo>
                    <a:pt x="2979" y="59"/>
                  </a:lnTo>
                  <a:lnTo>
                    <a:pt x="2685" y="15"/>
                  </a:lnTo>
                  <a:lnTo>
                    <a:pt x="2363"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6"/>
            <p:cNvSpPr/>
            <p:nvPr/>
          </p:nvSpPr>
          <p:spPr>
            <a:xfrm>
              <a:off x="1939750" y="1701200"/>
              <a:ext cx="594575" cy="840325"/>
            </a:xfrm>
            <a:custGeom>
              <a:avLst/>
              <a:gdLst/>
              <a:ahLst/>
              <a:cxnLst/>
              <a:rect l="l" t="t" r="r" b="b"/>
              <a:pathLst>
                <a:path w="23783" h="33613" extrusionOk="0">
                  <a:moveTo>
                    <a:pt x="2964" y="1"/>
                  </a:moveTo>
                  <a:lnTo>
                    <a:pt x="2759" y="30"/>
                  </a:lnTo>
                  <a:lnTo>
                    <a:pt x="2524" y="59"/>
                  </a:lnTo>
                  <a:lnTo>
                    <a:pt x="2245" y="133"/>
                  </a:lnTo>
                  <a:lnTo>
                    <a:pt x="1908" y="236"/>
                  </a:lnTo>
                  <a:lnTo>
                    <a:pt x="1732" y="294"/>
                  </a:lnTo>
                  <a:lnTo>
                    <a:pt x="1556" y="382"/>
                  </a:lnTo>
                  <a:lnTo>
                    <a:pt x="1380" y="456"/>
                  </a:lnTo>
                  <a:lnTo>
                    <a:pt x="1204" y="558"/>
                  </a:lnTo>
                  <a:lnTo>
                    <a:pt x="1028" y="676"/>
                  </a:lnTo>
                  <a:lnTo>
                    <a:pt x="866" y="808"/>
                  </a:lnTo>
                  <a:lnTo>
                    <a:pt x="705" y="940"/>
                  </a:lnTo>
                  <a:lnTo>
                    <a:pt x="558" y="1101"/>
                  </a:lnTo>
                  <a:lnTo>
                    <a:pt x="412" y="1277"/>
                  </a:lnTo>
                  <a:lnTo>
                    <a:pt x="294" y="1468"/>
                  </a:lnTo>
                  <a:lnTo>
                    <a:pt x="191" y="1673"/>
                  </a:lnTo>
                  <a:lnTo>
                    <a:pt x="118" y="1908"/>
                  </a:lnTo>
                  <a:lnTo>
                    <a:pt x="59" y="2143"/>
                  </a:lnTo>
                  <a:lnTo>
                    <a:pt x="15" y="2422"/>
                  </a:lnTo>
                  <a:lnTo>
                    <a:pt x="1" y="2700"/>
                  </a:lnTo>
                  <a:lnTo>
                    <a:pt x="30" y="3008"/>
                  </a:lnTo>
                  <a:lnTo>
                    <a:pt x="74" y="3346"/>
                  </a:lnTo>
                  <a:lnTo>
                    <a:pt x="162" y="3698"/>
                  </a:lnTo>
                  <a:lnTo>
                    <a:pt x="294" y="4079"/>
                  </a:lnTo>
                  <a:lnTo>
                    <a:pt x="456" y="4490"/>
                  </a:lnTo>
                  <a:lnTo>
                    <a:pt x="646" y="4916"/>
                  </a:lnTo>
                  <a:lnTo>
                    <a:pt x="896" y="5385"/>
                  </a:lnTo>
                  <a:lnTo>
                    <a:pt x="1541" y="6529"/>
                  </a:lnTo>
                  <a:lnTo>
                    <a:pt x="2363" y="8041"/>
                  </a:lnTo>
                  <a:lnTo>
                    <a:pt x="4431" y="11914"/>
                  </a:lnTo>
                  <a:lnTo>
                    <a:pt x="6882" y="16521"/>
                  </a:lnTo>
                  <a:lnTo>
                    <a:pt x="9434" y="21392"/>
                  </a:lnTo>
                  <a:lnTo>
                    <a:pt x="13909" y="29916"/>
                  </a:lnTo>
                  <a:lnTo>
                    <a:pt x="15831" y="33613"/>
                  </a:lnTo>
                  <a:lnTo>
                    <a:pt x="23783" y="29989"/>
                  </a:lnTo>
                  <a:lnTo>
                    <a:pt x="23079" y="28712"/>
                  </a:lnTo>
                  <a:lnTo>
                    <a:pt x="22272" y="27245"/>
                  </a:lnTo>
                  <a:lnTo>
                    <a:pt x="21201" y="25353"/>
                  </a:lnTo>
                  <a:lnTo>
                    <a:pt x="19910" y="23093"/>
                  </a:lnTo>
                  <a:lnTo>
                    <a:pt x="18443" y="20585"/>
                  </a:lnTo>
                  <a:lnTo>
                    <a:pt x="16858" y="17900"/>
                  </a:lnTo>
                  <a:lnTo>
                    <a:pt x="16022" y="16521"/>
                  </a:lnTo>
                  <a:lnTo>
                    <a:pt x="15156" y="15127"/>
                  </a:lnTo>
                  <a:lnTo>
                    <a:pt x="14291" y="13733"/>
                  </a:lnTo>
                  <a:lnTo>
                    <a:pt x="13410" y="12339"/>
                  </a:lnTo>
                  <a:lnTo>
                    <a:pt x="12530" y="10975"/>
                  </a:lnTo>
                  <a:lnTo>
                    <a:pt x="11650" y="9640"/>
                  </a:lnTo>
                  <a:lnTo>
                    <a:pt x="10769" y="8349"/>
                  </a:lnTo>
                  <a:lnTo>
                    <a:pt x="9904" y="7116"/>
                  </a:lnTo>
                  <a:lnTo>
                    <a:pt x="9053" y="5928"/>
                  </a:lnTo>
                  <a:lnTo>
                    <a:pt x="8231" y="4828"/>
                  </a:lnTo>
                  <a:lnTo>
                    <a:pt x="7424" y="3815"/>
                  </a:lnTo>
                  <a:lnTo>
                    <a:pt x="7043" y="3346"/>
                  </a:lnTo>
                  <a:lnTo>
                    <a:pt x="6662" y="2891"/>
                  </a:lnTo>
                  <a:lnTo>
                    <a:pt x="6280" y="2480"/>
                  </a:lnTo>
                  <a:lnTo>
                    <a:pt x="5928" y="2084"/>
                  </a:lnTo>
                  <a:lnTo>
                    <a:pt x="5576" y="1717"/>
                  </a:lnTo>
                  <a:lnTo>
                    <a:pt x="5224" y="1395"/>
                  </a:lnTo>
                  <a:lnTo>
                    <a:pt x="4901" y="1086"/>
                  </a:lnTo>
                  <a:lnTo>
                    <a:pt x="4578" y="822"/>
                  </a:lnTo>
                  <a:lnTo>
                    <a:pt x="4270" y="588"/>
                  </a:lnTo>
                  <a:lnTo>
                    <a:pt x="3977" y="397"/>
                  </a:lnTo>
                  <a:lnTo>
                    <a:pt x="3713" y="236"/>
                  </a:lnTo>
                  <a:lnTo>
                    <a:pt x="3449" y="118"/>
                  </a:lnTo>
                  <a:lnTo>
                    <a:pt x="3199" y="45"/>
                  </a:lnTo>
                  <a:lnTo>
                    <a:pt x="3082" y="15"/>
                  </a:lnTo>
                  <a:lnTo>
                    <a:pt x="2964"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6"/>
            <p:cNvSpPr/>
            <p:nvPr/>
          </p:nvSpPr>
          <p:spPr>
            <a:xfrm>
              <a:off x="1494125" y="1826650"/>
              <a:ext cx="828200" cy="636750"/>
            </a:xfrm>
            <a:custGeom>
              <a:avLst/>
              <a:gdLst/>
              <a:ahLst/>
              <a:cxnLst/>
              <a:rect l="l" t="t" r="r" b="b"/>
              <a:pathLst>
                <a:path w="33128" h="25470" extrusionOk="0">
                  <a:moveTo>
                    <a:pt x="2333" y="0"/>
                  </a:moveTo>
                  <a:lnTo>
                    <a:pt x="2069" y="30"/>
                  </a:lnTo>
                  <a:lnTo>
                    <a:pt x="1951" y="59"/>
                  </a:lnTo>
                  <a:lnTo>
                    <a:pt x="1849" y="88"/>
                  </a:lnTo>
                  <a:lnTo>
                    <a:pt x="1673" y="206"/>
                  </a:lnTo>
                  <a:lnTo>
                    <a:pt x="1482" y="338"/>
                  </a:lnTo>
                  <a:lnTo>
                    <a:pt x="1233" y="514"/>
                  </a:lnTo>
                  <a:lnTo>
                    <a:pt x="983" y="734"/>
                  </a:lnTo>
                  <a:lnTo>
                    <a:pt x="851" y="866"/>
                  </a:lnTo>
                  <a:lnTo>
                    <a:pt x="719" y="1013"/>
                  </a:lnTo>
                  <a:lnTo>
                    <a:pt x="587" y="1159"/>
                  </a:lnTo>
                  <a:lnTo>
                    <a:pt x="470" y="1335"/>
                  </a:lnTo>
                  <a:lnTo>
                    <a:pt x="352" y="1497"/>
                  </a:lnTo>
                  <a:lnTo>
                    <a:pt x="250" y="1688"/>
                  </a:lnTo>
                  <a:lnTo>
                    <a:pt x="176" y="1878"/>
                  </a:lnTo>
                  <a:lnTo>
                    <a:pt x="103" y="2084"/>
                  </a:lnTo>
                  <a:lnTo>
                    <a:pt x="44" y="2304"/>
                  </a:lnTo>
                  <a:lnTo>
                    <a:pt x="15" y="2524"/>
                  </a:lnTo>
                  <a:lnTo>
                    <a:pt x="0" y="2759"/>
                  </a:lnTo>
                  <a:lnTo>
                    <a:pt x="30" y="2993"/>
                  </a:lnTo>
                  <a:lnTo>
                    <a:pt x="74" y="3243"/>
                  </a:lnTo>
                  <a:lnTo>
                    <a:pt x="147" y="3507"/>
                  </a:lnTo>
                  <a:lnTo>
                    <a:pt x="264" y="3771"/>
                  </a:lnTo>
                  <a:lnTo>
                    <a:pt x="411" y="4050"/>
                  </a:lnTo>
                  <a:lnTo>
                    <a:pt x="587" y="4328"/>
                  </a:lnTo>
                  <a:lnTo>
                    <a:pt x="807" y="4622"/>
                  </a:lnTo>
                  <a:lnTo>
                    <a:pt x="1086" y="4915"/>
                  </a:lnTo>
                  <a:lnTo>
                    <a:pt x="1394" y="5223"/>
                  </a:lnTo>
                  <a:lnTo>
                    <a:pt x="1761" y="5531"/>
                  </a:lnTo>
                  <a:lnTo>
                    <a:pt x="2172" y="5854"/>
                  </a:lnTo>
                  <a:lnTo>
                    <a:pt x="3213" y="6632"/>
                  </a:lnTo>
                  <a:lnTo>
                    <a:pt x="4592" y="7673"/>
                  </a:lnTo>
                  <a:lnTo>
                    <a:pt x="8069" y="10358"/>
                  </a:lnTo>
                  <a:lnTo>
                    <a:pt x="12192" y="13557"/>
                  </a:lnTo>
                  <a:lnTo>
                    <a:pt x="16520" y="16946"/>
                  </a:lnTo>
                  <a:lnTo>
                    <a:pt x="24090" y="22888"/>
                  </a:lnTo>
                  <a:lnTo>
                    <a:pt x="27377" y="25470"/>
                  </a:lnTo>
                  <a:lnTo>
                    <a:pt x="33128" y="18897"/>
                  </a:lnTo>
                  <a:lnTo>
                    <a:pt x="31969" y="18031"/>
                  </a:lnTo>
                  <a:lnTo>
                    <a:pt x="30619" y="17034"/>
                  </a:lnTo>
                  <a:lnTo>
                    <a:pt x="28873" y="15728"/>
                  </a:lnTo>
                  <a:lnTo>
                    <a:pt x="26775" y="14217"/>
                  </a:lnTo>
                  <a:lnTo>
                    <a:pt x="24413" y="12515"/>
                  </a:lnTo>
                  <a:lnTo>
                    <a:pt x="21860" y="10725"/>
                  </a:lnTo>
                  <a:lnTo>
                    <a:pt x="20525" y="9801"/>
                  </a:lnTo>
                  <a:lnTo>
                    <a:pt x="19176" y="8891"/>
                  </a:lnTo>
                  <a:lnTo>
                    <a:pt x="17811" y="7967"/>
                  </a:lnTo>
                  <a:lnTo>
                    <a:pt x="16432" y="7072"/>
                  </a:lnTo>
                  <a:lnTo>
                    <a:pt x="15068" y="6177"/>
                  </a:lnTo>
                  <a:lnTo>
                    <a:pt x="13718" y="5326"/>
                  </a:lnTo>
                  <a:lnTo>
                    <a:pt x="12383" y="4504"/>
                  </a:lnTo>
                  <a:lnTo>
                    <a:pt x="11092" y="3727"/>
                  </a:lnTo>
                  <a:lnTo>
                    <a:pt x="9830" y="3008"/>
                  </a:lnTo>
                  <a:lnTo>
                    <a:pt x="8627" y="2348"/>
                  </a:lnTo>
                  <a:lnTo>
                    <a:pt x="7483" y="1746"/>
                  </a:lnTo>
                  <a:lnTo>
                    <a:pt x="6940" y="1467"/>
                  </a:lnTo>
                  <a:lnTo>
                    <a:pt x="6397" y="1218"/>
                  </a:lnTo>
                  <a:lnTo>
                    <a:pt x="5883" y="998"/>
                  </a:lnTo>
                  <a:lnTo>
                    <a:pt x="5399" y="778"/>
                  </a:lnTo>
                  <a:lnTo>
                    <a:pt x="4930" y="602"/>
                  </a:lnTo>
                  <a:lnTo>
                    <a:pt x="4475" y="426"/>
                  </a:lnTo>
                  <a:lnTo>
                    <a:pt x="4049" y="294"/>
                  </a:lnTo>
                  <a:lnTo>
                    <a:pt x="3653" y="176"/>
                  </a:lnTo>
                  <a:lnTo>
                    <a:pt x="3287" y="88"/>
                  </a:lnTo>
                  <a:lnTo>
                    <a:pt x="2934" y="30"/>
                  </a:lnTo>
                  <a:lnTo>
                    <a:pt x="2626"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6"/>
            <p:cNvSpPr/>
            <p:nvPr/>
          </p:nvSpPr>
          <p:spPr>
            <a:xfrm>
              <a:off x="1391425" y="2003800"/>
              <a:ext cx="2211700" cy="1490275"/>
            </a:xfrm>
            <a:custGeom>
              <a:avLst/>
              <a:gdLst/>
              <a:ahLst/>
              <a:cxnLst/>
              <a:rect l="l" t="t" r="r" b="b"/>
              <a:pathLst>
                <a:path w="88468" h="59611" extrusionOk="0">
                  <a:moveTo>
                    <a:pt x="6147" y="1"/>
                  </a:moveTo>
                  <a:lnTo>
                    <a:pt x="5546" y="15"/>
                  </a:lnTo>
                  <a:lnTo>
                    <a:pt x="4974" y="45"/>
                  </a:lnTo>
                  <a:lnTo>
                    <a:pt x="4446" y="103"/>
                  </a:lnTo>
                  <a:lnTo>
                    <a:pt x="3932" y="191"/>
                  </a:lnTo>
                  <a:lnTo>
                    <a:pt x="3448" y="294"/>
                  </a:lnTo>
                  <a:lnTo>
                    <a:pt x="3008" y="411"/>
                  </a:lnTo>
                  <a:lnTo>
                    <a:pt x="2582" y="558"/>
                  </a:lnTo>
                  <a:lnTo>
                    <a:pt x="2186" y="734"/>
                  </a:lnTo>
                  <a:lnTo>
                    <a:pt x="1996" y="837"/>
                  </a:lnTo>
                  <a:lnTo>
                    <a:pt x="1805" y="954"/>
                  </a:lnTo>
                  <a:lnTo>
                    <a:pt x="1614" y="1057"/>
                  </a:lnTo>
                  <a:lnTo>
                    <a:pt x="1453" y="1189"/>
                  </a:lnTo>
                  <a:lnTo>
                    <a:pt x="1277" y="1321"/>
                  </a:lnTo>
                  <a:lnTo>
                    <a:pt x="1130" y="1453"/>
                  </a:lnTo>
                  <a:lnTo>
                    <a:pt x="983" y="1585"/>
                  </a:lnTo>
                  <a:lnTo>
                    <a:pt x="851" y="1746"/>
                  </a:lnTo>
                  <a:lnTo>
                    <a:pt x="719" y="1893"/>
                  </a:lnTo>
                  <a:lnTo>
                    <a:pt x="602" y="2055"/>
                  </a:lnTo>
                  <a:lnTo>
                    <a:pt x="484" y="2231"/>
                  </a:lnTo>
                  <a:lnTo>
                    <a:pt x="396" y="2392"/>
                  </a:lnTo>
                  <a:lnTo>
                    <a:pt x="294" y="2583"/>
                  </a:lnTo>
                  <a:lnTo>
                    <a:pt x="220" y="2759"/>
                  </a:lnTo>
                  <a:lnTo>
                    <a:pt x="147" y="2950"/>
                  </a:lnTo>
                  <a:lnTo>
                    <a:pt x="88" y="3155"/>
                  </a:lnTo>
                  <a:lnTo>
                    <a:pt x="0" y="3448"/>
                  </a:lnTo>
                  <a:lnTo>
                    <a:pt x="279" y="3566"/>
                  </a:lnTo>
                  <a:lnTo>
                    <a:pt x="2260" y="4446"/>
                  </a:lnTo>
                  <a:lnTo>
                    <a:pt x="4402" y="5414"/>
                  </a:lnTo>
                  <a:lnTo>
                    <a:pt x="7042" y="6632"/>
                  </a:lnTo>
                  <a:lnTo>
                    <a:pt x="10006" y="8011"/>
                  </a:lnTo>
                  <a:lnTo>
                    <a:pt x="11547" y="8745"/>
                  </a:lnTo>
                  <a:lnTo>
                    <a:pt x="13087" y="9508"/>
                  </a:lnTo>
                  <a:lnTo>
                    <a:pt x="14627" y="10256"/>
                  </a:lnTo>
                  <a:lnTo>
                    <a:pt x="16109" y="11019"/>
                  </a:lnTo>
                  <a:lnTo>
                    <a:pt x="17547" y="11752"/>
                  </a:lnTo>
                  <a:lnTo>
                    <a:pt x="18897" y="12471"/>
                  </a:lnTo>
                  <a:lnTo>
                    <a:pt x="20731" y="13469"/>
                  </a:lnTo>
                  <a:lnTo>
                    <a:pt x="22682" y="14496"/>
                  </a:lnTo>
                  <a:lnTo>
                    <a:pt x="24971" y="15743"/>
                  </a:lnTo>
                  <a:lnTo>
                    <a:pt x="26247" y="16447"/>
                  </a:lnTo>
                  <a:lnTo>
                    <a:pt x="27582" y="17210"/>
                  </a:lnTo>
                  <a:lnTo>
                    <a:pt x="28991" y="18017"/>
                  </a:lnTo>
                  <a:lnTo>
                    <a:pt x="30472" y="18897"/>
                  </a:lnTo>
                  <a:lnTo>
                    <a:pt x="32013" y="19821"/>
                  </a:lnTo>
                  <a:lnTo>
                    <a:pt x="33612" y="20819"/>
                  </a:lnTo>
                  <a:lnTo>
                    <a:pt x="35270" y="21861"/>
                  </a:lnTo>
                  <a:lnTo>
                    <a:pt x="36972" y="22976"/>
                  </a:lnTo>
                  <a:lnTo>
                    <a:pt x="38718" y="24150"/>
                  </a:lnTo>
                  <a:lnTo>
                    <a:pt x="40522" y="25382"/>
                  </a:lnTo>
                  <a:lnTo>
                    <a:pt x="42341" y="26688"/>
                  </a:lnTo>
                  <a:lnTo>
                    <a:pt x="44219" y="28052"/>
                  </a:lnTo>
                  <a:lnTo>
                    <a:pt x="45364" y="28903"/>
                  </a:lnTo>
                  <a:lnTo>
                    <a:pt x="46493" y="29783"/>
                  </a:lnTo>
                  <a:lnTo>
                    <a:pt x="47623" y="30649"/>
                  </a:lnTo>
                  <a:lnTo>
                    <a:pt x="48738" y="31544"/>
                  </a:lnTo>
                  <a:lnTo>
                    <a:pt x="49838" y="32439"/>
                  </a:lnTo>
                  <a:lnTo>
                    <a:pt x="50924" y="33334"/>
                  </a:lnTo>
                  <a:lnTo>
                    <a:pt x="52010" y="34243"/>
                  </a:lnTo>
                  <a:lnTo>
                    <a:pt x="53066" y="35153"/>
                  </a:lnTo>
                  <a:lnTo>
                    <a:pt x="54122" y="36077"/>
                  </a:lnTo>
                  <a:lnTo>
                    <a:pt x="55164" y="37016"/>
                  </a:lnTo>
                  <a:lnTo>
                    <a:pt x="56191" y="37941"/>
                  </a:lnTo>
                  <a:lnTo>
                    <a:pt x="57218" y="38894"/>
                  </a:lnTo>
                  <a:lnTo>
                    <a:pt x="58216" y="39848"/>
                  </a:lnTo>
                  <a:lnTo>
                    <a:pt x="59213" y="40801"/>
                  </a:lnTo>
                  <a:lnTo>
                    <a:pt x="60196" y="41770"/>
                  </a:lnTo>
                  <a:lnTo>
                    <a:pt x="61165" y="42738"/>
                  </a:lnTo>
                  <a:lnTo>
                    <a:pt x="62118" y="43721"/>
                  </a:lnTo>
                  <a:lnTo>
                    <a:pt x="63057" y="44719"/>
                  </a:lnTo>
                  <a:lnTo>
                    <a:pt x="63996" y="45716"/>
                  </a:lnTo>
                  <a:lnTo>
                    <a:pt x="64906" y="46714"/>
                  </a:lnTo>
                  <a:lnTo>
                    <a:pt x="65815" y="47726"/>
                  </a:lnTo>
                  <a:lnTo>
                    <a:pt x="66710" y="48739"/>
                  </a:lnTo>
                  <a:lnTo>
                    <a:pt x="67591" y="49766"/>
                  </a:lnTo>
                  <a:lnTo>
                    <a:pt x="68456" y="50793"/>
                  </a:lnTo>
                  <a:lnTo>
                    <a:pt x="69307" y="51820"/>
                  </a:lnTo>
                  <a:lnTo>
                    <a:pt x="70158" y="52861"/>
                  </a:lnTo>
                  <a:lnTo>
                    <a:pt x="70980" y="53918"/>
                  </a:lnTo>
                  <a:lnTo>
                    <a:pt x="71801" y="54974"/>
                  </a:lnTo>
                  <a:lnTo>
                    <a:pt x="72594" y="56030"/>
                  </a:lnTo>
                  <a:lnTo>
                    <a:pt x="73386" y="57101"/>
                  </a:lnTo>
                  <a:lnTo>
                    <a:pt x="74163" y="58172"/>
                  </a:lnTo>
                  <a:lnTo>
                    <a:pt x="74926" y="59258"/>
                  </a:lnTo>
                  <a:lnTo>
                    <a:pt x="75176" y="59610"/>
                  </a:lnTo>
                  <a:lnTo>
                    <a:pt x="75455" y="59287"/>
                  </a:lnTo>
                  <a:lnTo>
                    <a:pt x="75660" y="59097"/>
                  </a:lnTo>
                  <a:lnTo>
                    <a:pt x="76217" y="58510"/>
                  </a:lnTo>
                  <a:lnTo>
                    <a:pt x="77156" y="57571"/>
                  </a:lnTo>
                  <a:lnTo>
                    <a:pt x="78506" y="56280"/>
                  </a:lnTo>
                  <a:lnTo>
                    <a:pt x="79328" y="55502"/>
                  </a:lnTo>
                  <a:lnTo>
                    <a:pt x="80267" y="54636"/>
                  </a:lnTo>
                  <a:lnTo>
                    <a:pt x="81308" y="53697"/>
                  </a:lnTo>
                  <a:lnTo>
                    <a:pt x="82453" y="52656"/>
                  </a:lnTo>
                  <a:lnTo>
                    <a:pt x="83714" y="51541"/>
                  </a:lnTo>
                  <a:lnTo>
                    <a:pt x="85094" y="50338"/>
                  </a:lnTo>
                  <a:lnTo>
                    <a:pt x="86590" y="49061"/>
                  </a:lnTo>
                  <a:lnTo>
                    <a:pt x="88189" y="47697"/>
                  </a:lnTo>
                  <a:lnTo>
                    <a:pt x="88468" y="47477"/>
                  </a:lnTo>
                  <a:lnTo>
                    <a:pt x="88233" y="47213"/>
                  </a:lnTo>
                  <a:lnTo>
                    <a:pt x="86722" y="45570"/>
                  </a:lnTo>
                  <a:lnTo>
                    <a:pt x="85079" y="43809"/>
                  </a:lnTo>
                  <a:lnTo>
                    <a:pt x="83392" y="42019"/>
                  </a:lnTo>
                  <a:lnTo>
                    <a:pt x="81734" y="40288"/>
                  </a:lnTo>
                  <a:lnTo>
                    <a:pt x="80193" y="38689"/>
                  </a:lnTo>
                  <a:lnTo>
                    <a:pt x="78858" y="37324"/>
                  </a:lnTo>
                  <a:lnTo>
                    <a:pt x="77127" y="35564"/>
                  </a:lnTo>
                  <a:lnTo>
                    <a:pt x="77347" y="35256"/>
                  </a:lnTo>
                  <a:lnTo>
                    <a:pt x="77553" y="34918"/>
                  </a:lnTo>
                  <a:lnTo>
                    <a:pt x="77729" y="34551"/>
                  </a:lnTo>
                  <a:lnTo>
                    <a:pt x="77905" y="34155"/>
                  </a:lnTo>
                  <a:lnTo>
                    <a:pt x="78051" y="33730"/>
                  </a:lnTo>
                  <a:lnTo>
                    <a:pt x="78183" y="33290"/>
                  </a:lnTo>
                  <a:lnTo>
                    <a:pt x="78301" y="32820"/>
                  </a:lnTo>
                  <a:lnTo>
                    <a:pt x="78403" y="32336"/>
                  </a:lnTo>
                  <a:lnTo>
                    <a:pt x="78477" y="31837"/>
                  </a:lnTo>
                  <a:lnTo>
                    <a:pt x="78535" y="31309"/>
                  </a:lnTo>
                  <a:lnTo>
                    <a:pt x="78579" y="30766"/>
                  </a:lnTo>
                  <a:lnTo>
                    <a:pt x="78609" y="30209"/>
                  </a:lnTo>
                  <a:lnTo>
                    <a:pt x="78624" y="29651"/>
                  </a:lnTo>
                  <a:lnTo>
                    <a:pt x="78609" y="29064"/>
                  </a:lnTo>
                  <a:lnTo>
                    <a:pt x="78565" y="28478"/>
                  </a:lnTo>
                  <a:lnTo>
                    <a:pt x="78521" y="27891"/>
                  </a:lnTo>
                  <a:lnTo>
                    <a:pt x="78433" y="27201"/>
                  </a:lnTo>
                  <a:lnTo>
                    <a:pt x="78330" y="26526"/>
                  </a:lnTo>
                  <a:lnTo>
                    <a:pt x="78198" y="25866"/>
                  </a:lnTo>
                  <a:lnTo>
                    <a:pt x="78051" y="25206"/>
                  </a:lnTo>
                  <a:lnTo>
                    <a:pt x="77875" y="24560"/>
                  </a:lnTo>
                  <a:lnTo>
                    <a:pt x="77685" y="23929"/>
                  </a:lnTo>
                  <a:lnTo>
                    <a:pt x="77464" y="23313"/>
                  </a:lnTo>
                  <a:lnTo>
                    <a:pt x="77230" y="22697"/>
                  </a:lnTo>
                  <a:lnTo>
                    <a:pt x="76980" y="22110"/>
                  </a:lnTo>
                  <a:lnTo>
                    <a:pt x="76702" y="21523"/>
                  </a:lnTo>
                  <a:lnTo>
                    <a:pt x="76408" y="20966"/>
                  </a:lnTo>
                  <a:lnTo>
                    <a:pt x="76100" y="20438"/>
                  </a:lnTo>
                  <a:lnTo>
                    <a:pt x="75777" y="19910"/>
                  </a:lnTo>
                  <a:lnTo>
                    <a:pt x="75425" y="19411"/>
                  </a:lnTo>
                  <a:lnTo>
                    <a:pt x="75073" y="18941"/>
                  </a:lnTo>
                  <a:lnTo>
                    <a:pt x="74692" y="18486"/>
                  </a:lnTo>
                  <a:lnTo>
                    <a:pt x="74516" y="18281"/>
                  </a:lnTo>
                  <a:lnTo>
                    <a:pt x="74354" y="18046"/>
                  </a:lnTo>
                  <a:lnTo>
                    <a:pt x="74178" y="17782"/>
                  </a:lnTo>
                  <a:lnTo>
                    <a:pt x="74031" y="17503"/>
                  </a:lnTo>
                  <a:lnTo>
                    <a:pt x="73885" y="17195"/>
                  </a:lnTo>
                  <a:lnTo>
                    <a:pt x="73738" y="16843"/>
                  </a:lnTo>
                  <a:lnTo>
                    <a:pt x="73621" y="16476"/>
                  </a:lnTo>
                  <a:lnTo>
                    <a:pt x="73533" y="16066"/>
                  </a:lnTo>
                  <a:lnTo>
                    <a:pt x="73445" y="15640"/>
                  </a:lnTo>
                  <a:lnTo>
                    <a:pt x="73386" y="15171"/>
                  </a:lnTo>
                  <a:lnTo>
                    <a:pt x="73357" y="14657"/>
                  </a:lnTo>
                  <a:lnTo>
                    <a:pt x="73357" y="14129"/>
                  </a:lnTo>
                  <a:lnTo>
                    <a:pt x="73386" y="13557"/>
                  </a:lnTo>
                  <a:lnTo>
                    <a:pt x="73459" y="12941"/>
                  </a:lnTo>
                  <a:lnTo>
                    <a:pt x="73547" y="12280"/>
                  </a:lnTo>
                  <a:lnTo>
                    <a:pt x="73694" y="11591"/>
                  </a:lnTo>
                  <a:lnTo>
                    <a:pt x="73811" y="11107"/>
                  </a:lnTo>
                  <a:lnTo>
                    <a:pt x="73943" y="10623"/>
                  </a:lnTo>
                  <a:lnTo>
                    <a:pt x="74090" y="10138"/>
                  </a:lnTo>
                  <a:lnTo>
                    <a:pt x="74251" y="9640"/>
                  </a:lnTo>
                  <a:lnTo>
                    <a:pt x="74428" y="9141"/>
                  </a:lnTo>
                  <a:lnTo>
                    <a:pt x="74618" y="8657"/>
                  </a:lnTo>
                  <a:lnTo>
                    <a:pt x="74824" y="8158"/>
                  </a:lnTo>
                  <a:lnTo>
                    <a:pt x="75044" y="7674"/>
                  </a:lnTo>
                  <a:lnTo>
                    <a:pt x="75278" y="7190"/>
                  </a:lnTo>
                  <a:lnTo>
                    <a:pt x="75528" y="6705"/>
                  </a:lnTo>
                  <a:lnTo>
                    <a:pt x="75777" y="6236"/>
                  </a:lnTo>
                  <a:lnTo>
                    <a:pt x="76041" y="5781"/>
                  </a:lnTo>
                  <a:lnTo>
                    <a:pt x="76320" y="5326"/>
                  </a:lnTo>
                  <a:lnTo>
                    <a:pt x="76599" y="4886"/>
                  </a:lnTo>
                  <a:lnTo>
                    <a:pt x="76892" y="4461"/>
                  </a:lnTo>
                  <a:lnTo>
                    <a:pt x="77186" y="4035"/>
                  </a:lnTo>
                  <a:lnTo>
                    <a:pt x="77464" y="3654"/>
                  </a:lnTo>
                  <a:lnTo>
                    <a:pt x="77567" y="3478"/>
                  </a:lnTo>
                  <a:lnTo>
                    <a:pt x="77670" y="3287"/>
                  </a:lnTo>
                  <a:lnTo>
                    <a:pt x="77758" y="3111"/>
                  </a:lnTo>
                  <a:lnTo>
                    <a:pt x="77831" y="2935"/>
                  </a:lnTo>
                  <a:lnTo>
                    <a:pt x="77890" y="2773"/>
                  </a:lnTo>
                  <a:lnTo>
                    <a:pt x="77934" y="2597"/>
                  </a:lnTo>
                  <a:lnTo>
                    <a:pt x="77978" y="2451"/>
                  </a:lnTo>
                  <a:lnTo>
                    <a:pt x="77993" y="2289"/>
                  </a:lnTo>
                  <a:lnTo>
                    <a:pt x="78007" y="2128"/>
                  </a:lnTo>
                  <a:lnTo>
                    <a:pt x="78007" y="1981"/>
                  </a:lnTo>
                  <a:lnTo>
                    <a:pt x="77978" y="1849"/>
                  </a:lnTo>
                  <a:lnTo>
                    <a:pt x="77949" y="1702"/>
                  </a:lnTo>
                  <a:lnTo>
                    <a:pt x="77905" y="1570"/>
                  </a:lnTo>
                  <a:lnTo>
                    <a:pt x="77846" y="1438"/>
                  </a:lnTo>
                  <a:lnTo>
                    <a:pt x="77758" y="1277"/>
                  </a:lnTo>
                  <a:lnTo>
                    <a:pt x="77641" y="1130"/>
                  </a:lnTo>
                  <a:lnTo>
                    <a:pt x="77508" y="998"/>
                  </a:lnTo>
                  <a:lnTo>
                    <a:pt x="77347" y="866"/>
                  </a:lnTo>
                  <a:lnTo>
                    <a:pt x="77186" y="749"/>
                  </a:lnTo>
                  <a:lnTo>
                    <a:pt x="76980" y="631"/>
                  </a:lnTo>
                  <a:lnTo>
                    <a:pt x="76775" y="529"/>
                  </a:lnTo>
                  <a:lnTo>
                    <a:pt x="76526" y="441"/>
                  </a:lnTo>
                  <a:lnTo>
                    <a:pt x="76276" y="367"/>
                  </a:lnTo>
                  <a:lnTo>
                    <a:pt x="75997" y="309"/>
                  </a:lnTo>
                  <a:lnTo>
                    <a:pt x="75704" y="250"/>
                  </a:lnTo>
                  <a:lnTo>
                    <a:pt x="75381" y="191"/>
                  </a:lnTo>
                  <a:lnTo>
                    <a:pt x="75044" y="162"/>
                  </a:lnTo>
                  <a:lnTo>
                    <a:pt x="74692" y="133"/>
                  </a:lnTo>
                  <a:lnTo>
                    <a:pt x="74325" y="118"/>
                  </a:lnTo>
                  <a:lnTo>
                    <a:pt x="73929" y="118"/>
                  </a:lnTo>
                  <a:lnTo>
                    <a:pt x="73342" y="133"/>
                  </a:lnTo>
                  <a:lnTo>
                    <a:pt x="72858" y="147"/>
                  </a:lnTo>
                  <a:lnTo>
                    <a:pt x="72418" y="191"/>
                  </a:lnTo>
                  <a:lnTo>
                    <a:pt x="72344" y="191"/>
                  </a:lnTo>
                  <a:lnTo>
                    <a:pt x="72286" y="235"/>
                  </a:lnTo>
                  <a:lnTo>
                    <a:pt x="72168" y="294"/>
                  </a:lnTo>
                  <a:lnTo>
                    <a:pt x="71889" y="470"/>
                  </a:lnTo>
                  <a:lnTo>
                    <a:pt x="71479" y="734"/>
                  </a:lnTo>
                  <a:lnTo>
                    <a:pt x="70950" y="1101"/>
                  </a:lnTo>
                  <a:lnTo>
                    <a:pt x="70334" y="1570"/>
                  </a:lnTo>
                  <a:lnTo>
                    <a:pt x="69997" y="1849"/>
                  </a:lnTo>
                  <a:lnTo>
                    <a:pt x="69630" y="2157"/>
                  </a:lnTo>
                  <a:lnTo>
                    <a:pt x="69263" y="2480"/>
                  </a:lnTo>
                  <a:lnTo>
                    <a:pt x="68882" y="2832"/>
                  </a:lnTo>
                  <a:lnTo>
                    <a:pt x="68500" y="3214"/>
                  </a:lnTo>
                  <a:lnTo>
                    <a:pt x="68104" y="3624"/>
                  </a:lnTo>
                  <a:lnTo>
                    <a:pt x="67649" y="4123"/>
                  </a:lnTo>
                  <a:lnTo>
                    <a:pt x="67209" y="4637"/>
                  </a:lnTo>
                  <a:lnTo>
                    <a:pt x="66798" y="5150"/>
                  </a:lnTo>
                  <a:lnTo>
                    <a:pt x="66402" y="5678"/>
                  </a:lnTo>
                  <a:lnTo>
                    <a:pt x="66036" y="6221"/>
                  </a:lnTo>
                  <a:lnTo>
                    <a:pt x="65698" y="6764"/>
                  </a:lnTo>
                  <a:lnTo>
                    <a:pt x="65361" y="7322"/>
                  </a:lnTo>
                  <a:lnTo>
                    <a:pt x="65067" y="7894"/>
                  </a:lnTo>
                  <a:lnTo>
                    <a:pt x="64891" y="8246"/>
                  </a:lnTo>
                  <a:lnTo>
                    <a:pt x="64715" y="8598"/>
                  </a:lnTo>
                  <a:lnTo>
                    <a:pt x="64554" y="8965"/>
                  </a:lnTo>
                  <a:lnTo>
                    <a:pt x="64407" y="9332"/>
                  </a:lnTo>
                  <a:lnTo>
                    <a:pt x="64275" y="9698"/>
                  </a:lnTo>
                  <a:lnTo>
                    <a:pt x="64143" y="10065"/>
                  </a:lnTo>
                  <a:lnTo>
                    <a:pt x="64011" y="10447"/>
                  </a:lnTo>
                  <a:lnTo>
                    <a:pt x="63908" y="10813"/>
                  </a:lnTo>
                  <a:lnTo>
                    <a:pt x="63806" y="11195"/>
                  </a:lnTo>
                  <a:lnTo>
                    <a:pt x="63703" y="11576"/>
                  </a:lnTo>
                  <a:lnTo>
                    <a:pt x="63615" y="11958"/>
                  </a:lnTo>
                  <a:lnTo>
                    <a:pt x="63541" y="12339"/>
                  </a:lnTo>
                  <a:lnTo>
                    <a:pt x="63483" y="12735"/>
                  </a:lnTo>
                  <a:lnTo>
                    <a:pt x="63424" y="13117"/>
                  </a:lnTo>
                  <a:lnTo>
                    <a:pt x="63380" y="13513"/>
                  </a:lnTo>
                  <a:lnTo>
                    <a:pt x="63336" y="13894"/>
                  </a:lnTo>
                  <a:lnTo>
                    <a:pt x="63307" y="14217"/>
                  </a:lnTo>
                  <a:lnTo>
                    <a:pt x="63248" y="14525"/>
                  </a:lnTo>
                  <a:lnTo>
                    <a:pt x="63189" y="14833"/>
                  </a:lnTo>
                  <a:lnTo>
                    <a:pt x="63101" y="15127"/>
                  </a:lnTo>
                  <a:lnTo>
                    <a:pt x="62999" y="15435"/>
                  </a:lnTo>
                  <a:lnTo>
                    <a:pt x="62896" y="15728"/>
                  </a:lnTo>
                  <a:lnTo>
                    <a:pt x="62764" y="16007"/>
                  </a:lnTo>
                  <a:lnTo>
                    <a:pt x="62617" y="16300"/>
                  </a:lnTo>
                  <a:lnTo>
                    <a:pt x="62456" y="16579"/>
                  </a:lnTo>
                  <a:lnTo>
                    <a:pt x="62294" y="16843"/>
                  </a:lnTo>
                  <a:lnTo>
                    <a:pt x="62104" y="17107"/>
                  </a:lnTo>
                  <a:lnTo>
                    <a:pt x="61913" y="17371"/>
                  </a:lnTo>
                  <a:lnTo>
                    <a:pt x="61693" y="17621"/>
                  </a:lnTo>
                  <a:lnTo>
                    <a:pt x="61473" y="17856"/>
                  </a:lnTo>
                  <a:lnTo>
                    <a:pt x="61223" y="18090"/>
                  </a:lnTo>
                  <a:lnTo>
                    <a:pt x="60974" y="18325"/>
                  </a:lnTo>
                  <a:lnTo>
                    <a:pt x="60681" y="18560"/>
                  </a:lnTo>
                  <a:lnTo>
                    <a:pt x="60387" y="18780"/>
                  </a:lnTo>
                  <a:lnTo>
                    <a:pt x="60079" y="18985"/>
                  </a:lnTo>
                  <a:lnTo>
                    <a:pt x="59756" y="19176"/>
                  </a:lnTo>
                  <a:lnTo>
                    <a:pt x="59419" y="19352"/>
                  </a:lnTo>
                  <a:lnTo>
                    <a:pt x="59081" y="19513"/>
                  </a:lnTo>
                  <a:lnTo>
                    <a:pt x="58729" y="19660"/>
                  </a:lnTo>
                  <a:lnTo>
                    <a:pt x="58377" y="19792"/>
                  </a:lnTo>
                  <a:lnTo>
                    <a:pt x="58010" y="19910"/>
                  </a:lnTo>
                  <a:lnTo>
                    <a:pt x="57629" y="20012"/>
                  </a:lnTo>
                  <a:lnTo>
                    <a:pt x="57247" y="20100"/>
                  </a:lnTo>
                  <a:lnTo>
                    <a:pt x="56851" y="20174"/>
                  </a:lnTo>
                  <a:lnTo>
                    <a:pt x="56455" y="20218"/>
                  </a:lnTo>
                  <a:lnTo>
                    <a:pt x="56059" y="20262"/>
                  </a:lnTo>
                  <a:lnTo>
                    <a:pt x="55634" y="20291"/>
                  </a:lnTo>
                  <a:lnTo>
                    <a:pt x="55223" y="20291"/>
                  </a:lnTo>
                  <a:lnTo>
                    <a:pt x="54651" y="20276"/>
                  </a:lnTo>
                  <a:lnTo>
                    <a:pt x="54078" y="20232"/>
                  </a:lnTo>
                  <a:lnTo>
                    <a:pt x="53506" y="20159"/>
                  </a:lnTo>
                  <a:lnTo>
                    <a:pt x="52905" y="20056"/>
                  </a:lnTo>
                  <a:lnTo>
                    <a:pt x="52318" y="19939"/>
                  </a:lnTo>
                  <a:lnTo>
                    <a:pt x="51716" y="19777"/>
                  </a:lnTo>
                  <a:lnTo>
                    <a:pt x="51115" y="19587"/>
                  </a:lnTo>
                  <a:lnTo>
                    <a:pt x="50513" y="19381"/>
                  </a:lnTo>
                  <a:lnTo>
                    <a:pt x="49897" y="19147"/>
                  </a:lnTo>
                  <a:lnTo>
                    <a:pt x="49281" y="18868"/>
                  </a:lnTo>
                  <a:lnTo>
                    <a:pt x="48665" y="18574"/>
                  </a:lnTo>
                  <a:lnTo>
                    <a:pt x="48034" y="18252"/>
                  </a:lnTo>
                  <a:lnTo>
                    <a:pt x="47418" y="17914"/>
                  </a:lnTo>
                  <a:lnTo>
                    <a:pt x="46787" y="17533"/>
                  </a:lnTo>
                  <a:lnTo>
                    <a:pt x="46171" y="17137"/>
                  </a:lnTo>
                  <a:lnTo>
                    <a:pt x="45540" y="16711"/>
                  </a:lnTo>
                  <a:lnTo>
                    <a:pt x="44337" y="15875"/>
                  </a:lnTo>
                  <a:lnTo>
                    <a:pt x="43104" y="15039"/>
                  </a:lnTo>
                  <a:lnTo>
                    <a:pt x="41857" y="14217"/>
                  </a:lnTo>
                  <a:lnTo>
                    <a:pt x="40581" y="13410"/>
                  </a:lnTo>
                  <a:lnTo>
                    <a:pt x="39290" y="12618"/>
                  </a:lnTo>
                  <a:lnTo>
                    <a:pt x="37969" y="11840"/>
                  </a:lnTo>
                  <a:lnTo>
                    <a:pt x="36649" y="11063"/>
                  </a:lnTo>
                  <a:lnTo>
                    <a:pt x="35314" y="10314"/>
                  </a:lnTo>
                  <a:lnTo>
                    <a:pt x="33964" y="9566"/>
                  </a:lnTo>
                  <a:lnTo>
                    <a:pt x="32600" y="8847"/>
                  </a:lnTo>
                  <a:lnTo>
                    <a:pt x="31235" y="8143"/>
                  </a:lnTo>
                  <a:lnTo>
                    <a:pt x="29856" y="7454"/>
                  </a:lnTo>
                  <a:lnTo>
                    <a:pt x="28492" y="6793"/>
                  </a:lnTo>
                  <a:lnTo>
                    <a:pt x="27113" y="6148"/>
                  </a:lnTo>
                  <a:lnTo>
                    <a:pt x="25734" y="5532"/>
                  </a:lnTo>
                  <a:lnTo>
                    <a:pt x="24369" y="4930"/>
                  </a:lnTo>
                  <a:lnTo>
                    <a:pt x="22990" y="4343"/>
                  </a:lnTo>
                  <a:lnTo>
                    <a:pt x="21626" y="3800"/>
                  </a:lnTo>
                  <a:lnTo>
                    <a:pt x="20291" y="3302"/>
                  </a:lnTo>
                  <a:lnTo>
                    <a:pt x="19000" y="2817"/>
                  </a:lnTo>
                  <a:lnTo>
                    <a:pt x="17723" y="2377"/>
                  </a:lnTo>
                  <a:lnTo>
                    <a:pt x="16476" y="1981"/>
                  </a:lnTo>
                  <a:lnTo>
                    <a:pt x="15258" y="1614"/>
                  </a:lnTo>
                  <a:lnTo>
                    <a:pt x="14085" y="1277"/>
                  </a:lnTo>
                  <a:lnTo>
                    <a:pt x="12955" y="984"/>
                  </a:lnTo>
                  <a:lnTo>
                    <a:pt x="11855" y="719"/>
                  </a:lnTo>
                  <a:lnTo>
                    <a:pt x="10784" y="514"/>
                  </a:lnTo>
                  <a:lnTo>
                    <a:pt x="9771" y="323"/>
                  </a:lnTo>
                  <a:lnTo>
                    <a:pt x="8788" y="191"/>
                  </a:lnTo>
                  <a:lnTo>
                    <a:pt x="7864" y="89"/>
                  </a:lnTo>
                  <a:lnTo>
                    <a:pt x="7409" y="45"/>
                  </a:lnTo>
                  <a:lnTo>
                    <a:pt x="6984" y="30"/>
                  </a:lnTo>
                  <a:lnTo>
                    <a:pt x="6558" y="15"/>
                  </a:lnTo>
                  <a:lnTo>
                    <a:pt x="6147" y="1"/>
                  </a:lnTo>
                  <a:close/>
                </a:path>
              </a:pathLst>
            </a:custGeom>
            <a:solidFill>
              <a:srgbClr val="DB9F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6"/>
            <p:cNvSpPr/>
            <p:nvPr/>
          </p:nvSpPr>
          <p:spPr>
            <a:xfrm>
              <a:off x="1381150" y="1995375"/>
              <a:ext cx="2234100" cy="1512250"/>
            </a:xfrm>
            <a:custGeom>
              <a:avLst/>
              <a:gdLst/>
              <a:ahLst/>
              <a:cxnLst/>
              <a:rect l="l" t="t" r="r" b="b"/>
              <a:pathLst>
                <a:path w="89364" h="60490" extrusionOk="0">
                  <a:moveTo>
                    <a:pt x="6984" y="690"/>
                  </a:moveTo>
                  <a:lnTo>
                    <a:pt x="7409" y="704"/>
                  </a:lnTo>
                  <a:lnTo>
                    <a:pt x="7864" y="734"/>
                  </a:lnTo>
                  <a:lnTo>
                    <a:pt x="8319" y="763"/>
                  </a:lnTo>
                  <a:lnTo>
                    <a:pt x="8789" y="822"/>
                  </a:lnTo>
                  <a:lnTo>
                    <a:pt x="9273" y="880"/>
                  </a:lnTo>
                  <a:lnTo>
                    <a:pt x="10270" y="1027"/>
                  </a:lnTo>
                  <a:lnTo>
                    <a:pt x="11312" y="1218"/>
                  </a:lnTo>
                  <a:lnTo>
                    <a:pt x="12383" y="1438"/>
                  </a:lnTo>
                  <a:lnTo>
                    <a:pt x="13483" y="1702"/>
                  </a:lnTo>
                  <a:lnTo>
                    <a:pt x="14628" y="1995"/>
                  </a:lnTo>
                  <a:lnTo>
                    <a:pt x="15801" y="2333"/>
                  </a:lnTo>
                  <a:lnTo>
                    <a:pt x="16990" y="2700"/>
                  </a:lnTo>
                  <a:lnTo>
                    <a:pt x="18222" y="3110"/>
                  </a:lnTo>
                  <a:lnTo>
                    <a:pt x="19469" y="3536"/>
                  </a:lnTo>
                  <a:lnTo>
                    <a:pt x="20731" y="4005"/>
                  </a:lnTo>
                  <a:lnTo>
                    <a:pt x="22022" y="4504"/>
                  </a:lnTo>
                  <a:lnTo>
                    <a:pt x="23328" y="5032"/>
                  </a:lnTo>
                  <a:lnTo>
                    <a:pt x="24648" y="5575"/>
                  </a:lnTo>
                  <a:lnTo>
                    <a:pt x="25969" y="6162"/>
                  </a:lnTo>
                  <a:lnTo>
                    <a:pt x="27318" y="6764"/>
                  </a:lnTo>
                  <a:lnTo>
                    <a:pt x="28653" y="7394"/>
                  </a:lnTo>
                  <a:lnTo>
                    <a:pt x="30003" y="8040"/>
                  </a:lnTo>
                  <a:lnTo>
                    <a:pt x="31368" y="8715"/>
                  </a:lnTo>
                  <a:lnTo>
                    <a:pt x="32717" y="9419"/>
                  </a:lnTo>
                  <a:lnTo>
                    <a:pt x="34067" y="10138"/>
                  </a:lnTo>
                  <a:lnTo>
                    <a:pt x="35417" y="10872"/>
                  </a:lnTo>
                  <a:lnTo>
                    <a:pt x="36752" y="11620"/>
                  </a:lnTo>
                  <a:lnTo>
                    <a:pt x="38087" y="12397"/>
                  </a:lnTo>
                  <a:lnTo>
                    <a:pt x="39407" y="13190"/>
                  </a:lnTo>
                  <a:lnTo>
                    <a:pt x="40713" y="13982"/>
                  </a:lnTo>
                  <a:lnTo>
                    <a:pt x="42004" y="14803"/>
                  </a:lnTo>
                  <a:lnTo>
                    <a:pt x="43281" y="15625"/>
                  </a:lnTo>
                  <a:lnTo>
                    <a:pt x="44528" y="16476"/>
                  </a:lnTo>
                  <a:lnTo>
                    <a:pt x="45760" y="17327"/>
                  </a:lnTo>
                  <a:lnTo>
                    <a:pt x="46450" y="17796"/>
                  </a:lnTo>
                  <a:lnTo>
                    <a:pt x="47139" y="18237"/>
                  </a:lnTo>
                  <a:lnTo>
                    <a:pt x="47799" y="18633"/>
                  </a:lnTo>
                  <a:lnTo>
                    <a:pt x="48474" y="18999"/>
                  </a:lnTo>
                  <a:lnTo>
                    <a:pt x="49134" y="19322"/>
                  </a:lnTo>
                  <a:lnTo>
                    <a:pt x="49780" y="19630"/>
                  </a:lnTo>
                  <a:lnTo>
                    <a:pt x="50411" y="19894"/>
                  </a:lnTo>
                  <a:lnTo>
                    <a:pt x="51042" y="20129"/>
                  </a:lnTo>
                  <a:lnTo>
                    <a:pt x="51658" y="20335"/>
                  </a:lnTo>
                  <a:lnTo>
                    <a:pt x="52259" y="20511"/>
                  </a:lnTo>
                  <a:lnTo>
                    <a:pt x="52846" y="20657"/>
                  </a:lnTo>
                  <a:lnTo>
                    <a:pt x="53433" y="20775"/>
                  </a:lnTo>
                  <a:lnTo>
                    <a:pt x="54005" y="20863"/>
                  </a:lnTo>
                  <a:lnTo>
                    <a:pt x="54548" y="20921"/>
                  </a:lnTo>
                  <a:lnTo>
                    <a:pt x="55106" y="20965"/>
                  </a:lnTo>
                  <a:lnTo>
                    <a:pt x="56089" y="20965"/>
                  </a:lnTo>
                  <a:lnTo>
                    <a:pt x="56543" y="20936"/>
                  </a:lnTo>
                  <a:lnTo>
                    <a:pt x="56984" y="20892"/>
                  </a:lnTo>
                  <a:lnTo>
                    <a:pt x="57409" y="20819"/>
                  </a:lnTo>
                  <a:lnTo>
                    <a:pt x="57820" y="20745"/>
                  </a:lnTo>
                  <a:lnTo>
                    <a:pt x="58231" y="20643"/>
                  </a:lnTo>
                  <a:lnTo>
                    <a:pt x="58627" y="20540"/>
                  </a:lnTo>
                  <a:lnTo>
                    <a:pt x="59008" y="20408"/>
                  </a:lnTo>
                  <a:lnTo>
                    <a:pt x="59375" y="20276"/>
                  </a:lnTo>
                  <a:lnTo>
                    <a:pt x="59727" y="20114"/>
                  </a:lnTo>
                  <a:lnTo>
                    <a:pt x="60079" y="19938"/>
                  </a:lnTo>
                  <a:lnTo>
                    <a:pt x="60402" y="19762"/>
                  </a:lnTo>
                  <a:lnTo>
                    <a:pt x="60725" y="19572"/>
                  </a:lnTo>
                  <a:lnTo>
                    <a:pt x="61033" y="19366"/>
                  </a:lnTo>
                  <a:lnTo>
                    <a:pt x="61326" y="19146"/>
                  </a:lnTo>
                  <a:lnTo>
                    <a:pt x="61605" y="18911"/>
                  </a:lnTo>
                  <a:lnTo>
                    <a:pt x="61869" y="18677"/>
                  </a:lnTo>
                  <a:lnTo>
                    <a:pt x="62133" y="18427"/>
                  </a:lnTo>
                  <a:lnTo>
                    <a:pt x="62368" y="18178"/>
                  </a:lnTo>
                  <a:lnTo>
                    <a:pt x="62588" y="17914"/>
                  </a:lnTo>
                  <a:lnTo>
                    <a:pt x="62793" y="17635"/>
                  </a:lnTo>
                  <a:lnTo>
                    <a:pt x="62999" y="17356"/>
                  </a:lnTo>
                  <a:lnTo>
                    <a:pt x="63175" y="17063"/>
                  </a:lnTo>
                  <a:lnTo>
                    <a:pt x="63336" y="16769"/>
                  </a:lnTo>
                  <a:lnTo>
                    <a:pt x="63483" y="16476"/>
                  </a:lnTo>
                  <a:lnTo>
                    <a:pt x="63615" y="16168"/>
                  </a:lnTo>
                  <a:lnTo>
                    <a:pt x="63732" y="15860"/>
                  </a:lnTo>
                  <a:lnTo>
                    <a:pt x="63835" y="15552"/>
                  </a:lnTo>
                  <a:lnTo>
                    <a:pt x="63923" y="15229"/>
                  </a:lnTo>
                  <a:lnTo>
                    <a:pt x="63996" y="14906"/>
                  </a:lnTo>
                  <a:lnTo>
                    <a:pt x="64055" y="14583"/>
                  </a:lnTo>
                  <a:lnTo>
                    <a:pt x="64084" y="14261"/>
                  </a:lnTo>
                  <a:lnTo>
                    <a:pt x="64129" y="13850"/>
                  </a:lnTo>
                  <a:lnTo>
                    <a:pt x="64173" y="13439"/>
                  </a:lnTo>
                  <a:lnTo>
                    <a:pt x="64246" y="13028"/>
                  </a:lnTo>
                  <a:lnTo>
                    <a:pt x="64305" y="12632"/>
                  </a:lnTo>
                  <a:lnTo>
                    <a:pt x="64393" y="12236"/>
                  </a:lnTo>
                  <a:lnTo>
                    <a:pt x="64481" y="11855"/>
                  </a:lnTo>
                  <a:lnTo>
                    <a:pt x="64583" y="11473"/>
                  </a:lnTo>
                  <a:lnTo>
                    <a:pt x="64686" y="11106"/>
                  </a:lnTo>
                  <a:lnTo>
                    <a:pt x="64789" y="10740"/>
                  </a:lnTo>
                  <a:lnTo>
                    <a:pt x="64921" y="10387"/>
                  </a:lnTo>
                  <a:lnTo>
                    <a:pt x="65185" y="9698"/>
                  </a:lnTo>
                  <a:lnTo>
                    <a:pt x="65464" y="9023"/>
                  </a:lnTo>
                  <a:lnTo>
                    <a:pt x="65786" y="8377"/>
                  </a:lnTo>
                  <a:lnTo>
                    <a:pt x="66109" y="7761"/>
                  </a:lnTo>
                  <a:lnTo>
                    <a:pt x="66461" y="7174"/>
                  </a:lnTo>
                  <a:lnTo>
                    <a:pt x="66828" y="6617"/>
                  </a:lnTo>
                  <a:lnTo>
                    <a:pt x="67195" y="6074"/>
                  </a:lnTo>
                  <a:lnTo>
                    <a:pt x="67576" y="5561"/>
                  </a:lnTo>
                  <a:lnTo>
                    <a:pt x="67972" y="5076"/>
                  </a:lnTo>
                  <a:lnTo>
                    <a:pt x="68368" y="4622"/>
                  </a:lnTo>
                  <a:lnTo>
                    <a:pt x="68765" y="4196"/>
                  </a:lnTo>
                  <a:lnTo>
                    <a:pt x="69146" y="3785"/>
                  </a:lnTo>
                  <a:lnTo>
                    <a:pt x="69542" y="3419"/>
                  </a:lnTo>
                  <a:lnTo>
                    <a:pt x="69924" y="3066"/>
                  </a:lnTo>
                  <a:lnTo>
                    <a:pt x="70290" y="2729"/>
                  </a:lnTo>
                  <a:lnTo>
                    <a:pt x="70643" y="2436"/>
                  </a:lnTo>
                  <a:lnTo>
                    <a:pt x="70980" y="2157"/>
                  </a:lnTo>
                  <a:lnTo>
                    <a:pt x="71596" y="1687"/>
                  </a:lnTo>
                  <a:lnTo>
                    <a:pt x="72124" y="1335"/>
                  </a:lnTo>
                  <a:lnTo>
                    <a:pt x="72520" y="1071"/>
                  </a:lnTo>
                  <a:lnTo>
                    <a:pt x="72858" y="866"/>
                  </a:lnTo>
                  <a:lnTo>
                    <a:pt x="73283" y="822"/>
                  </a:lnTo>
                  <a:lnTo>
                    <a:pt x="73753" y="807"/>
                  </a:lnTo>
                  <a:lnTo>
                    <a:pt x="74340" y="792"/>
                  </a:lnTo>
                  <a:lnTo>
                    <a:pt x="74721" y="792"/>
                  </a:lnTo>
                  <a:lnTo>
                    <a:pt x="75132" y="822"/>
                  </a:lnTo>
                  <a:lnTo>
                    <a:pt x="75557" y="851"/>
                  </a:lnTo>
                  <a:lnTo>
                    <a:pt x="75968" y="910"/>
                  </a:lnTo>
                  <a:lnTo>
                    <a:pt x="76364" y="983"/>
                  </a:lnTo>
                  <a:lnTo>
                    <a:pt x="76746" y="1086"/>
                  </a:lnTo>
                  <a:lnTo>
                    <a:pt x="76937" y="1145"/>
                  </a:lnTo>
                  <a:lnTo>
                    <a:pt x="77098" y="1218"/>
                  </a:lnTo>
                  <a:lnTo>
                    <a:pt x="77259" y="1291"/>
                  </a:lnTo>
                  <a:lnTo>
                    <a:pt x="77421" y="1379"/>
                  </a:lnTo>
                  <a:lnTo>
                    <a:pt x="77553" y="1467"/>
                  </a:lnTo>
                  <a:lnTo>
                    <a:pt x="77685" y="1570"/>
                  </a:lnTo>
                  <a:lnTo>
                    <a:pt x="77787" y="1687"/>
                  </a:lnTo>
                  <a:lnTo>
                    <a:pt x="77890" y="1805"/>
                  </a:lnTo>
                  <a:lnTo>
                    <a:pt x="77964" y="1937"/>
                  </a:lnTo>
                  <a:lnTo>
                    <a:pt x="78022" y="2083"/>
                  </a:lnTo>
                  <a:lnTo>
                    <a:pt x="78052" y="2230"/>
                  </a:lnTo>
                  <a:lnTo>
                    <a:pt x="78081" y="2406"/>
                  </a:lnTo>
                  <a:lnTo>
                    <a:pt x="78066" y="2582"/>
                  </a:lnTo>
                  <a:lnTo>
                    <a:pt x="78037" y="2758"/>
                  </a:lnTo>
                  <a:lnTo>
                    <a:pt x="77993" y="2964"/>
                  </a:lnTo>
                  <a:lnTo>
                    <a:pt x="77919" y="3184"/>
                  </a:lnTo>
                  <a:lnTo>
                    <a:pt x="77817" y="3404"/>
                  </a:lnTo>
                  <a:lnTo>
                    <a:pt x="77685" y="3653"/>
                  </a:lnTo>
                  <a:lnTo>
                    <a:pt x="77523" y="3903"/>
                  </a:lnTo>
                  <a:lnTo>
                    <a:pt x="77333" y="4167"/>
                  </a:lnTo>
                  <a:lnTo>
                    <a:pt x="77039" y="4578"/>
                  </a:lnTo>
                  <a:lnTo>
                    <a:pt x="76760" y="4988"/>
                  </a:lnTo>
                  <a:lnTo>
                    <a:pt x="76482" y="5414"/>
                  </a:lnTo>
                  <a:lnTo>
                    <a:pt x="76203" y="5869"/>
                  </a:lnTo>
                  <a:lnTo>
                    <a:pt x="75939" y="6323"/>
                  </a:lnTo>
                  <a:lnTo>
                    <a:pt x="75689" y="6793"/>
                  </a:lnTo>
                  <a:lnTo>
                    <a:pt x="75440" y="7277"/>
                  </a:lnTo>
                  <a:lnTo>
                    <a:pt x="75205" y="7761"/>
                  </a:lnTo>
                  <a:lnTo>
                    <a:pt x="74971" y="8260"/>
                  </a:lnTo>
                  <a:lnTo>
                    <a:pt x="74765" y="8759"/>
                  </a:lnTo>
                  <a:lnTo>
                    <a:pt x="74560" y="9272"/>
                  </a:lnTo>
                  <a:lnTo>
                    <a:pt x="74369" y="9786"/>
                  </a:lnTo>
                  <a:lnTo>
                    <a:pt x="74193" y="10299"/>
                  </a:lnTo>
                  <a:lnTo>
                    <a:pt x="74032" y="10828"/>
                  </a:lnTo>
                  <a:lnTo>
                    <a:pt x="73900" y="11341"/>
                  </a:lnTo>
                  <a:lnTo>
                    <a:pt x="73768" y="11855"/>
                  </a:lnTo>
                  <a:lnTo>
                    <a:pt x="73665" y="12383"/>
                  </a:lnTo>
                  <a:lnTo>
                    <a:pt x="73577" y="12896"/>
                  </a:lnTo>
                  <a:lnTo>
                    <a:pt x="73503" y="13395"/>
                  </a:lnTo>
                  <a:lnTo>
                    <a:pt x="73459" y="13909"/>
                  </a:lnTo>
                  <a:lnTo>
                    <a:pt x="73430" y="14393"/>
                  </a:lnTo>
                  <a:lnTo>
                    <a:pt x="73430" y="14891"/>
                  </a:lnTo>
                  <a:lnTo>
                    <a:pt x="73459" y="15361"/>
                  </a:lnTo>
                  <a:lnTo>
                    <a:pt x="73503" y="15830"/>
                  </a:lnTo>
                  <a:lnTo>
                    <a:pt x="73562" y="16285"/>
                  </a:lnTo>
                  <a:lnTo>
                    <a:pt x="73665" y="16740"/>
                  </a:lnTo>
                  <a:lnTo>
                    <a:pt x="73782" y="17166"/>
                  </a:lnTo>
                  <a:lnTo>
                    <a:pt x="73944" y="17576"/>
                  </a:lnTo>
                  <a:lnTo>
                    <a:pt x="74120" y="17972"/>
                  </a:lnTo>
                  <a:lnTo>
                    <a:pt x="74222" y="18163"/>
                  </a:lnTo>
                  <a:lnTo>
                    <a:pt x="74340" y="18354"/>
                  </a:lnTo>
                  <a:lnTo>
                    <a:pt x="74442" y="18530"/>
                  </a:lnTo>
                  <a:lnTo>
                    <a:pt x="74574" y="18706"/>
                  </a:lnTo>
                  <a:lnTo>
                    <a:pt x="74706" y="18882"/>
                  </a:lnTo>
                  <a:lnTo>
                    <a:pt x="74853" y="19058"/>
                  </a:lnTo>
                  <a:lnTo>
                    <a:pt x="75249" y="19528"/>
                  </a:lnTo>
                  <a:lnTo>
                    <a:pt x="75631" y="20026"/>
                  </a:lnTo>
                  <a:lnTo>
                    <a:pt x="75983" y="20555"/>
                  </a:lnTo>
                  <a:lnTo>
                    <a:pt x="76306" y="21097"/>
                  </a:lnTo>
                  <a:lnTo>
                    <a:pt x="76614" y="21640"/>
                  </a:lnTo>
                  <a:lnTo>
                    <a:pt x="76907" y="22212"/>
                  </a:lnTo>
                  <a:lnTo>
                    <a:pt x="77171" y="22785"/>
                  </a:lnTo>
                  <a:lnTo>
                    <a:pt x="77421" y="23386"/>
                  </a:lnTo>
                  <a:lnTo>
                    <a:pt x="77641" y="23973"/>
                  </a:lnTo>
                  <a:lnTo>
                    <a:pt x="77831" y="24589"/>
                  </a:lnTo>
                  <a:lnTo>
                    <a:pt x="78022" y="25191"/>
                  </a:lnTo>
                  <a:lnTo>
                    <a:pt x="78169" y="25807"/>
                  </a:lnTo>
                  <a:lnTo>
                    <a:pt x="78316" y="26423"/>
                  </a:lnTo>
                  <a:lnTo>
                    <a:pt x="78418" y="27039"/>
                  </a:lnTo>
                  <a:lnTo>
                    <a:pt x="78521" y="27656"/>
                  </a:lnTo>
                  <a:lnTo>
                    <a:pt x="78594" y="28257"/>
                  </a:lnTo>
                  <a:lnTo>
                    <a:pt x="78638" y="28859"/>
                  </a:lnTo>
                  <a:lnTo>
                    <a:pt x="78682" y="29445"/>
                  </a:lnTo>
                  <a:lnTo>
                    <a:pt x="78682" y="30032"/>
                  </a:lnTo>
                  <a:lnTo>
                    <a:pt x="78682" y="30604"/>
                  </a:lnTo>
                  <a:lnTo>
                    <a:pt x="78653" y="31162"/>
                  </a:lnTo>
                  <a:lnTo>
                    <a:pt x="78609" y="31719"/>
                  </a:lnTo>
                  <a:lnTo>
                    <a:pt x="78536" y="32233"/>
                  </a:lnTo>
                  <a:lnTo>
                    <a:pt x="78448" y="32746"/>
                  </a:lnTo>
                  <a:lnTo>
                    <a:pt x="78345" y="33231"/>
                  </a:lnTo>
                  <a:lnTo>
                    <a:pt x="78228" y="33700"/>
                  </a:lnTo>
                  <a:lnTo>
                    <a:pt x="78081" y="34140"/>
                  </a:lnTo>
                  <a:lnTo>
                    <a:pt x="77919" y="34566"/>
                  </a:lnTo>
                  <a:lnTo>
                    <a:pt x="77743" y="34947"/>
                  </a:lnTo>
                  <a:lnTo>
                    <a:pt x="77538" y="35314"/>
                  </a:lnTo>
                  <a:lnTo>
                    <a:pt x="77318" y="35637"/>
                  </a:lnTo>
                  <a:lnTo>
                    <a:pt x="77201" y="35783"/>
                  </a:lnTo>
                  <a:lnTo>
                    <a:pt x="77083" y="35930"/>
                  </a:lnTo>
                  <a:lnTo>
                    <a:pt x="78257" y="37119"/>
                  </a:lnTo>
                  <a:lnTo>
                    <a:pt x="79548" y="38439"/>
                  </a:lnTo>
                  <a:lnTo>
                    <a:pt x="81162" y="40097"/>
                  </a:lnTo>
                  <a:lnTo>
                    <a:pt x="82966" y="41975"/>
                  </a:lnTo>
                  <a:lnTo>
                    <a:pt x="84844" y="43955"/>
                  </a:lnTo>
                  <a:lnTo>
                    <a:pt x="86693" y="45921"/>
                  </a:lnTo>
                  <a:lnTo>
                    <a:pt x="87573" y="46875"/>
                  </a:lnTo>
                  <a:lnTo>
                    <a:pt x="88380" y="47785"/>
                  </a:lnTo>
                  <a:lnTo>
                    <a:pt x="86752" y="49164"/>
                  </a:lnTo>
                  <a:lnTo>
                    <a:pt x="85240" y="50455"/>
                  </a:lnTo>
                  <a:lnTo>
                    <a:pt x="83861" y="51658"/>
                  </a:lnTo>
                  <a:lnTo>
                    <a:pt x="82585" y="52787"/>
                  </a:lnTo>
                  <a:lnTo>
                    <a:pt x="81426" y="53829"/>
                  </a:lnTo>
                  <a:lnTo>
                    <a:pt x="80384" y="54783"/>
                  </a:lnTo>
                  <a:lnTo>
                    <a:pt x="79445" y="55648"/>
                  </a:lnTo>
                  <a:lnTo>
                    <a:pt x="78624" y="56426"/>
                  </a:lnTo>
                  <a:lnTo>
                    <a:pt x="77274" y="57717"/>
                  </a:lnTo>
                  <a:lnTo>
                    <a:pt x="76350" y="58641"/>
                  </a:lnTo>
                  <a:lnTo>
                    <a:pt x="75792" y="59213"/>
                  </a:lnTo>
                  <a:lnTo>
                    <a:pt x="75616" y="59404"/>
                  </a:lnTo>
                  <a:lnTo>
                    <a:pt x="74662" y="58040"/>
                  </a:lnTo>
                  <a:lnTo>
                    <a:pt x="73679" y="56705"/>
                  </a:lnTo>
                  <a:lnTo>
                    <a:pt x="72697" y="55384"/>
                  </a:lnTo>
                  <a:lnTo>
                    <a:pt x="71699" y="54093"/>
                  </a:lnTo>
                  <a:lnTo>
                    <a:pt x="70701" y="52831"/>
                  </a:lnTo>
                  <a:lnTo>
                    <a:pt x="69689" y="51570"/>
                  </a:lnTo>
                  <a:lnTo>
                    <a:pt x="68662" y="50352"/>
                  </a:lnTo>
                  <a:lnTo>
                    <a:pt x="67635" y="49149"/>
                  </a:lnTo>
                  <a:lnTo>
                    <a:pt x="66593" y="47961"/>
                  </a:lnTo>
                  <a:lnTo>
                    <a:pt x="65552" y="46802"/>
                  </a:lnTo>
                  <a:lnTo>
                    <a:pt x="64510" y="45657"/>
                  </a:lnTo>
                  <a:lnTo>
                    <a:pt x="63454" y="44542"/>
                  </a:lnTo>
                  <a:lnTo>
                    <a:pt x="62397" y="43442"/>
                  </a:lnTo>
                  <a:lnTo>
                    <a:pt x="61341" y="42371"/>
                  </a:lnTo>
                  <a:lnTo>
                    <a:pt x="60285" y="41314"/>
                  </a:lnTo>
                  <a:lnTo>
                    <a:pt x="59214" y="40273"/>
                  </a:lnTo>
                  <a:lnTo>
                    <a:pt x="58157" y="39261"/>
                  </a:lnTo>
                  <a:lnTo>
                    <a:pt x="57086" y="38263"/>
                  </a:lnTo>
                  <a:lnTo>
                    <a:pt x="56030" y="37295"/>
                  </a:lnTo>
                  <a:lnTo>
                    <a:pt x="54959" y="36341"/>
                  </a:lnTo>
                  <a:lnTo>
                    <a:pt x="53903" y="35402"/>
                  </a:lnTo>
                  <a:lnTo>
                    <a:pt x="52832" y="34492"/>
                  </a:lnTo>
                  <a:lnTo>
                    <a:pt x="51775" y="33597"/>
                  </a:lnTo>
                  <a:lnTo>
                    <a:pt x="50734" y="32717"/>
                  </a:lnTo>
                  <a:lnTo>
                    <a:pt x="49677" y="31866"/>
                  </a:lnTo>
                  <a:lnTo>
                    <a:pt x="48636" y="31030"/>
                  </a:lnTo>
                  <a:lnTo>
                    <a:pt x="47594" y="30208"/>
                  </a:lnTo>
                  <a:lnTo>
                    <a:pt x="46567" y="29416"/>
                  </a:lnTo>
                  <a:lnTo>
                    <a:pt x="45540" y="28638"/>
                  </a:lnTo>
                  <a:lnTo>
                    <a:pt x="44513" y="27876"/>
                  </a:lnTo>
                  <a:lnTo>
                    <a:pt x="43515" y="27142"/>
                  </a:lnTo>
                  <a:lnTo>
                    <a:pt x="42518" y="26423"/>
                  </a:lnTo>
                  <a:lnTo>
                    <a:pt x="41520" y="25719"/>
                  </a:lnTo>
                  <a:lnTo>
                    <a:pt x="40537" y="25044"/>
                  </a:lnTo>
                  <a:lnTo>
                    <a:pt x="38615" y="23724"/>
                  </a:lnTo>
                  <a:lnTo>
                    <a:pt x="36737" y="22491"/>
                  </a:lnTo>
                  <a:lnTo>
                    <a:pt x="34933" y="21318"/>
                  </a:lnTo>
                  <a:lnTo>
                    <a:pt x="33172" y="20217"/>
                  </a:lnTo>
                  <a:lnTo>
                    <a:pt x="31485" y="19190"/>
                  </a:lnTo>
                  <a:lnTo>
                    <a:pt x="29856" y="18237"/>
                  </a:lnTo>
                  <a:lnTo>
                    <a:pt x="28316" y="17342"/>
                  </a:lnTo>
                  <a:lnTo>
                    <a:pt x="26864" y="16520"/>
                  </a:lnTo>
                  <a:lnTo>
                    <a:pt x="25499" y="15757"/>
                  </a:lnTo>
                  <a:lnTo>
                    <a:pt x="24223" y="15053"/>
                  </a:lnTo>
                  <a:lnTo>
                    <a:pt x="23049" y="14422"/>
                  </a:lnTo>
                  <a:lnTo>
                    <a:pt x="21024" y="13351"/>
                  </a:lnTo>
                  <a:lnTo>
                    <a:pt x="19469" y="12515"/>
                  </a:lnTo>
                  <a:lnTo>
                    <a:pt x="18105" y="11781"/>
                  </a:lnTo>
                  <a:lnTo>
                    <a:pt x="16652" y="11033"/>
                  </a:lnTo>
                  <a:lnTo>
                    <a:pt x="15156" y="10270"/>
                  </a:lnTo>
                  <a:lnTo>
                    <a:pt x="13601" y="9507"/>
                  </a:lnTo>
                  <a:lnTo>
                    <a:pt x="12046" y="8759"/>
                  </a:lnTo>
                  <a:lnTo>
                    <a:pt x="10490" y="8011"/>
                  </a:lnTo>
                  <a:lnTo>
                    <a:pt x="7527" y="6617"/>
                  </a:lnTo>
                  <a:lnTo>
                    <a:pt x="4871" y="5399"/>
                  </a:lnTo>
                  <a:lnTo>
                    <a:pt x="2759" y="4446"/>
                  </a:lnTo>
                  <a:lnTo>
                    <a:pt x="822" y="3580"/>
                  </a:lnTo>
                  <a:lnTo>
                    <a:pt x="881" y="3404"/>
                  </a:lnTo>
                  <a:lnTo>
                    <a:pt x="954" y="3228"/>
                  </a:lnTo>
                  <a:lnTo>
                    <a:pt x="1027" y="3052"/>
                  </a:lnTo>
                  <a:lnTo>
                    <a:pt x="1101" y="2876"/>
                  </a:lnTo>
                  <a:lnTo>
                    <a:pt x="1203" y="2729"/>
                  </a:lnTo>
                  <a:lnTo>
                    <a:pt x="1306" y="2568"/>
                  </a:lnTo>
                  <a:lnTo>
                    <a:pt x="1409" y="2421"/>
                  </a:lnTo>
                  <a:lnTo>
                    <a:pt x="1526" y="2289"/>
                  </a:lnTo>
                  <a:lnTo>
                    <a:pt x="1658" y="2142"/>
                  </a:lnTo>
                  <a:lnTo>
                    <a:pt x="1790" y="2025"/>
                  </a:lnTo>
                  <a:lnTo>
                    <a:pt x="1922" y="1893"/>
                  </a:lnTo>
                  <a:lnTo>
                    <a:pt x="2084" y="1775"/>
                  </a:lnTo>
                  <a:lnTo>
                    <a:pt x="2230" y="1673"/>
                  </a:lnTo>
                  <a:lnTo>
                    <a:pt x="2407" y="1570"/>
                  </a:lnTo>
                  <a:lnTo>
                    <a:pt x="2759" y="1379"/>
                  </a:lnTo>
                  <a:lnTo>
                    <a:pt x="3125" y="1218"/>
                  </a:lnTo>
                  <a:lnTo>
                    <a:pt x="3536" y="1071"/>
                  </a:lnTo>
                  <a:lnTo>
                    <a:pt x="3976" y="954"/>
                  </a:lnTo>
                  <a:lnTo>
                    <a:pt x="4446" y="851"/>
                  </a:lnTo>
                  <a:lnTo>
                    <a:pt x="4930" y="778"/>
                  </a:lnTo>
                  <a:lnTo>
                    <a:pt x="5443" y="719"/>
                  </a:lnTo>
                  <a:lnTo>
                    <a:pt x="5986" y="690"/>
                  </a:lnTo>
                  <a:close/>
                  <a:moveTo>
                    <a:pt x="6558" y="0"/>
                  </a:moveTo>
                  <a:lnTo>
                    <a:pt x="5942" y="15"/>
                  </a:lnTo>
                  <a:lnTo>
                    <a:pt x="5355" y="44"/>
                  </a:lnTo>
                  <a:lnTo>
                    <a:pt x="4798" y="103"/>
                  </a:lnTo>
                  <a:lnTo>
                    <a:pt x="4270" y="191"/>
                  </a:lnTo>
                  <a:lnTo>
                    <a:pt x="3771" y="294"/>
                  </a:lnTo>
                  <a:lnTo>
                    <a:pt x="3301" y="426"/>
                  </a:lnTo>
                  <a:lnTo>
                    <a:pt x="2861" y="587"/>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7456" y="45745"/>
                  </a:lnTo>
                  <a:lnTo>
                    <a:pt x="85901" y="44073"/>
                  </a:lnTo>
                  <a:lnTo>
                    <a:pt x="84287" y="42371"/>
                  </a:lnTo>
                  <a:lnTo>
                    <a:pt x="82688" y="40698"/>
                  </a:lnTo>
                  <a:lnTo>
                    <a:pt x="79856" y="37779"/>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3738" y="118"/>
                  </a:lnTo>
                  <a:lnTo>
                    <a:pt x="73254" y="147"/>
                  </a:lnTo>
                  <a:lnTo>
                    <a:pt x="72785" y="191"/>
                  </a:lnTo>
                  <a:lnTo>
                    <a:pt x="72653" y="206"/>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6"/>
            <p:cNvSpPr/>
            <p:nvPr/>
          </p:nvSpPr>
          <p:spPr>
            <a:xfrm>
              <a:off x="1401700" y="2012600"/>
              <a:ext cx="2188975" cy="1467900"/>
            </a:xfrm>
            <a:custGeom>
              <a:avLst/>
              <a:gdLst/>
              <a:ahLst/>
              <a:cxnLst/>
              <a:rect l="l" t="t" r="r" b="b"/>
              <a:pathLst>
                <a:path w="87559" h="58716" fill="none" extrusionOk="0">
                  <a:moveTo>
                    <a:pt x="5736" y="1"/>
                  </a:moveTo>
                  <a:lnTo>
                    <a:pt x="5736" y="1"/>
                  </a:lnTo>
                  <a:lnTo>
                    <a:pt x="6162" y="1"/>
                  </a:lnTo>
                  <a:lnTo>
                    <a:pt x="6587" y="15"/>
                  </a:lnTo>
                  <a:lnTo>
                    <a:pt x="7042" y="45"/>
                  </a:lnTo>
                  <a:lnTo>
                    <a:pt x="7497" y="74"/>
                  </a:lnTo>
                  <a:lnTo>
                    <a:pt x="7967" y="133"/>
                  </a:lnTo>
                  <a:lnTo>
                    <a:pt x="8451" y="191"/>
                  </a:lnTo>
                  <a:lnTo>
                    <a:pt x="9448" y="338"/>
                  </a:lnTo>
                  <a:lnTo>
                    <a:pt x="10490" y="529"/>
                  </a:lnTo>
                  <a:lnTo>
                    <a:pt x="11561" y="749"/>
                  </a:lnTo>
                  <a:lnTo>
                    <a:pt x="12661" y="1013"/>
                  </a:lnTo>
                  <a:lnTo>
                    <a:pt x="13806" y="1306"/>
                  </a:lnTo>
                  <a:lnTo>
                    <a:pt x="14979" y="1644"/>
                  </a:lnTo>
                  <a:lnTo>
                    <a:pt x="16168" y="2011"/>
                  </a:lnTo>
                  <a:lnTo>
                    <a:pt x="17400" y="2421"/>
                  </a:lnTo>
                  <a:lnTo>
                    <a:pt x="18647" y="2847"/>
                  </a:lnTo>
                  <a:lnTo>
                    <a:pt x="19909" y="3316"/>
                  </a:lnTo>
                  <a:lnTo>
                    <a:pt x="21200" y="3815"/>
                  </a:lnTo>
                  <a:lnTo>
                    <a:pt x="22506" y="4343"/>
                  </a:lnTo>
                  <a:lnTo>
                    <a:pt x="23826" y="4886"/>
                  </a:lnTo>
                  <a:lnTo>
                    <a:pt x="25147" y="5473"/>
                  </a:lnTo>
                  <a:lnTo>
                    <a:pt x="26496" y="6075"/>
                  </a:lnTo>
                  <a:lnTo>
                    <a:pt x="27831" y="6705"/>
                  </a:lnTo>
                  <a:lnTo>
                    <a:pt x="29181" y="7351"/>
                  </a:lnTo>
                  <a:lnTo>
                    <a:pt x="30546" y="8026"/>
                  </a:lnTo>
                  <a:lnTo>
                    <a:pt x="31895" y="8730"/>
                  </a:lnTo>
                  <a:lnTo>
                    <a:pt x="33245" y="9449"/>
                  </a:lnTo>
                  <a:lnTo>
                    <a:pt x="34595" y="10183"/>
                  </a:lnTo>
                  <a:lnTo>
                    <a:pt x="35930" y="10931"/>
                  </a:lnTo>
                  <a:lnTo>
                    <a:pt x="37265" y="11708"/>
                  </a:lnTo>
                  <a:lnTo>
                    <a:pt x="38585" y="12501"/>
                  </a:lnTo>
                  <a:lnTo>
                    <a:pt x="39891" y="13293"/>
                  </a:lnTo>
                  <a:lnTo>
                    <a:pt x="41182" y="14114"/>
                  </a:lnTo>
                  <a:lnTo>
                    <a:pt x="42459" y="14936"/>
                  </a:lnTo>
                  <a:lnTo>
                    <a:pt x="43706" y="15787"/>
                  </a:lnTo>
                  <a:lnTo>
                    <a:pt x="44938" y="16638"/>
                  </a:lnTo>
                  <a:lnTo>
                    <a:pt x="44938" y="16638"/>
                  </a:lnTo>
                  <a:lnTo>
                    <a:pt x="45628" y="17107"/>
                  </a:lnTo>
                  <a:lnTo>
                    <a:pt x="46317" y="17548"/>
                  </a:lnTo>
                  <a:lnTo>
                    <a:pt x="46977" y="17944"/>
                  </a:lnTo>
                  <a:lnTo>
                    <a:pt x="47652" y="18310"/>
                  </a:lnTo>
                  <a:lnTo>
                    <a:pt x="48312" y="18633"/>
                  </a:lnTo>
                  <a:lnTo>
                    <a:pt x="48958" y="18941"/>
                  </a:lnTo>
                  <a:lnTo>
                    <a:pt x="49589" y="19205"/>
                  </a:lnTo>
                  <a:lnTo>
                    <a:pt x="50220" y="19440"/>
                  </a:lnTo>
                  <a:lnTo>
                    <a:pt x="50836" y="19646"/>
                  </a:lnTo>
                  <a:lnTo>
                    <a:pt x="51437" y="19822"/>
                  </a:lnTo>
                  <a:lnTo>
                    <a:pt x="52024" y="19968"/>
                  </a:lnTo>
                  <a:lnTo>
                    <a:pt x="52611" y="20086"/>
                  </a:lnTo>
                  <a:lnTo>
                    <a:pt x="53183" y="20174"/>
                  </a:lnTo>
                  <a:lnTo>
                    <a:pt x="53726" y="20232"/>
                  </a:lnTo>
                  <a:lnTo>
                    <a:pt x="54284" y="20276"/>
                  </a:lnTo>
                  <a:lnTo>
                    <a:pt x="54812" y="20276"/>
                  </a:lnTo>
                  <a:lnTo>
                    <a:pt x="54812" y="20276"/>
                  </a:lnTo>
                  <a:lnTo>
                    <a:pt x="55267" y="20276"/>
                  </a:lnTo>
                  <a:lnTo>
                    <a:pt x="55721" y="20247"/>
                  </a:lnTo>
                  <a:lnTo>
                    <a:pt x="56162" y="20203"/>
                  </a:lnTo>
                  <a:lnTo>
                    <a:pt x="56587" y="20130"/>
                  </a:lnTo>
                  <a:lnTo>
                    <a:pt x="56998" y="20056"/>
                  </a:lnTo>
                  <a:lnTo>
                    <a:pt x="57409" y="19954"/>
                  </a:lnTo>
                  <a:lnTo>
                    <a:pt x="57805" y="19851"/>
                  </a:lnTo>
                  <a:lnTo>
                    <a:pt x="58186" y="19719"/>
                  </a:lnTo>
                  <a:lnTo>
                    <a:pt x="58553" y="19587"/>
                  </a:lnTo>
                  <a:lnTo>
                    <a:pt x="58905" y="19425"/>
                  </a:lnTo>
                  <a:lnTo>
                    <a:pt x="59257" y="19249"/>
                  </a:lnTo>
                  <a:lnTo>
                    <a:pt x="59580" y="19073"/>
                  </a:lnTo>
                  <a:lnTo>
                    <a:pt x="59903" y="18883"/>
                  </a:lnTo>
                  <a:lnTo>
                    <a:pt x="60211" y="18677"/>
                  </a:lnTo>
                  <a:lnTo>
                    <a:pt x="60504" y="18457"/>
                  </a:lnTo>
                  <a:lnTo>
                    <a:pt x="60783" y="18222"/>
                  </a:lnTo>
                  <a:lnTo>
                    <a:pt x="61047" y="17988"/>
                  </a:lnTo>
                  <a:lnTo>
                    <a:pt x="61311" y="17738"/>
                  </a:lnTo>
                  <a:lnTo>
                    <a:pt x="61546" y="17489"/>
                  </a:lnTo>
                  <a:lnTo>
                    <a:pt x="61766" y="17225"/>
                  </a:lnTo>
                  <a:lnTo>
                    <a:pt x="61971" y="16946"/>
                  </a:lnTo>
                  <a:lnTo>
                    <a:pt x="62177" y="16667"/>
                  </a:lnTo>
                  <a:lnTo>
                    <a:pt x="62353" y="16374"/>
                  </a:lnTo>
                  <a:lnTo>
                    <a:pt x="62514" y="16080"/>
                  </a:lnTo>
                  <a:lnTo>
                    <a:pt x="62661" y="15787"/>
                  </a:lnTo>
                  <a:lnTo>
                    <a:pt x="62793" y="15479"/>
                  </a:lnTo>
                  <a:lnTo>
                    <a:pt x="62910" y="15171"/>
                  </a:lnTo>
                  <a:lnTo>
                    <a:pt x="63013" y="14863"/>
                  </a:lnTo>
                  <a:lnTo>
                    <a:pt x="63101" y="14540"/>
                  </a:lnTo>
                  <a:lnTo>
                    <a:pt x="63174" y="14217"/>
                  </a:lnTo>
                  <a:lnTo>
                    <a:pt x="63233" y="13894"/>
                  </a:lnTo>
                  <a:lnTo>
                    <a:pt x="63262" y="13572"/>
                  </a:lnTo>
                  <a:lnTo>
                    <a:pt x="63262" y="13572"/>
                  </a:lnTo>
                  <a:lnTo>
                    <a:pt x="63307" y="13161"/>
                  </a:lnTo>
                  <a:lnTo>
                    <a:pt x="63351" y="12750"/>
                  </a:lnTo>
                  <a:lnTo>
                    <a:pt x="63424" y="12339"/>
                  </a:lnTo>
                  <a:lnTo>
                    <a:pt x="63483" y="11943"/>
                  </a:lnTo>
                  <a:lnTo>
                    <a:pt x="63571" y="11547"/>
                  </a:lnTo>
                  <a:lnTo>
                    <a:pt x="63659" y="11166"/>
                  </a:lnTo>
                  <a:lnTo>
                    <a:pt x="63761" y="10784"/>
                  </a:lnTo>
                  <a:lnTo>
                    <a:pt x="63864" y="10417"/>
                  </a:lnTo>
                  <a:lnTo>
                    <a:pt x="63967" y="10051"/>
                  </a:lnTo>
                  <a:lnTo>
                    <a:pt x="64099" y="9698"/>
                  </a:lnTo>
                  <a:lnTo>
                    <a:pt x="64363" y="9009"/>
                  </a:lnTo>
                  <a:lnTo>
                    <a:pt x="64642" y="8334"/>
                  </a:lnTo>
                  <a:lnTo>
                    <a:pt x="64964" y="7688"/>
                  </a:lnTo>
                  <a:lnTo>
                    <a:pt x="65287" y="7072"/>
                  </a:lnTo>
                  <a:lnTo>
                    <a:pt x="65639" y="6485"/>
                  </a:lnTo>
                  <a:lnTo>
                    <a:pt x="66006" y="5928"/>
                  </a:lnTo>
                  <a:lnTo>
                    <a:pt x="66373" y="5385"/>
                  </a:lnTo>
                  <a:lnTo>
                    <a:pt x="66754" y="4872"/>
                  </a:lnTo>
                  <a:lnTo>
                    <a:pt x="67150" y="4387"/>
                  </a:lnTo>
                  <a:lnTo>
                    <a:pt x="67546" y="3933"/>
                  </a:lnTo>
                  <a:lnTo>
                    <a:pt x="67943" y="3507"/>
                  </a:lnTo>
                  <a:lnTo>
                    <a:pt x="68324" y="3096"/>
                  </a:lnTo>
                  <a:lnTo>
                    <a:pt x="68720" y="2730"/>
                  </a:lnTo>
                  <a:lnTo>
                    <a:pt x="69102" y="2377"/>
                  </a:lnTo>
                  <a:lnTo>
                    <a:pt x="69468" y="2040"/>
                  </a:lnTo>
                  <a:lnTo>
                    <a:pt x="69821" y="1747"/>
                  </a:lnTo>
                  <a:lnTo>
                    <a:pt x="70158" y="1468"/>
                  </a:lnTo>
                  <a:lnTo>
                    <a:pt x="70774" y="998"/>
                  </a:lnTo>
                  <a:lnTo>
                    <a:pt x="71302" y="646"/>
                  </a:lnTo>
                  <a:lnTo>
                    <a:pt x="71698" y="382"/>
                  </a:lnTo>
                  <a:lnTo>
                    <a:pt x="72036" y="177"/>
                  </a:lnTo>
                  <a:lnTo>
                    <a:pt x="72036" y="177"/>
                  </a:lnTo>
                  <a:lnTo>
                    <a:pt x="72461" y="133"/>
                  </a:lnTo>
                  <a:lnTo>
                    <a:pt x="72931" y="118"/>
                  </a:lnTo>
                  <a:lnTo>
                    <a:pt x="73518" y="103"/>
                  </a:lnTo>
                  <a:lnTo>
                    <a:pt x="73518" y="103"/>
                  </a:lnTo>
                  <a:lnTo>
                    <a:pt x="73899" y="103"/>
                  </a:lnTo>
                  <a:lnTo>
                    <a:pt x="74310" y="133"/>
                  </a:lnTo>
                  <a:lnTo>
                    <a:pt x="74735" y="162"/>
                  </a:lnTo>
                  <a:lnTo>
                    <a:pt x="75146" y="221"/>
                  </a:lnTo>
                  <a:lnTo>
                    <a:pt x="75542" y="294"/>
                  </a:lnTo>
                  <a:lnTo>
                    <a:pt x="75924" y="397"/>
                  </a:lnTo>
                  <a:lnTo>
                    <a:pt x="76115" y="456"/>
                  </a:lnTo>
                  <a:lnTo>
                    <a:pt x="76276" y="529"/>
                  </a:lnTo>
                  <a:lnTo>
                    <a:pt x="76437" y="602"/>
                  </a:lnTo>
                  <a:lnTo>
                    <a:pt x="76599" y="690"/>
                  </a:lnTo>
                  <a:lnTo>
                    <a:pt x="76731" y="778"/>
                  </a:lnTo>
                  <a:lnTo>
                    <a:pt x="76863" y="881"/>
                  </a:lnTo>
                  <a:lnTo>
                    <a:pt x="76965" y="998"/>
                  </a:lnTo>
                  <a:lnTo>
                    <a:pt x="77068" y="1116"/>
                  </a:lnTo>
                  <a:lnTo>
                    <a:pt x="77142" y="1248"/>
                  </a:lnTo>
                  <a:lnTo>
                    <a:pt x="77200" y="1394"/>
                  </a:lnTo>
                  <a:lnTo>
                    <a:pt x="77230" y="1541"/>
                  </a:lnTo>
                  <a:lnTo>
                    <a:pt x="77259" y="1717"/>
                  </a:lnTo>
                  <a:lnTo>
                    <a:pt x="77244" y="1893"/>
                  </a:lnTo>
                  <a:lnTo>
                    <a:pt x="77215" y="2069"/>
                  </a:lnTo>
                  <a:lnTo>
                    <a:pt x="77171" y="2275"/>
                  </a:lnTo>
                  <a:lnTo>
                    <a:pt x="77097" y="2495"/>
                  </a:lnTo>
                  <a:lnTo>
                    <a:pt x="76995" y="2715"/>
                  </a:lnTo>
                  <a:lnTo>
                    <a:pt x="76863" y="2964"/>
                  </a:lnTo>
                  <a:lnTo>
                    <a:pt x="76701" y="3214"/>
                  </a:lnTo>
                  <a:lnTo>
                    <a:pt x="76511" y="3478"/>
                  </a:lnTo>
                  <a:lnTo>
                    <a:pt x="76511" y="3478"/>
                  </a:lnTo>
                  <a:lnTo>
                    <a:pt x="76217" y="3889"/>
                  </a:lnTo>
                  <a:lnTo>
                    <a:pt x="75938" y="4299"/>
                  </a:lnTo>
                  <a:lnTo>
                    <a:pt x="75660" y="4725"/>
                  </a:lnTo>
                  <a:lnTo>
                    <a:pt x="75381" y="5180"/>
                  </a:lnTo>
                  <a:lnTo>
                    <a:pt x="75117" y="5634"/>
                  </a:lnTo>
                  <a:lnTo>
                    <a:pt x="74867" y="6104"/>
                  </a:lnTo>
                  <a:lnTo>
                    <a:pt x="74618" y="6588"/>
                  </a:lnTo>
                  <a:lnTo>
                    <a:pt x="74383" y="7072"/>
                  </a:lnTo>
                  <a:lnTo>
                    <a:pt x="74149" y="7571"/>
                  </a:lnTo>
                  <a:lnTo>
                    <a:pt x="73943" y="8070"/>
                  </a:lnTo>
                  <a:lnTo>
                    <a:pt x="73738" y="8583"/>
                  </a:lnTo>
                  <a:lnTo>
                    <a:pt x="73547" y="9097"/>
                  </a:lnTo>
                  <a:lnTo>
                    <a:pt x="73371" y="9610"/>
                  </a:lnTo>
                  <a:lnTo>
                    <a:pt x="73210" y="10139"/>
                  </a:lnTo>
                  <a:lnTo>
                    <a:pt x="73078" y="10652"/>
                  </a:lnTo>
                  <a:lnTo>
                    <a:pt x="72946" y="11166"/>
                  </a:lnTo>
                  <a:lnTo>
                    <a:pt x="72843" y="11694"/>
                  </a:lnTo>
                  <a:lnTo>
                    <a:pt x="72755" y="12207"/>
                  </a:lnTo>
                  <a:lnTo>
                    <a:pt x="72681" y="12706"/>
                  </a:lnTo>
                  <a:lnTo>
                    <a:pt x="72637" y="13220"/>
                  </a:lnTo>
                  <a:lnTo>
                    <a:pt x="72608" y="13704"/>
                  </a:lnTo>
                  <a:lnTo>
                    <a:pt x="72608" y="14202"/>
                  </a:lnTo>
                  <a:lnTo>
                    <a:pt x="72637" y="14672"/>
                  </a:lnTo>
                  <a:lnTo>
                    <a:pt x="72681" y="15141"/>
                  </a:lnTo>
                  <a:lnTo>
                    <a:pt x="72740" y="15596"/>
                  </a:lnTo>
                  <a:lnTo>
                    <a:pt x="72843" y="16051"/>
                  </a:lnTo>
                  <a:lnTo>
                    <a:pt x="72960" y="16477"/>
                  </a:lnTo>
                  <a:lnTo>
                    <a:pt x="73122" y="16887"/>
                  </a:lnTo>
                  <a:lnTo>
                    <a:pt x="73298" y="17283"/>
                  </a:lnTo>
                  <a:lnTo>
                    <a:pt x="73400" y="17474"/>
                  </a:lnTo>
                  <a:lnTo>
                    <a:pt x="73518" y="17665"/>
                  </a:lnTo>
                  <a:lnTo>
                    <a:pt x="73620" y="17841"/>
                  </a:lnTo>
                  <a:lnTo>
                    <a:pt x="73752" y="18017"/>
                  </a:lnTo>
                  <a:lnTo>
                    <a:pt x="73884" y="18193"/>
                  </a:lnTo>
                  <a:lnTo>
                    <a:pt x="74031" y="18369"/>
                  </a:lnTo>
                  <a:lnTo>
                    <a:pt x="74031" y="18369"/>
                  </a:lnTo>
                  <a:lnTo>
                    <a:pt x="74427" y="18839"/>
                  </a:lnTo>
                  <a:lnTo>
                    <a:pt x="74809" y="19337"/>
                  </a:lnTo>
                  <a:lnTo>
                    <a:pt x="75161" y="19866"/>
                  </a:lnTo>
                  <a:lnTo>
                    <a:pt x="75484" y="20408"/>
                  </a:lnTo>
                  <a:lnTo>
                    <a:pt x="75792" y="20951"/>
                  </a:lnTo>
                  <a:lnTo>
                    <a:pt x="76085" y="21523"/>
                  </a:lnTo>
                  <a:lnTo>
                    <a:pt x="76349" y="22096"/>
                  </a:lnTo>
                  <a:lnTo>
                    <a:pt x="76599" y="22697"/>
                  </a:lnTo>
                  <a:lnTo>
                    <a:pt x="76819" y="23284"/>
                  </a:lnTo>
                  <a:lnTo>
                    <a:pt x="77009" y="23900"/>
                  </a:lnTo>
                  <a:lnTo>
                    <a:pt x="77200" y="24502"/>
                  </a:lnTo>
                  <a:lnTo>
                    <a:pt x="77347" y="25118"/>
                  </a:lnTo>
                  <a:lnTo>
                    <a:pt x="77494" y="25734"/>
                  </a:lnTo>
                  <a:lnTo>
                    <a:pt x="77596" y="26350"/>
                  </a:lnTo>
                  <a:lnTo>
                    <a:pt x="77699" y="26967"/>
                  </a:lnTo>
                  <a:lnTo>
                    <a:pt x="77772" y="27568"/>
                  </a:lnTo>
                  <a:lnTo>
                    <a:pt x="77816" y="28170"/>
                  </a:lnTo>
                  <a:lnTo>
                    <a:pt x="77860" y="28756"/>
                  </a:lnTo>
                  <a:lnTo>
                    <a:pt x="77860" y="29343"/>
                  </a:lnTo>
                  <a:lnTo>
                    <a:pt x="77860" y="29915"/>
                  </a:lnTo>
                  <a:lnTo>
                    <a:pt x="77831" y="30473"/>
                  </a:lnTo>
                  <a:lnTo>
                    <a:pt x="77787" y="31030"/>
                  </a:lnTo>
                  <a:lnTo>
                    <a:pt x="77714" y="31544"/>
                  </a:lnTo>
                  <a:lnTo>
                    <a:pt x="77626" y="32057"/>
                  </a:lnTo>
                  <a:lnTo>
                    <a:pt x="77523" y="32542"/>
                  </a:lnTo>
                  <a:lnTo>
                    <a:pt x="77406" y="33011"/>
                  </a:lnTo>
                  <a:lnTo>
                    <a:pt x="77259" y="33451"/>
                  </a:lnTo>
                  <a:lnTo>
                    <a:pt x="77097" y="33877"/>
                  </a:lnTo>
                  <a:lnTo>
                    <a:pt x="76921" y="34258"/>
                  </a:lnTo>
                  <a:lnTo>
                    <a:pt x="76716" y="34625"/>
                  </a:lnTo>
                  <a:lnTo>
                    <a:pt x="76496" y="34948"/>
                  </a:lnTo>
                  <a:lnTo>
                    <a:pt x="76379" y="35094"/>
                  </a:lnTo>
                  <a:lnTo>
                    <a:pt x="76261" y="35241"/>
                  </a:lnTo>
                  <a:lnTo>
                    <a:pt x="76261" y="35241"/>
                  </a:lnTo>
                  <a:lnTo>
                    <a:pt x="77435" y="36430"/>
                  </a:lnTo>
                  <a:lnTo>
                    <a:pt x="78726" y="37750"/>
                  </a:lnTo>
                  <a:lnTo>
                    <a:pt x="80340" y="39408"/>
                  </a:lnTo>
                  <a:lnTo>
                    <a:pt x="82144" y="41286"/>
                  </a:lnTo>
                  <a:lnTo>
                    <a:pt x="84022" y="43266"/>
                  </a:lnTo>
                  <a:lnTo>
                    <a:pt x="85871" y="45232"/>
                  </a:lnTo>
                  <a:lnTo>
                    <a:pt x="86751" y="46186"/>
                  </a:lnTo>
                  <a:lnTo>
                    <a:pt x="87558" y="47096"/>
                  </a:lnTo>
                  <a:lnTo>
                    <a:pt x="87558" y="47096"/>
                  </a:lnTo>
                  <a:lnTo>
                    <a:pt x="85930" y="48475"/>
                  </a:lnTo>
                  <a:lnTo>
                    <a:pt x="84418" y="49766"/>
                  </a:lnTo>
                  <a:lnTo>
                    <a:pt x="83039" y="50969"/>
                  </a:lnTo>
                  <a:lnTo>
                    <a:pt x="81763" y="52098"/>
                  </a:lnTo>
                  <a:lnTo>
                    <a:pt x="80604" y="53140"/>
                  </a:lnTo>
                  <a:lnTo>
                    <a:pt x="79562" y="54094"/>
                  </a:lnTo>
                  <a:lnTo>
                    <a:pt x="78623" y="54959"/>
                  </a:lnTo>
                  <a:lnTo>
                    <a:pt x="77802" y="55737"/>
                  </a:lnTo>
                  <a:lnTo>
                    <a:pt x="76452" y="57028"/>
                  </a:lnTo>
                  <a:lnTo>
                    <a:pt x="75528" y="57952"/>
                  </a:lnTo>
                  <a:lnTo>
                    <a:pt x="74970" y="58524"/>
                  </a:lnTo>
                  <a:lnTo>
                    <a:pt x="74794" y="58715"/>
                  </a:lnTo>
                  <a:lnTo>
                    <a:pt x="74794" y="58715"/>
                  </a:lnTo>
                  <a:lnTo>
                    <a:pt x="73840" y="57351"/>
                  </a:lnTo>
                  <a:lnTo>
                    <a:pt x="72857" y="56016"/>
                  </a:lnTo>
                  <a:lnTo>
                    <a:pt x="71875" y="54695"/>
                  </a:lnTo>
                  <a:lnTo>
                    <a:pt x="70877" y="53404"/>
                  </a:lnTo>
                  <a:lnTo>
                    <a:pt x="69879" y="52142"/>
                  </a:lnTo>
                  <a:lnTo>
                    <a:pt x="68867" y="50881"/>
                  </a:lnTo>
                  <a:lnTo>
                    <a:pt x="67840" y="49663"/>
                  </a:lnTo>
                  <a:lnTo>
                    <a:pt x="66813" y="48460"/>
                  </a:lnTo>
                  <a:lnTo>
                    <a:pt x="65771" y="47272"/>
                  </a:lnTo>
                  <a:lnTo>
                    <a:pt x="64730" y="46113"/>
                  </a:lnTo>
                  <a:lnTo>
                    <a:pt x="63688" y="44968"/>
                  </a:lnTo>
                  <a:lnTo>
                    <a:pt x="62632" y="43853"/>
                  </a:lnTo>
                  <a:lnTo>
                    <a:pt x="61575" y="42753"/>
                  </a:lnTo>
                  <a:lnTo>
                    <a:pt x="60519" y="41682"/>
                  </a:lnTo>
                  <a:lnTo>
                    <a:pt x="59463" y="40625"/>
                  </a:lnTo>
                  <a:lnTo>
                    <a:pt x="58392" y="39584"/>
                  </a:lnTo>
                  <a:lnTo>
                    <a:pt x="57335" y="38572"/>
                  </a:lnTo>
                  <a:lnTo>
                    <a:pt x="56264" y="37574"/>
                  </a:lnTo>
                  <a:lnTo>
                    <a:pt x="55208" y="36606"/>
                  </a:lnTo>
                  <a:lnTo>
                    <a:pt x="54137" y="35652"/>
                  </a:lnTo>
                  <a:lnTo>
                    <a:pt x="53081" y="34713"/>
                  </a:lnTo>
                  <a:lnTo>
                    <a:pt x="52010" y="33803"/>
                  </a:lnTo>
                  <a:lnTo>
                    <a:pt x="50953" y="32908"/>
                  </a:lnTo>
                  <a:lnTo>
                    <a:pt x="49912" y="32028"/>
                  </a:lnTo>
                  <a:lnTo>
                    <a:pt x="48855" y="31177"/>
                  </a:lnTo>
                  <a:lnTo>
                    <a:pt x="47814" y="30341"/>
                  </a:lnTo>
                  <a:lnTo>
                    <a:pt x="46772" y="29519"/>
                  </a:lnTo>
                  <a:lnTo>
                    <a:pt x="45745" y="28727"/>
                  </a:lnTo>
                  <a:lnTo>
                    <a:pt x="44718" y="27949"/>
                  </a:lnTo>
                  <a:lnTo>
                    <a:pt x="43691" y="27187"/>
                  </a:lnTo>
                  <a:lnTo>
                    <a:pt x="42693" y="26453"/>
                  </a:lnTo>
                  <a:lnTo>
                    <a:pt x="41696" y="25734"/>
                  </a:lnTo>
                  <a:lnTo>
                    <a:pt x="40698" y="25030"/>
                  </a:lnTo>
                  <a:lnTo>
                    <a:pt x="39715" y="24355"/>
                  </a:lnTo>
                  <a:lnTo>
                    <a:pt x="37793" y="23035"/>
                  </a:lnTo>
                  <a:lnTo>
                    <a:pt x="35915" y="21802"/>
                  </a:lnTo>
                  <a:lnTo>
                    <a:pt x="34111" y="20629"/>
                  </a:lnTo>
                  <a:lnTo>
                    <a:pt x="32350" y="19528"/>
                  </a:lnTo>
                  <a:lnTo>
                    <a:pt x="30663" y="18501"/>
                  </a:lnTo>
                  <a:lnTo>
                    <a:pt x="29034" y="17548"/>
                  </a:lnTo>
                  <a:lnTo>
                    <a:pt x="27494" y="16653"/>
                  </a:lnTo>
                  <a:lnTo>
                    <a:pt x="26042" y="15831"/>
                  </a:lnTo>
                  <a:lnTo>
                    <a:pt x="24677" y="15068"/>
                  </a:lnTo>
                  <a:lnTo>
                    <a:pt x="23401" y="14364"/>
                  </a:lnTo>
                  <a:lnTo>
                    <a:pt x="22227" y="13733"/>
                  </a:lnTo>
                  <a:lnTo>
                    <a:pt x="20202" y="12662"/>
                  </a:lnTo>
                  <a:lnTo>
                    <a:pt x="18647" y="11826"/>
                  </a:lnTo>
                  <a:lnTo>
                    <a:pt x="18647" y="11826"/>
                  </a:lnTo>
                  <a:lnTo>
                    <a:pt x="17283" y="11092"/>
                  </a:lnTo>
                  <a:lnTo>
                    <a:pt x="15830" y="10344"/>
                  </a:lnTo>
                  <a:lnTo>
                    <a:pt x="14334" y="9581"/>
                  </a:lnTo>
                  <a:lnTo>
                    <a:pt x="12779" y="8818"/>
                  </a:lnTo>
                  <a:lnTo>
                    <a:pt x="11224" y="8070"/>
                  </a:lnTo>
                  <a:lnTo>
                    <a:pt x="9668" y="7322"/>
                  </a:lnTo>
                  <a:lnTo>
                    <a:pt x="6705" y="5928"/>
                  </a:lnTo>
                  <a:lnTo>
                    <a:pt x="4049" y="4710"/>
                  </a:lnTo>
                  <a:lnTo>
                    <a:pt x="1937" y="3757"/>
                  </a:lnTo>
                  <a:lnTo>
                    <a:pt x="0" y="2891"/>
                  </a:lnTo>
                  <a:lnTo>
                    <a:pt x="0" y="2891"/>
                  </a:lnTo>
                  <a:lnTo>
                    <a:pt x="59" y="2715"/>
                  </a:lnTo>
                  <a:lnTo>
                    <a:pt x="132" y="2539"/>
                  </a:lnTo>
                  <a:lnTo>
                    <a:pt x="205" y="2363"/>
                  </a:lnTo>
                  <a:lnTo>
                    <a:pt x="279" y="2187"/>
                  </a:lnTo>
                  <a:lnTo>
                    <a:pt x="381" y="2040"/>
                  </a:lnTo>
                  <a:lnTo>
                    <a:pt x="484" y="1879"/>
                  </a:lnTo>
                  <a:lnTo>
                    <a:pt x="587" y="1732"/>
                  </a:lnTo>
                  <a:lnTo>
                    <a:pt x="704" y="1600"/>
                  </a:lnTo>
                  <a:lnTo>
                    <a:pt x="836" y="1453"/>
                  </a:lnTo>
                  <a:lnTo>
                    <a:pt x="968" y="1336"/>
                  </a:lnTo>
                  <a:lnTo>
                    <a:pt x="1100" y="1204"/>
                  </a:lnTo>
                  <a:lnTo>
                    <a:pt x="1262" y="1086"/>
                  </a:lnTo>
                  <a:lnTo>
                    <a:pt x="1408" y="984"/>
                  </a:lnTo>
                  <a:lnTo>
                    <a:pt x="1585" y="881"/>
                  </a:lnTo>
                  <a:lnTo>
                    <a:pt x="1937" y="690"/>
                  </a:lnTo>
                  <a:lnTo>
                    <a:pt x="2303" y="529"/>
                  </a:lnTo>
                  <a:lnTo>
                    <a:pt x="2714" y="382"/>
                  </a:lnTo>
                  <a:lnTo>
                    <a:pt x="3154" y="265"/>
                  </a:lnTo>
                  <a:lnTo>
                    <a:pt x="3624" y="162"/>
                  </a:lnTo>
                  <a:lnTo>
                    <a:pt x="4108" y="89"/>
                  </a:lnTo>
                  <a:lnTo>
                    <a:pt x="4621" y="30"/>
                  </a:lnTo>
                  <a:lnTo>
                    <a:pt x="5164" y="1"/>
                  </a:lnTo>
                  <a:lnTo>
                    <a:pt x="573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6"/>
            <p:cNvSpPr/>
            <p:nvPr/>
          </p:nvSpPr>
          <p:spPr>
            <a:xfrm>
              <a:off x="1381150" y="1995375"/>
              <a:ext cx="2234100" cy="1512250"/>
            </a:xfrm>
            <a:custGeom>
              <a:avLst/>
              <a:gdLst/>
              <a:ahLst/>
              <a:cxnLst/>
              <a:rect l="l" t="t" r="r" b="b"/>
              <a:pathLst>
                <a:path w="89364" h="60490" fill="none" extrusionOk="0">
                  <a:moveTo>
                    <a:pt x="6558" y="0"/>
                  </a:moveTo>
                  <a:lnTo>
                    <a:pt x="6558" y="0"/>
                  </a:lnTo>
                  <a:lnTo>
                    <a:pt x="5942" y="15"/>
                  </a:lnTo>
                  <a:lnTo>
                    <a:pt x="5355" y="44"/>
                  </a:lnTo>
                  <a:lnTo>
                    <a:pt x="4798" y="103"/>
                  </a:lnTo>
                  <a:lnTo>
                    <a:pt x="4270" y="191"/>
                  </a:lnTo>
                  <a:lnTo>
                    <a:pt x="3771" y="294"/>
                  </a:lnTo>
                  <a:lnTo>
                    <a:pt x="3301" y="426"/>
                  </a:lnTo>
                  <a:lnTo>
                    <a:pt x="2861" y="587"/>
                  </a:lnTo>
                  <a:lnTo>
                    <a:pt x="2451" y="763"/>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19146" y="13116"/>
                  </a:lnTo>
                  <a:lnTo>
                    <a:pt x="20980" y="14099"/>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8894" y="47330"/>
                  </a:lnTo>
                  <a:lnTo>
                    <a:pt x="87456" y="45745"/>
                  </a:lnTo>
                  <a:lnTo>
                    <a:pt x="85901" y="44073"/>
                  </a:lnTo>
                  <a:lnTo>
                    <a:pt x="84287" y="42371"/>
                  </a:lnTo>
                  <a:lnTo>
                    <a:pt x="82688" y="40698"/>
                  </a:lnTo>
                  <a:lnTo>
                    <a:pt x="79856" y="37779"/>
                  </a:lnTo>
                  <a:lnTo>
                    <a:pt x="77993" y="35871"/>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4340" y="118"/>
                  </a:lnTo>
                  <a:lnTo>
                    <a:pt x="74340" y="118"/>
                  </a:lnTo>
                  <a:lnTo>
                    <a:pt x="73738" y="118"/>
                  </a:lnTo>
                  <a:lnTo>
                    <a:pt x="73254" y="147"/>
                  </a:lnTo>
                  <a:lnTo>
                    <a:pt x="72785" y="191"/>
                  </a:lnTo>
                  <a:lnTo>
                    <a:pt x="72653" y="206"/>
                  </a:lnTo>
                  <a:lnTo>
                    <a:pt x="72535" y="264"/>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lnTo>
                    <a:pt x="6558" y="0"/>
                  </a:lnTo>
                  <a:lnTo>
                    <a:pt x="6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6"/>
            <p:cNvSpPr/>
            <p:nvPr/>
          </p:nvSpPr>
          <p:spPr>
            <a:xfrm>
              <a:off x="3301975" y="3622050"/>
              <a:ext cx="95400" cy="95375"/>
            </a:xfrm>
            <a:custGeom>
              <a:avLst/>
              <a:gdLst/>
              <a:ahLst/>
              <a:cxnLst/>
              <a:rect l="l" t="t" r="r" b="b"/>
              <a:pathLst>
                <a:path w="3816" h="3815" extrusionOk="0">
                  <a:moveTo>
                    <a:pt x="1937" y="0"/>
                  </a:moveTo>
                  <a:lnTo>
                    <a:pt x="1747" y="15"/>
                  </a:lnTo>
                  <a:lnTo>
                    <a:pt x="1571" y="30"/>
                  </a:lnTo>
                  <a:lnTo>
                    <a:pt x="1395" y="74"/>
                  </a:lnTo>
                  <a:lnTo>
                    <a:pt x="1219" y="132"/>
                  </a:lnTo>
                  <a:lnTo>
                    <a:pt x="1042" y="206"/>
                  </a:lnTo>
                  <a:lnTo>
                    <a:pt x="881" y="294"/>
                  </a:lnTo>
                  <a:lnTo>
                    <a:pt x="734" y="411"/>
                  </a:lnTo>
                  <a:lnTo>
                    <a:pt x="602" y="528"/>
                  </a:lnTo>
                  <a:lnTo>
                    <a:pt x="470" y="661"/>
                  </a:lnTo>
                  <a:lnTo>
                    <a:pt x="353" y="807"/>
                  </a:lnTo>
                  <a:lnTo>
                    <a:pt x="250" y="954"/>
                  </a:lnTo>
                  <a:lnTo>
                    <a:pt x="162" y="1130"/>
                  </a:lnTo>
                  <a:lnTo>
                    <a:pt x="104" y="1306"/>
                  </a:lnTo>
                  <a:lnTo>
                    <a:pt x="45" y="1497"/>
                  </a:lnTo>
                  <a:lnTo>
                    <a:pt x="15" y="1688"/>
                  </a:lnTo>
                  <a:lnTo>
                    <a:pt x="1" y="1878"/>
                  </a:lnTo>
                  <a:lnTo>
                    <a:pt x="1" y="2069"/>
                  </a:lnTo>
                  <a:lnTo>
                    <a:pt x="30" y="2245"/>
                  </a:lnTo>
                  <a:lnTo>
                    <a:pt x="74" y="2436"/>
                  </a:lnTo>
                  <a:lnTo>
                    <a:pt x="133" y="2612"/>
                  </a:lnTo>
                  <a:lnTo>
                    <a:pt x="206" y="2773"/>
                  </a:lnTo>
                  <a:lnTo>
                    <a:pt x="294" y="2935"/>
                  </a:lnTo>
                  <a:lnTo>
                    <a:pt x="397" y="3081"/>
                  </a:lnTo>
                  <a:lnTo>
                    <a:pt x="514" y="3228"/>
                  </a:lnTo>
                  <a:lnTo>
                    <a:pt x="661" y="3345"/>
                  </a:lnTo>
                  <a:lnTo>
                    <a:pt x="793" y="3463"/>
                  </a:lnTo>
                  <a:lnTo>
                    <a:pt x="954" y="3565"/>
                  </a:lnTo>
                  <a:lnTo>
                    <a:pt x="1131" y="3653"/>
                  </a:lnTo>
                  <a:lnTo>
                    <a:pt x="1307" y="3727"/>
                  </a:lnTo>
                  <a:lnTo>
                    <a:pt x="1497" y="3771"/>
                  </a:lnTo>
                  <a:lnTo>
                    <a:pt x="1688" y="3815"/>
                  </a:lnTo>
                  <a:lnTo>
                    <a:pt x="2069" y="3815"/>
                  </a:lnTo>
                  <a:lnTo>
                    <a:pt x="2246" y="3785"/>
                  </a:lnTo>
                  <a:lnTo>
                    <a:pt x="2436" y="3741"/>
                  </a:lnTo>
                  <a:lnTo>
                    <a:pt x="2612" y="3683"/>
                  </a:lnTo>
                  <a:lnTo>
                    <a:pt x="2774" y="3609"/>
                  </a:lnTo>
                  <a:lnTo>
                    <a:pt x="2935" y="3521"/>
                  </a:lnTo>
                  <a:lnTo>
                    <a:pt x="3082" y="3419"/>
                  </a:lnTo>
                  <a:lnTo>
                    <a:pt x="3214" y="3301"/>
                  </a:lnTo>
                  <a:lnTo>
                    <a:pt x="3346" y="3169"/>
                  </a:lnTo>
                  <a:lnTo>
                    <a:pt x="3463" y="3023"/>
                  </a:lnTo>
                  <a:lnTo>
                    <a:pt x="3566" y="2861"/>
                  </a:lnTo>
                  <a:lnTo>
                    <a:pt x="3654" y="2700"/>
                  </a:lnTo>
                  <a:lnTo>
                    <a:pt x="3727" y="2524"/>
                  </a:lnTo>
                  <a:lnTo>
                    <a:pt x="3771" y="2333"/>
                  </a:lnTo>
                  <a:lnTo>
                    <a:pt x="3801" y="2142"/>
                  </a:lnTo>
                  <a:lnTo>
                    <a:pt x="3815" y="1952"/>
                  </a:lnTo>
                  <a:lnTo>
                    <a:pt x="3815" y="1761"/>
                  </a:lnTo>
                  <a:lnTo>
                    <a:pt x="3786" y="1570"/>
                  </a:lnTo>
                  <a:lnTo>
                    <a:pt x="3742" y="1394"/>
                  </a:lnTo>
                  <a:lnTo>
                    <a:pt x="3683" y="1218"/>
                  </a:lnTo>
                  <a:lnTo>
                    <a:pt x="3610" y="1042"/>
                  </a:lnTo>
                  <a:lnTo>
                    <a:pt x="3522" y="895"/>
                  </a:lnTo>
                  <a:lnTo>
                    <a:pt x="3419" y="734"/>
                  </a:lnTo>
                  <a:lnTo>
                    <a:pt x="3302" y="602"/>
                  </a:lnTo>
                  <a:lnTo>
                    <a:pt x="3170" y="470"/>
                  </a:lnTo>
                  <a:lnTo>
                    <a:pt x="3023" y="352"/>
                  </a:lnTo>
                  <a:lnTo>
                    <a:pt x="2862" y="250"/>
                  </a:lnTo>
                  <a:lnTo>
                    <a:pt x="2700" y="176"/>
                  </a:lnTo>
                  <a:lnTo>
                    <a:pt x="2510" y="103"/>
                  </a:lnTo>
                  <a:lnTo>
                    <a:pt x="2319" y="44"/>
                  </a:lnTo>
                  <a:lnTo>
                    <a:pt x="2128" y="15"/>
                  </a:lnTo>
                  <a:lnTo>
                    <a:pt x="19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6"/>
            <p:cNvSpPr/>
            <p:nvPr/>
          </p:nvSpPr>
          <p:spPr>
            <a:xfrm>
              <a:off x="984650" y="340450"/>
              <a:ext cx="3078050" cy="1528775"/>
            </a:xfrm>
            <a:custGeom>
              <a:avLst/>
              <a:gdLst/>
              <a:ahLst/>
              <a:cxnLst/>
              <a:rect l="l" t="t" r="r" b="b"/>
              <a:pathLst>
                <a:path w="123122" h="61151" extrusionOk="0">
                  <a:moveTo>
                    <a:pt x="61781" y="0"/>
                  </a:moveTo>
                  <a:lnTo>
                    <a:pt x="61004" y="15"/>
                  </a:lnTo>
                  <a:lnTo>
                    <a:pt x="60212" y="15"/>
                  </a:lnTo>
                  <a:lnTo>
                    <a:pt x="59419" y="44"/>
                  </a:lnTo>
                  <a:lnTo>
                    <a:pt x="58642" y="74"/>
                  </a:lnTo>
                  <a:lnTo>
                    <a:pt x="57864" y="118"/>
                  </a:lnTo>
                  <a:lnTo>
                    <a:pt x="57087" y="162"/>
                  </a:lnTo>
                  <a:lnTo>
                    <a:pt x="56309" y="220"/>
                  </a:lnTo>
                  <a:lnTo>
                    <a:pt x="55532" y="294"/>
                  </a:lnTo>
                  <a:lnTo>
                    <a:pt x="54754" y="382"/>
                  </a:lnTo>
                  <a:lnTo>
                    <a:pt x="53991" y="470"/>
                  </a:lnTo>
                  <a:lnTo>
                    <a:pt x="53228" y="558"/>
                  </a:lnTo>
                  <a:lnTo>
                    <a:pt x="52465" y="675"/>
                  </a:lnTo>
                  <a:lnTo>
                    <a:pt x="51702" y="793"/>
                  </a:lnTo>
                  <a:lnTo>
                    <a:pt x="50954" y="910"/>
                  </a:lnTo>
                  <a:lnTo>
                    <a:pt x="50206" y="1057"/>
                  </a:lnTo>
                  <a:lnTo>
                    <a:pt x="49458" y="1203"/>
                  </a:lnTo>
                  <a:lnTo>
                    <a:pt x="48709" y="1350"/>
                  </a:lnTo>
                  <a:lnTo>
                    <a:pt x="47961" y="1511"/>
                  </a:lnTo>
                  <a:lnTo>
                    <a:pt x="47228" y="1687"/>
                  </a:lnTo>
                  <a:lnTo>
                    <a:pt x="46494" y="1864"/>
                  </a:lnTo>
                  <a:lnTo>
                    <a:pt x="45760" y="2054"/>
                  </a:lnTo>
                  <a:lnTo>
                    <a:pt x="45027" y="2245"/>
                  </a:lnTo>
                  <a:lnTo>
                    <a:pt x="44308" y="2465"/>
                  </a:lnTo>
                  <a:lnTo>
                    <a:pt x="43574" y="2670"/>
                  </a:lnTo>
                  <a:lnTo>
                    <a:pt x="42856" y="2891"/>
                  </a:lnTo>
                  <a:lnTo>
                    <a:pt x="42151" y="3125"/>
                  </a:lnTo>
                  <a:lnTo>
                    <a:pt x="41432" y="3375"/>
                  </a:lnTo>
                  <a:lnTo>
                    <a:pt x="40728" y="3624"/>
                  </a:lnTo>
                  <a:lnTo>
                    <a:pt x="40024" y="3874"/>
                  </a:lnTo>
                  <a:lnTo>
                    <a:pt x="39334" y="4138"/>
                  </a:lnTo>
                  <a:lnTo>
                    <a:pt x="38630" y="4416"/>
                  </a:lnTo>
                  <a:lnTo>
                    <a:pt x="37941" y="4695"/>
                  </a:lnTo>
                  <a:lnTo>
                    <a:pt x="37266" y="4989"/>
                  </a:lnTo>
                  <a:lnTo>
                    <a:pt x="36576" y="5282"/>
                  </a:lnTo>
                  <a:lnTo>
                    <a:pt x="35901" y="5590"/>
                  </a:lnTo>
                  <a:lnTo>
                    <a:pt x="35226" y="5913"/>
                  </a:lnTo>
                  <a:lnTo>
                    <a:pt x="34566" y="6221"/>
                  </a:lnTo>
                  <a:lnTo>
                    <a:pt x="33891" y="6558"/>
                  </a:lnTo>
                  <a:lnTo>
                    <a:pt x="33231" y="6896"/>
                  </a:lnTo>
                  <a:lnTo>
                    <a:pt x="32586" y="7233"/>
                  </a:lnTo>
                  <a:lnTo>
                    <a:pt x="31925" y="7585"/>
                  </a:lnTo>
                  <a:lnTo>
                    <a:pt x="31280" y="7952"/>
                  </a:lnTo>
                  <a:lnTo>
                    <a:pt x="30649" y="8319"/>
                  </a:lnTo>
                  <a:lnTo>
                    <a:pt x="30004" y="8700"/>
                  </a:lnTo>
                  <a:lnTo>
                    <a:pt x="29373" y="9082"/>
                  </a:lnTo>
                  <a:lnTo>
                    <a:pt x="28756" y="9463"/>
                  </a:lnTo>
                  <a:lnTo>
                    <a:pt x="28126" y="9859"/>
                  </a:lnTo>
                  <a:lnTo>
                    <a:pt x="27509" y="10270"/>
                  </a:lnTo>
                  <a:lnTo>
                    <a:pt x="26292" y="11092"/>
                  </a:lnTo>
                  <a:lnTo>
                    <a:pt x="25103" y="11957"/>
                  </a:lnTo>
                  <a:lnTo>
                    <a:pt x="23930" y="12838"/>
                  </a:lnTo>
                  <a:lnTo>
                    <a:pt x="22771" y="13762"/>
                  </a:lnTo>
                  <a:lnTo>
                    <a:pt x="21656" y="14701"/>
                  </a:lnTo>
                  <a:lnTo>
                    <a:pt x="20541" y="15655"/>
                  </a:lnTo>
                  <a:lnTo>
                    <a:pt x="19455" y="16652"/>
                  </a:lnTo>
                  <a:lnTo>
                    <a:pt x="18399" y="17665"/>
                  </a:lnTo>
                  <a:lnTo>
                    <a:pt x="17372" y="18706"/>
                  </a:lnTo>
                  <a:lnTo>
                    <a:pt x="16359" y="19777"/>
                  </a:lnTo>
                  <a:lnTo>
                    <a:pt x="15376" y="20863"/>
                  </a:lnTo>
                  <a:lnTo>
                    <a:pt x="14408" y="21978"/>
                  </a:lnTo>
                  <a:lnTo>
                    <a:pt x="13484" y="23108"/>
                  </a:lnTo>
                  <a:lnTo>
                    <a:pt x="12574" y="24267"/>
                  </a:lnTo>
                  <a:lnTo>
                    <a:pt x="11694" y="25455"/>
                  </a:lnTo>
                  <a:lnTo>
                    <a:pt x="10843" y="26658"/>
                  </a:lnTo>
                  <a:lnTo>
                    <a:pt x="10432" y="27260"/>
                  </a:lnTo>
                  <a:lnTo>
                    <a:pt x="10021" y="27876"/>
                  </a:lnTo>
                  <a:lnTo>
                    <a:pt x="9625" y="28492"/>
                  </a:lnTo>
                  <a:lnTo>
                    <a:pt x="9229" y="29123"/>
                  </a:lnTo>
                  <a:lnTo>
                    <a:pt x="8848" y="29754"/>
                  </a:lnTo>
                  <a:lnTo>
                    <a:pt x="8466" y="30385"/>
                  </a:lnTo>
                  <a:lnTo>
                    <a:pt x="8099" y="31015"/>
                  </a:lnTo>
                  <a:lnTo>
                    <a:pt x="7733" y="31661"/>
                  </a:lnTo>
                  <a:lnTo>
                    <a:pt x="7380" y="32306"/>
                  </a:lnTo>
                  <a:lnTo>
                    <a:pt x="7028" y="32967"/>
                  </a:lnTo>
                  <a:lnTo>
                    <a:pt x="6691" y="33627"/>
                  </a:lnTo>
                  <a:lnTo>
                    <a:pt x="6353" y="34287"/>
                  </a:lnTo>
                  <a:lnTo>
                    <a:pt x="6031" y="34947"/>
                  </a:lnTo>
                  <a:lnTo>
                    <a:pt x="5708" y="35622"/>
                  </a:lnTo>
                  <a:lnTo>
                    <a:pt x="5400" y="36297"/>
                  </a:lnTo>
                  <a:lnTo>
                    <a:pt x="5106" y="36987"/>
                  </a:lnTo>
                  <a:lnTo>
                    <a:pt x="4813" y="37661"/>
                  </a:lnTo>
                  <a:lnTo>
                    <a:pt x="4520" y="38351"/>
                  </a:lnTo>
                  <a:lnTo>
                    <a:pt x="4241" y="39041"/>
                  </a:lnTo>
                  <a:lnTo>
                    <a:pt x="3977" y="39745"/>
                  </a:lnTo>
                  <a:lnTo>
                    <a:pt x="3713" y="40449"/>
                  </a:lnTo>
                  <a:lnTo>
                    <a:pt x="3463" y="41153"/>
                  </a:lnTo>
                  <a:lnTo>
                    <a:pt x="3214" y="41857"/>
                  </a:lnTo>
                  <a:lnTo>
                    <a:pt x="2979" y="42576"/>
                  </a:lnTo>
                  <a:lnTo>
                    <a:pt x="2759" y="43295"/>
                  </a:lnTo>
                  <a:lnTo>
                    <a:pt x="2539" y="44014"/>
                  </a:lnTo>
                  <a:lnTo>
                    <a:pt x="2319" y="44733"/>
                  </a:lnTo>
                  <a:lnTo>
                    <a:pt x="2128" y="45467"/>
                  </a:lnTo>
                  <a:lnTo>
                    <a:pt x="1937" y="46200"/>
                  </a:lnTo>
                  <a:lnTo>
                    <a:pt x="1747" y="46934"/>
                  </a:lnTo>
                  <a:lnTo>
                    <a:pt x="1571" y="47667"/>
                  </a:lnTo>
                  <a:lnTo>
                    <a:pt x="1409" y="48416"/>
                  </a:lnTo>
                  <a:lnTo>
                    <a:pt x="1248" y="49149"/>
                  </a:lnTo>
                  <a:lnTo>
                    <a:pt x="1101" y="49897"/>
                  </a:lnTo>
                  <a:lnTo>
                    <a:pt x="954" y="50660"/>
                  </a:lnTo>
                  <a:lnTo>
                    <a:pt x="837" y="51408"/>
                  </a:lnTo>
                  <a:lnTo>
                    <a:pt x="705" y="52171"/>
                  </a:lnTo>
                  <a:lnTo>
                    <a:pt x="602" y="52934"/>
                  </a:lnTo>
                  <a:lnTo>
                    <a:pt x="500" y="53697"/>
                  </a:lnTo>
                  <a:lnTo>
                    <a:pt x="397" y="54460"/>
                  </a:lnTo>
                  <a:lnTo>
                    <a:pt x="324" y="55238"/>
                  </a:lnTo>
                  <a:lnTo>
                    <a:pt x="250" y="56001"/>
                  </a:lnTo>
                  <a:lnTo>
                    <a:pt x="177" y="56778"/>
                  </a:lnTo>
                  <a:lnTo>
                    <a:pt x="118" y="57556"/>
                  </a:lnTo>
                  <a:lnTo>
                    <a:pt x="74" y="58348"/>
                  </a:lnTo>
                  <a:lnTo>
                    <a:pt x="45" y="59126"/>
                  </a:lnTo>
                  <a:lnTo>
                    <a:pt x="15" y="59918"/>
                  </a:lnTo>
                  <a:lnTo>
                    <a:pt x="1" y="60695"/>
                  </a:lnTo>
                  <a:lnTo>
                    <a:pt x="123122" y="61150"/>
                  </a:lnTo>
                  <a:lnTo>
                    <a:pt x="123107" y="60373"/>
                  </a:lnTo>
                  <a:lnTo>
                    <a:pt x="123093" y="59580"/>
                  </a:lnTo>
                  <a:lnTo>
                    <a:pt x="123063" y="58803"/>
                  </a:lnTo>
                  <a:lnTo>
                    <a:pt x="123019" y="58011"/>
                  </a:lnTo>
                  <a:lnTo>
                    <a:pt x="122975" y="57233"/>
                  </a:lnTo>
                  <a:lnTo>
                    <a:pt x="122917" y="56455"/>
                  </a:lnTo>
                  <a:lnTo>
                    <a:pt x="122843" y="55693"/>
                  </a:lnTo>
                  <a:lnTo>
                    <a:pt x="122770" y="54915"/>
                  </a:lnTo>
                  <a:lnTo>
                    <a:pt x="122682" y="54152"/>
                  </a:lnTo>
                  <a:lnTo>
                    <a:pt x="122579" y="53389"/>
                  </a:lnTo>
                  <a:lnTo>
                    <a:pt x="122476" y="52626"/>
                  </a:lnTo>
                  <a:lnTo>
                    <a:pt x="122359" y="51863"/>
                  </a:lnTo>
                  <a:lnTo>
                    <a:pt x="122242" y="51100"/>
                  </a:lnTo>
                  <a:lnTo>
                    <a:pt x="122110" y="50352"/>
                  </a:lnTo>
                  <a:lnTo>
                    <a:pt x="121963" y="49604"/>
                  </a:lnTo>
                  <a:lnTo>
                    <a:pt x="121816" y="48856"/>
                  </a:lnTo>
                  <a:lnTo>
                    <a:pt x="121655" y="48107"/>
                  </a:lnTo>
                  <a:lnTo>
                    <a:pt x="121479" y="47374"/>
                  </a:lnTo>
                  <a:lnTo>
                    <a:pt x="121303" y="46640"/>
                  </a:lnTo>
                  <a:lnTo>
                    <a:pt x="121112" y="45907"/>
                  </a:lnTo>
                  <a:lnTo>
                    <a:pt x="120921" y="45173"/>
                  </a:lnTo>
                  <a:lnTo>
                    <a:pt x="120716" y="44440"/>
                  </a:lnTo>
                  <a:lnTo>
                    <a:pt x="120496" y="43721"/>
                  </a:lnTo>
                  <a:lnTo>
                    <a:pt x="120276" y="43002"/>
                  </a:lnTo>
                  <a:lnTo>
                    <a:pt x="120041" y="42298"/>
                  </a:lnTo>
                  <a:lnTo>
                    <a:pt x="119806" y="41579"/>
                  </a:lnTo>
                  <a:lnTo>
                    <a:pt x="119557" y="40874"/>
                  </a:lnTo>
                  <a:lnTo>
                    <a:pt x="119307" y="40170"/>
                  </a:lnTo>
                  <a:lnTo>
                    <a:pt x="119043" y="39466"/>
                  </a:lnTo>
                  <a:lnTo>
                    <a:pt x="118765" y="38777"/>
                  </a:lnTo>
                  <a:lnTo>
                    <a:pt x="118486" y="38087"/>
                  </a:lnTo>
                  <a:lnTo>
                    <a:pt x="118192" y="37397"/>
                  </a:lnTo>
                  <a:lnTo>
                    <a:pt x="117899" y="36723"/>
                  </a:lnTo>
                  <a:lnTo>
                    <a:pt x="117591" y="36033"/>
                  </a:lnTo>
                  <a:lnTo>
                    <a:pt x="117283" y="35358"/>
                  </a:lnTo>
                  <a:lnTo>
                    <a:pt x="116960" y="34698"/>
                  </a:lnTo>
                  <a:lnTo>
                    <a:pt x="116637" y="34023"/>
                  </a:lnTo>
                  <a:lnTo>
                    <a:pt x="116300" y="33363"/>
                  </a:lnTo>
                  <a:lnTo>
                    <a:pt x="115962" y="32717"/>
                  </a:lnTo>
                  <a:lnTo>
                    <a:pt x="115610" y="32057"/>
                  </a:lnTo>
                  <a:lnTo>
                    <a:pt x="115244" y="31412"/>
                  </a:lnTo>
                  <a:lnTo>
                    <a:pt x="114877" y="30781"/>
                  </a:lnTo>
                  <a:lnTo>
                    <a:pt x="114510" y="30135"/>
                  </a:lnTo>
                  <a:lnTo>
                    <a:pt x="114129" y="29504"/>
                  </a:lnTo>
                  <a:lnTo>
                    <a:pt x="113732" y="28873"/>
                  </a:lnTo>
                  <a:lnTo>
                    <a:pt x="113336" y="28257"/>
                  </a:lnTo>
                  <a:lnTo>
                    <a:pt x="112529" y="27025"/>
                  </a:lnTo>
                  <a:lnTo>
                    <a:pt x="111693" y="25822"/>
                  </a:lnTo>
                  <a:lnTo>
                    <a:pt x="110813" y="24633"/>
                  </a:lnTo>
                  <a:lnTo>
                    <a:pt x="109918" y="23474"/>
                  </a:lnTo>
                  <a:lnTo>
                    <a:pt x="108994" y="22330"/>
                  </a:lnTo>
                  <a:lnTo>
                    <a:pt x="108040" y="21200"/>
                  </a:lnTo>
                  <a:lnTo>
                    <a:pt x="107072" y="20115"/>
                  </a:lnTo>
                  <a:lnTo>
                    <a:pt x="106074" y="19044"/>
                  </a:lnTo>
                  <a:lnTo>
                    <a:pt x="105047" y="17987"/>
                  </a:lnTo>
                  <a:lnTo>
                    <a:pt x="103991" y="16960"/>
                  </a:lnTo>
                  <a:lnTo>
                    <a:pt x="102920" y="15963"/>
                  </a:lnTo>
                  <a:lnTo>
                    <a:pt x="101819" y="14994"/>
                  </a:lnTo>
                  <a:lnTo>
                    <a:pt x="100690" y="14041"/>
                  </a:lnTo>
                  <a:lnTo>
                    <a:pt x="99545" y="13116"/>
                  </a:lnTo>
                  <a:lnTo>
                    <a:pt x="98386" y="12221"/>
                  </a:lnTo>
                  <a:lnTo>
                    <a:pt x="97198" y="11356"/>
                  </a:lnTo>
                  <a:lnTo>
                    <a:pt x="95980" y="10520"/>
                  </a:lnTo>
                  <a:lnTo>
                    <a:pt x="95364" y="10109"/>
                  </a:lnTo>
                  <a:lnTo>
                    <a:pt x="94748" y="9713"/>
                  </a:lnTo>
                  <a:lnTo>
                    <a:pt x="94132" y="9317"/>
                  </a:lnTo>
                  <a:lnTo>
                    <a:pt x="93501" y="8935"/>
                  </a:lnTo>
                  <a:lnTo>
                    <a:pt x="92870" y="8554"/>
                  </a:lnTo>
                  <a:lnTo>
                    <a:pt x="92224" y="8172"/>
                  </a:lnTo>
                  <a:lnTo>
                    <a:pt x="91593" y="7805"/>
                  </a:lnTo>
                  <a:lnTo>
                    <a:pt x="90933" y="7453"/>
                  </a:lnTo>
                  <a:lnTo>
                    <a:pt x="90288" y="7101"/>
                  </a:lnTo>
                  <a:lnTo>
                    <a:pt x="89628" y="6764"/>
                  </a:lnTo>
                  <a:lnTo>
                    <a:pt x="88967" y="6426"/>
                  </a:lnTo>
                  <a:lnTo>
                    <a:pt x="88307" y="6104"/>
                  </a:lnTo>
                  <a:lnTo>
                    <a:pt x="87632" y="5781"/>
                  </a:lnTo>
                  <a:lnTo>
                    <a:pt x="86957" y="5473"/>
                  </a:lnTo>
                  <a:lnTo>
                    <a:pt x="86282" y="5165"/>
                  </a:lnTo>
                  <a:lnTo>
                    <a:pt x="85593" y="4871"/>
                  </a:lnTo>
                  <a:lnTo>
                    <a:pt x="84903" y="4592"/>
                  </a:lnTo>
                  <a:lnTo>
                    <a:pt x="84214" y="4314"/>
                  </a:lnTo>
                  <a:lnTo>
                    <a:pt x="83524" y="4035"/>
                  </a:lnTo>
                  <a:lnTo>
                    <a:pt x="82820" y="3771"/>
                  </a:lnTo>
                  <a:lnTo>
                    <a:pt x="82116" y="3521"/>
                  </a:lnTo>
                  <a:lnTo>
                    <a:pt x="81397" y="3272"/>
                  </a:lnTo>
                  <a:lnTo>
                    <a:pt x="80693" y="3037"/>
                  </a:lnTo>
                  <a:lnTo>
                    <a:pt x="79974" y="2803"/>
                  </a:lnTo>
                  <a:lnTo>
                    <a:pt x="79255" y="2582"/>
                  </a:lnTo>
                  <a:lnTo>
                    <a:pt x="78536" y="2377"/>
                  </a:lnTo>
                  <a:lnTo>
                    <a:pt x="77802" y="2172"/>
                  </a:lnTo>
                  <a:lnTo>
                    <a:pt x="77069" y="1981"/>
                  </a:lnTo>
                  <a:lnTo>
                    <a:pt x="76335" y="1790"/>
                  </a:lnTo>
                  <a:lnTo>
                    <a:pt x="75602" y="1614"/>
                  </a:lnTo>
                  <a:lnTo>
                    <a:pt x="74854" y="1453"/>
                  </a:lnTo>
                  <a:lnTo>
                    <a:pt x="74120" y="1291"/>
                  </a:lnTo>
                  <a:lnTo>
                    <a:pt x="73372" y="1145"/>
                  </a:lnTo>
                  <a:lnTo>
                    <a:pt x="72609" y="998"/>
                  </a:lnTo>
                  <a:lnTo>
                    <a:pt x="71861" y="866"/>
                  </a:lnTo>
                  <a:lnTo>
                    <a:pt x="71098" y="749"/>
                  </a:lnTo>
                  <a:lnTo>
                    <a:pt x="70335" y="631"/>
                  </a:lnTo>
                  <a:lnTo>
                    <a:pt x="69572" y="528"/>
                  </a:lnTo>
                  <a:lnTo>
                    <a:pt x="68809" y="426"/>
                  </a:lnTo>
                  <a:lnTo>
                    <a:pt x="68046" y="338"/>
                  </a:lnTo>
                  <a:lnTo>
                    <a:pt x="67269" y="264"/>
                  </a:lnTo>
                  <a:lnTo>
                    <a:pt x="66491" y="206"/>
                  </a:lnTo>
                  <a:lnTo>
                    <a:pt x="65713" y="147"/>
                  </a:lnTo>
                  <a:lnTo>
                    <a:pt x="64936" y="103"/>
                  </a:lnTo>
                  <a:lnTo>
                    <a:pt x="64158" y="59"/>
                  </a:lnTo>
                  <a:lnTo>
                    <a:pt x="63366" y="30"/>
                  </a:lnTo>
                  <a:lnTo>
                    <a:pt x="62574" y="15"/>
                  </a:lnTo>
                  <a:lnTo>
                    <a:pt x="617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6"/>
            <p:cNvSpPr/>
            <p:nvPr/>
          </p:nvSpPr>
          <p:spPr>
            <a:xfrm>
              <a:off x="2426850" y="238125"/>
              <a:ext cx="193675" cy="194050"/>
            </a:xfrm>
            <a:custGeom>
              <a:avLst/>
              <a:gdLst/>
              <a:ahLst/>
              <a:cxnLst/>
              <a:rect l="l" t="t" r="r" b="b"/>
              <a:pathLst>
                <a:path w="7747" h="7762" extrusionOk="0">
                  <a:moveTo>
                    <a:pt x="3697" y="0"/>
                  </a:moveTo>
                  <a:lnTo>
                    <a:pt x="3507" y="15"/>
                  </a:lnTo>
                  <a:lnTo>
                    <a:pt x="3331" y="44"/>
                  </a:lnTo>
                  <a:lnTo>
                    <a:pt x="3140" y="73"/>
                  </a:lnTo>
                  <a:lnTo>
                    <a:pt x="2949" y="117"/>
                  </a:lnTo>
                  <a:lnTo>
                    <a:pt x="2773" y="161"/>
                  </a:lnTo>
                  <a:lnTo>
                    <a:pt x="2597" y="220"/>
                  </a:lnTo>
                  <a:lnTo>
                    <a:pt x="2421" y="279"/>
                  </a:lnTo>
                  <a:lnTo>
                    <a:pt x="2245" y="352"/>
                  </a:lnTo>
                  <a:lnTo>
                    <a:pt x="2084" y="440"/>
                  </a:lnTo>
                  <a:lnTo>
                    <a:pt x="1922" y="528"/>
                  </a:lnTo>
                  <a:lnTo>
                    <a:pt x="1761" y="631"/>
                  </a:lnTo>
                  <a:lnTo>
                    <a:pt x="1599" y="734"/>
                  </a:lnTo>
                  <a:lnTo>
                    <a:pt x="1453" y="851"/>
                  </a:lnTo>
                  <a:lnTo>
                    <a:pt x="1321" y="968"/>
                  </a:lnTo>
                  <a:lnTo>
                    <a:pt x="1174" y="1086"/>
                  </a:lnTo>
                  <a:lnTo>
                    <a:pt x="1042" y="1218"/>
                  </a:lnTo>
                  <a:lnTo>
                    <a:pt x="924" y="1364"/>
                  </a:lnTo>
                  <a:lnTo>
                    <a:pt x="807" y="1511"/>
                  </a:lnTo>
                  <a:lnTo>
                    <a:pt x="690" y="1658"/>
                  </a:lnTo>
                  <a:lnTo>
                    <a:pt x="587" y="1819"/>
                  </a:lnTo>
                  <a:lnTo>
                    <a:pt x="484" y="1981"/>
                  </a:lnTo>
                  <a:lnTo>
                    <a:pt x="396" y="2157"/>
                  </a:lnTo>
                  <a:lnTo>
                    <a:pt x="323" y="2333"/>
                  </a:lnTo>
                  <a:lnTo>
                    <a:pt x="250" y="2509"/>
                  </a:lnTo>
                  <a:lnTo>
                    <a:pt x="176" y="2700"/>
                  </a:lnTo>
                  <a:lnTo>
                    <a:pt x="132" y="2876"/>
                  </a:lnTo>
                  <a:lnTo>
                    <a:pt x="74" y="3081"/>
                  </a:lnTo>
                  <a:lnTo>
                    <a:pt x="44" y="3272"/>
                  </a:lnTo>
                  <a:lnTo>
                    <a:pt x="15" y="3462"/>
                  </a:lnTo>
                  <a:lnTo>
                    <a:pt x="0" y="3668"/>
                  </a:lnTo>
                  <a:lnTo>
                    <a:pt x="0" y="3859"/>
                  </a:lnTo>
                  <a:lnTo>
                    <a:pt x="0" y="4049"/>
                  </a:lnTo>
                  <a:lnTo>
                    <a:pt x="15" y="4240"/>
                  </a:lnTo>
                  <a:lnTo>
                    <a:pt x="30" y="4431"/>
                  </a:lnTo>
                  <a:lnTo>
                    <a:pt x="59" y="4621"/>
                  </a:lnTo>
                  <a:lnTo>
                    <a:pt x="103" y="4798"/>
                  </a:lnTo>
                  <a:lnTo>
                    <a:pt x="162" y="4988"/>
                  </a:lnTo>
                  <a:lnTo>
                    <a:pt x="220" y="5164"/>
                  </a:lnTo>
                  <a:lnTo>
                    <a:pt x="279" y="5340"/>
                  </a:lnTo>
                  <a:lnTo>
                    <a:pt x="352" y="5502"/>
                  </a:lnTo>
                  <a:lnTo>
                    <a:pt x="440" y="5678"/>
                  </a:lnTo>
                  <a:lnTo>
                    <a:pt x="528" y="5839"/>
                  </a:lnTo>
                  <a:lnTo>
                    <a:pt x="631" y="6001"/>
                  </a:lnTo>
                  <a:lnTo>
                    <a:pt x="734" y="6147"/>
                  </a:lnTo>
                  <a:lnTo>
                    <a:pt x="836" y="6294"/>
                  </a:lnTo>
                  <a:lnTo>
                    <a:pt x="954" y="6441"/>
                  </a:lnTo>
                  <a:lnTo>
                    <a:pt x="1086" y="6573"/>
                  </a:lnTo>
                  <a:lnTo>
                    <a:pt x="1218" y="6705"/>
                  </a:lnTo>
                  <a:lnTo>
                    <a:pt x="1365" y="6837"/>
                  </a:lnTo>
                  <a:lnTo>
                    <a:pt x="1511" y="6954"/>
                  </a:lnTo>
                  <a:lnTo>
                    <a:pt x="1658" y="7057"/>
                  </a:lnTo>
                  <a:lnTo>
                    <a:pt x="1819" y="7174"/>
                  </a:lnTo>
                  <a:lnTo>
                    <a:pt x="1981" y="7262"/>
                  </a:lnTo>
                  <a:lnTo>
                    <a:pt x="2142" y="7350"/>
                  </a:lnTo>
                  <a:lnTo>
                    <a:pt x="2318" y="7438"/>
                  </a:lnTo>
                  <a:lnTo>
                    <a:pt x="2509" y="7512"/>
                  </a:lnTo>
                  <a:lnTo>
                    <a:pt x="2685" y="7570"/>
                  </a:lnTo>
                  <a:lnTo>
                    <a:pt x="2876" y="7629"/>
                  </a:lnTo>
                  <a:lnTo>
                    <a:pt x="3066" y="7673"/>
                  </a:lnTo>
                  <a:lnTo>
                    <a:pt x="3272" y="7717"/>
                  </a:lnTo>
                  <a:lnTo>
                    <a:pt x="3463" y="7732"/>
                  </a:lnTo>
                  <a:lnTo>
                    <a:pt x="3653" y="7746"/>
                  </a:lnTo>
                  <a:lnTo>
                    <a:pt x="3859" y="7761"/>
                  </a:lnTo>
                  <a:lnTo>
                    <a:pt x="4049" y="7761"/>
                  </a:lnTo>
                  <a:lnTo>
                    <a:pt x="4240" y="7746"/>
                  </a:lnTo>
                  <a:lnTo>
                    <a:pt x="4431" y="7717"/>
                  </a:lnTo>
                  <a:lnTo>
                    <a:pt x="4607" y="7688"/>
                  </a:lnTo>
                  <a:lnTo>
                    <a:pt x="4798" y="7644"/>
                  </a:lnTo>
                  <a:lnTo>
                    <a:pt x="4974" y="7600"/>
                  </a:lnTo>
                  <a:lnTo>
                    <a:pt x="5150" y="7541"/>
                  </a:lnTo>
                  <a:lnTo>
                    <a:pt x="5326" y="7468"/>
                  </a:lnTo>
                  <a:lnTo>
                    <a:pt x="5502" y="7394"/>
                  </a:lnTo>
                  <a:lnTo>
                    <a:pt x="5663" y="7321"/>
                  </a:lnTo>
                  <a:lnTo>
                    <a:pt x="5825" y="7233"/>
                  </a:lnTo>
                  <a:lnTo>
                    <a:pt x="5986" y="7130"/>
                  </a:lnTo>
                  <a:lnTo>
                    <a:pt x="6147" y="7028"/>
                  </a:lnTo>
                  <a:lnTo>
                    <a:pt x="6294" y="6910"/>
                  </a:lnTo>
                  <a:lnTo>
                    <a:pt x="6441" y="6793"/>
                  </a:lnTo>
                  <a:lnTo>
                    <a:pt x="6573" y="6661"/>
                  </a:lnTo>
                  <a:lnTo>
                    <a:pt x="6705" y="6529"/>
                  </a:lnTo>
                  <a:lnTo>
                    <a:pt x="6822" y="6397"/>
                  </a:lnTo>
                  <a:lnTo>
                    <a:pt x="6940" y="6250"/>
                  </a:lnTo>
                  <a:lnTo>
                    <a:pt x="7057" y="6089"/>
                  </a:lnTo>
                  <a:lnTo>
                    <a:pt x="7160" y="5942"/>
                  </a:lnTo>
                  <a:lnTo>
                    <a:pt x="7262" y="5780"/>
                  </a:lnTo>
                  <a:lnTo>
                    <a:pt x="7350" y="5604"/>
                  </a:lnTo>
                  <a:lnTo>
                    <a:pt x="7424" y="5428"/>
                  </a:lnTo>
                  <a:lnTo>
                    <a:pt x="7497" y="5252"/>
                  </a:lnTo>
                  <a:lnTo>
                    <a:pt x="7571" y="5062"/>
                  </a:lnTo>
                  <a:lnTo>
                    <a:pt x="7629" y="4871"/>
                  </a:lnTo>
                  <a:lnTo>
                    <a:pt x="7673" y="4680"/>
                  </a:lnTo>
                  <a:lnTo>
                    <a:pt x="7703" y="4489"/>
                  </a:lnTo>
                  <a:lnTo>
                    <a:pt x="7732" y="4284"/>
                  </a:lnTo>
                  <a:lnTo>
                    <a:pt x="7747" y="4093"/>
                  </a:lnTo>
                  <a:lnTo>
                    <a:pt x="7747" y="3903"/>
                  </a:lnTo>
                  <a:lnTo>
                    <a:pt x="7747" y="3712"/>
                  </a:lnTo>
                  <a:lnTo>
                    <a:pt x="7732" y="3521"/>
                  </a:lnTo>
                  <a:lnTo>
                    <a:pt x="7717" y="3330"/>
                  </a:lnTo>
                  <a:lnTo>
                    <a:pt x="7688" y="3140"/>
                  </a:lnTo>
                  <a:lnTo>
                    <a:pt x="7644" y="2964"/>
                  </a:lnTo>
                  <a:lnTo>
                    <a:pt x="7600" y="2773"/>
                  </a:lnTo>
                  <a:lnTo>
                    <a:pt x="7541" y="2597"/>
                  </a:lnTo>
                  <a:lnTo>
                    <a:pt x="7468" y="2421"/>
                  </a:lnTo>
                  <a:lnTo>
                    <a:pt x="7395" y="2259"/>
                  </a:lnTo>
                  <a:lnTo>
                    <a:pt x="7306" y="2083"/>
                  </a:lnTo>
                  <a:lnTo>
                    <a:pt x="7218" y="1922"/>
                  </a:lnTo>
                  <a:lnTo>
                    <a:pt x="7130" y="1761"/>
                  </a:lnTo>
                  <a:lnTo>
                    <a:pt x="7013" y="1614"/>
                  </a:lnTo>
                  <a:lnTo>
                    <a:pt x="6910" y="1467"/>
                  </a:lnTo>
                  <a:lnTo>
                    <a:pt x="6793" y="1320"/>
                  </a:lnTo>
                  <a:lnTo>
                    <a:pt x="6661" y="1188"/>
                  </a:lnTo>
                  <a:lnTo>
                    <a:pt x="6529" y="1056"/>
                  </a:lnTo>
                  <a:lnTo>
                    <a:pt x="6382" y="924"/>
                  </a:lnTo>
                  <a:lnTo>
                    <a:pt x="6250" y="807"/>
                  </a:lnTo>
                  <a:lnTo>
                    <a:pt x="6089" y="690"/>
                  </a:lnTo>
                  <a:lnTo>
                    <a:pt x="5927" y="587"/>
                  </a:lnTo>
                  <a:lnTo>
                    <a:pt x="5766" y="499"/>
                  </a:lnTo>
                  <a:lnTo>
                    <a:pt x="5605" y="411"/>
                  </a:lnTo>
                  <a:lnTo>
                    <a:pt x="5429" y="323"/>
                  </a:lnTo>
                  <a:lnTo>
                    <a:pt x="5252" y="249"/>
                  </a:lnTo>
                  <a:lnTo>
                    <a:pt x="5062" y="191"/>
                  </a:lnTo>
                  <a:lnTo>
                    <a:pt x="4871" y="132"/>
                  </a:lnTo>
                  <a:lnTo>
                    <a:pt x="4680" y="88"/>
                  </a:lnTo>
                  <a:lnTo>
                    <a:pt x="4475" y="44"/>
                  </a:lnTo>
                  <a:lnTo>
                    <a:pt x="4284" y="29"/>
                  </a:lnTo>
                  <a:lnTo>
                    <a:pt x="40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6"/>
            <p:cNvSpPr/>
            <p:nvPr/>
          </p:nvSpPr>
          <p:spPr>
            <a:xfrm>
              <a:off x="823275" y="1826650"/>
              <a:ext cx="3400825" cy="184525"/>
            </a:xfrm>
            <a:custGeom>
              <a:avLst/>
              <a:gdLst/>
              <a:ahLst/>
              <a:cxnLst/>
              <a:rect l="l" t="t" r="r" b="b"/>
              <a:pathLst>
                <a:path w="136033" h="7381" extrusionOk="0">
                  <a:moveTo>
                    <a:pt x="3448" y="0"/>
                  </a:moveTo>
                  <a:lnTo>
                    <a:pt x="3272" y="15"/>
                  </a:lnTo>
                  <a:lnTo>
                    <a:pt x="3096" y="30"/>
                  </a:lnTo>
                  <a:lnTo>
                    <a:pt x="2759" y="74"/>
                  </a:lnTo>
                  <a:lnTo>
                    <a:pt x="2436" y="162"/>
                  </a:lnTo>
                  <a:lnTo>
                    <a:pt x="2113" y="279"/>
                  </a:lnTo>
                  <a:lnTo>
                    <a:pt x="1820" y="426"/>
                  </a:lnTo>
                  <a:lnTo>
                    <a:pt x="1526" y="602"/>
                  </a:lnTo>
                  <a:lnTo>
                    <a:pt x="1262" y="793"/>
                  </a:lnTo>
                  <a:lnTo>
                    <a:pt x="1013" y="1013"/>
                  </a:lnTo>
                  <a:lnTo>
                    <a:pt x="793" y="1262"/>
                  </a:lnTo>
                  <a:lnTo>
                    <a:pt x="602" y="1526"/>
                  </a:lnTo>
                  <a:lnTo>
                    <a:pt x="426" y="1805"/>
                  </a:lnTo>
                  <a:lnTo>
                    <a:pt x="279" y="2113"/>
                  </a:lnTo>
                  <a:lnTo>
                    <a:pt x="162" y="2421"/>
                  </a:lnTo>
                  <a:lnTo>
                    <a:pt x="74" y="2759"/>
                  </a:lnTo>
                  <a:lnTo>
                    <a:pt x="15" y="3096"/>
                  </a:lnTo>
                  <a:lnTo>
                    <a:pt x="15" y="3272"/>
                  </a:lnTo>
                  <a:lnTo>
                    <a:pt x="0" y="3448"/>
                  </a:lnTo>
                  <a:lnTo>
                    <a:pt x="0" y="3624"/>
                  </a:lnTo>
                  <a:lnTo>
                    <a:pt x="15" y="3800"/>
                  </a:lnTo>
                  <a:lnTo>
                    <a:pt x="74" y="4138"/>
                  </a:lnTo>
                  <a:lnTo>
                    <a:pt x="147" y="4460"/>
                  </a:lnTo>
                  <a:lnTo>
                    <a:pt x="265" y="4783"/>
                  </a:lnTo>
                  <a:lnTo>
                    <a:pt x="411" y="5091"/>
                  </a:lnTo>
                  <a:lnTo>
                    <a:pt x="587" y="5370"/>
                  </a:lnTo>
                  <a:lnTo>
                    <a:pt x="778" y="5634"/>
                  </a:lnTo>
                  <a:lnTo>
                    <a:pt x="998" y="5884"/>
                  </a:lnTo>
                  <a:lnTo>
                    <a:pt x="1247" y="6104"/>
                  </a:lnTo>
                  <a:lnTo>
                    <a:pt x="1512" y="6309"/>
                  </a:lnTo>
                  <a:lnTo>
                    <a:pt x="1790" y="6485"/>
                  </a:lnTo>
                  <a:lnTo>
                    <a:pt x="2098" y="6632"/>
                  </a:lnTo>
                  <a:lnTo>
                    <a:pt x="2407" y="6749"/>
                  </a:lnTo>
                  <a:lnTo>
                    <a:pt x="2744" y="6822"/>
                  </a:lnTo>
                  <a:lnTo>
                    <a:pt x="3081" y="6881"/>
                  </a:lnTo>
                  <a:lnTo>
                    <a:pt x="3257" y="6896"/>
                  </a:lnTo>
                  <a:lnTo>
                    <a:pt x="3434" y="6896"/>
                  </a:lnTo>
                  <a:lnTo>
                    <a:pt x="132585" y="7380"/>
                  </a:lnTo>
                  <a:lnTo>
                    <a:pt x="132761" y="7380"/>
                  </a:lnTo>
                  <a:lnTo>
                    <a:pt x="132937" y="7365"/>
                  </a:lnTo>
                  <a:lnTo>
                    <a:pt x="133274" y="7307"/>
                  </a:lnTo>
                  <a:lnTo>
                    <a:pt x="133612" y="7219"/>
                  </a:lnTo>
                  <a:lnTo>
                    <a:pt x="133920" y="7116"/>
                  </a:lnTo>
                  <a:lnTo>
                    <a:pt x="134228" y="6969"/>
                  </a:lnTo>
                  <a:lnTo>
                    <a:pt x="134507" y="6793"/>
                  </a:lnTo>
                  <a:lnTo>
                    <a:pt x="134771" y="6588"/>
                  </a:lnTo>
                  <a:lnTo>
                    <a:pt x="135020" y="6368"/>
                  </a:lnTo>
                  <a:lnTo>
                    <a:pt x="135240" y="6133"/>
                  </a:lnTo>
                  <a:lnTo>
                    <a:pt x="135431" y="5869"/>
                  </a:lnTo>
                  <a:lnTo>
                    <a:pt x="135607" y="5575"/>
                  </a:lnTo>
                  <a:lnTo>
                    <a:pt x="135754" y="5282"/>
                  </a:lnTo>
                  <a:lnTo>
                    <a:pt x="135871" y="4959"/>
                  </a:lnTo>
                  <a:lnTo>
                    <a:pt x="135959" y="4636"/>
                  </a:lnTo>
                  <a:lnTo>
                    <a:pt x="136018" y="4299"/>
                  </a:lnTo>
                  <a:lnTo>
                    <a:pt x="136032" y="4123"/>
                  </a:lnTo>
                  <a:lnTo>
                    <a:pt x="136032" y="3947"/>
                  </a:lnTo>
                  <a:lnTo>
                    <a:pt x="136032" y="3771"/>
                  </a:lnTo>
                  <a:lnTo>
                    <a:pt x="136018" y="3595"/>
                  </a:lnTo>
                  <a:lnTo>
                    <a:pt x="135959" y="3257"/>
                  </a:lnTo>
                  <a:lnTo>
                    <a:pt x="135886" y="2920"/>
                  </a:lnTo>
                  <a:lnTo>
                    <a:pt x="135768" y="2597"/>
                  </a:lnTo>
                  <a:lnTo>
                    <a:pt x="135622" y="2304"/>
                  </a:lnTo>
                  <a:lnTo>
                    <a:pt x="135446" y="2010"/>
                  </a:lnTo>
                  <a:lnTo>
                    <a:pt x="135255" y="1746"/>
                  </a:lnTo>
                  <a:lnTo>
                    <a:pt x="135035" y="1511"/>
                  </a:lnTo>
                  <a:lnTo>
                    <a:pt x="134785" y="1277"/>
                  </a:lnTo>
                  <a:lnTo>
                    <a:pt x="134521" y="1086"/>
                  </a:lnTo>
                  <a:lnTo>
                    <a:pt x="134242" y="910"/>
                  </a:lnTo>
                  <a:lnTo>
                    <a:pt x="133934" y="763"/>
                  </a:lnTo>
                  <a:lnTo>
                    <a:pt x="133626" y="646"/>
                  </a:lnTo>
                  <a:lnTo>
                    <a:pt x="133289" y="558"/>
                  </a:lnTo>
                  <a:lnTo>
                    <a:pt x="132951" y="499"/>
                  </a:lnTo>
                  <a:lnTo>
                    <a:pt x="132775" y="485"/>
                  </a:lnTo>
                  <a:lnTo>
                    <a:pt x="132599" y="485"/>
                  </a:lnTo>
                  <a:lnTo>
                    <a:pt x="3448"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8" name="Google Shape;2038;p2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User Stories </a:t>
            </a:r>
            <a:endParaRPr dirty="0"/>
          </a:p>
        </p:txBody>
      </p:sp>
      <p:sp>
        <p:nvSpPr>
          <p:cNvPr id="4" name="Google Shape;47;p15">
            <a:extLst>
              <a:ext uri="{FF2B5EF4-FFF2-40B4-BE49-F238E27FC236}">
                <a16:creationId xmlns:a16="http://schemas.microsoft.com/office/drawing/2014/main" id="{4B237472-635B-84CF-274D-E4E1303D3A22}"/>
              </a:ext>
            </a:extLst>
          </p:cNvPr>
          <p:cNvSpPr txBox="1">
            <a:spLocks/>
          </p:cNvSpPr>
          <p:nvPr/>
        </p:nvSpPr>
        <p:spPr>
          <a:xfrm>
            <a:off x="457200" y="951001"/>
            <a:ext cx="6375444" cy="431443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fontAlgn="ctr"/>
            <a:r>
              <a:rPr lang="en-US" b="1" dirty="0"/>
              <a:t>1) As an Owner,</a:t>
            </a:r>
          </a:p>
          <a:p>
            <a:pPr fontAlgn="ctr"/>
            <a:r>
              <a:rPr lang="en-US" dirty="0"/>
              <a:t>I want to be able to  add, edit, or update any items in the menu and their respective prices, with changes reflecting in the system immediately after </a:t>
            </a:r>
            <a:r>
              <a:rPr lang="en-US" dirty="0" err="1"/>
              <a:t>saving,So</a:t>
            </a:r>
            <a:r>
              <a:rPr lang="en-US" dirty="0"/>
              <a:t> that I can respond quickly to any market changes and maintain relevant pricing at all times.</a:t>
            </a:r>
          </a:p>
          <a:p>
            <a:pPr fontAlgn="ctr"/>
            <a:endParaRPr lang="en-US" dirty="0"/>
          </a:p>
          <a:p>
            <a:pPr fontAlgn="ctr"/>
            <a:r>
              <a:rPr lang="en-US" b="1" dirty="0"/>
              <a:t>2) As an Owner</a:t>
            </a:r>
          </a:p>
          <a:p>
            <a:pPr fontAlgn="ctr"/>
            <a:r>
              <a:rPr lang="en-US" dirty="0"/>
              <a:t>I want to view the real-time status of all orders being carried out on a single dashboard after </a:t>
            </a:r>
            <a:r>
              <a:rPr lang="en-US" dirty="0" err="1"/>
              <a:t>login,So</a:t>
            </a:r>
            <a:r>
              <a:rPr lang="en-US" dirty="0"/>
              <a:t> that I can monitor seating and service efficiency and reduce idle table time.</a:t>
            </a:r>
          </a:p>
          <a:p>
            <a:pPr fontAlgn="ctr"/>
            <a:endParaRPr lang="en-US" dirty="0"/>
          </a:p>
          <a:p>
            <a:pPr fontAlgn="ctr"/>
            <a:r>
              <a:rPr lang="en-US" b="1" dirty="0"/>
              <a:t>3) As an Owner</a:t>
            </a:r>
          </a:p>
          <a:p>
            <a:pPr fontAlgn="ctr"/>
            <a:r>
              <a:rPr lang="en-US" dirty="0"/>
              <a:t>I want to be able to update inventory levels in the application after each confirmed order and for the system to generate an alert regarding low-stock when it falls under a predefined </a:t>
            </a:r>
            <a:r>
              <a:rPr lang="en-US" dirty="0" err="1"/>
              <a:t>threshold,So</a:t>
            </a:r>
            <a:r>
              <a:rPr lang="en-US" dirty="0"/>
              <a:t> that I can prevent a stockout and ensure that there are no interruptions in the operation of the restaurant.</a:t>
            </a:r>
          </a:p>
          <a:p>
            <a:pPr fontAlgn="ctr"/>
            <a:endParaRPr lang="en-US" dirty="0"/>
          </a:p>
          <a:p>
            <a:pPr fontAlgn="ct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4">
          <a:extLst>
            <a:ext uri="{FF2B5EF4-FFF2-40B4-BE49-F238E27FC236}">
              <a16:creationId xmlns:a16="http://schemas.microsoft.com/office/drawing/2014/main" id="{10915485-D0C5-1DD1-0C98-A905B98AF2EE}"/>
            </a:ext>
          </a:extLst>
        </p:cNvPr>
        <p:cNvGrpSpPr/>
        <p:nvPr/>
      </p:nvGrpSpPr>
      <p:grpSpPr>
        <a:xfrm>
          <a:off x="0" y="0"/>
          <a:ext cx="0" cy="0"/>
          <a:chOff x="0" y="0"/>
          <a:chExt cx="0" cy="0"/>
        </a:xfrm>
      </p:grpSpPr>
      <p:grpSp>
        <p:nvGrpSpPr>
          <p:cNvPr id="2025" name="Google Shape;2025;p26">
            <a:extLst>
              <a:ext uri="{FF2B5EF4-FFF2-40B4-BE49-F238E27FC236}">
                <a16:creationId xmlns:a16="http://schemas.microsoft.com/office/drawing/2014/main" id="{5ABAE46D-767F-C077-5F45-767044E35789}"/>
              </a:ext>
            </a:extLst>
          </p:cNvPr>
          <p:cNvGrpSpPr/>
          <p:nvPr/>
        </p:nvGrpSpPr>
        <p:grpSpPr>
          <a:xfrm>
            <a:off x="6832659" y="1554183"/>
            <a:ext cx="3745580" cy="3346995"/>
            <a:chOff x="823275" y="238125"/>
            <a:chExt cx="5955825" cy="5228500"/>
          </a:xfrm>
        </p:grpSpPr>
        <p:sp>
          <p:nvSpPr>
            <p:cNvPr id="2026" name="Google Shape;2026;p26">
              <a:extLst>
                <a:ext uri="{FF2B5EF4-FFF2-40B4-BE49-F238E27FC236}">
                  <a16:creationId xmlns:a16="http://schemas.microsoft.com/office/drawing/2014/main" id="{AFE8D3C0-2B78-CDBE-3439-9BC065231B51}"/>
                </a:ext>
              </a:extLst>
            </p:cNvPr>
            <p:cNvSpPr/>
            <p:nvPr/>
          </p:nvSpPr>
          <p:spPr>
            <a:xfrm>
              <a:off x="3138775" y="3174575"/>
              <a:ext cx="3640325" cy="2292050"/>
            </a:xfrm>
            <a:custGeom>
              <a:avLst/>
              <a:gdLst/>
              <a:ahLst/>
              <a:cxnLst/>
              <a:rect l="l" t="t" r="r" b="b"/>
              <a:pathLst>
                <a:path w="145613" h="91682" extrusionOk="0">
                  <a:moveTo>
                    <a:pt x="18545" y="0"/>
                  </a:moveTo>
                  <a:lnTo>
                    <a:pt x="0" y="19513"/>
                  </a:lnTo>
                  <a:lnTo>
                    <a:pt x="71361" y="91681"/>
                  </a:lnTo>
                  <a:lnTo>
                    <a:pt x="145612" y="58656"/>
                  </a:lnTo>
                  <a:lnTo>
                    <a:pt x="144219" y="58304"/>
                  </a:lnTo>
                  <a:lnTo>
                    <a:pt x="142839" y="57937"/>
                  </a:lnTo>
                  <a:lnTo>
                    <a:pt x="141446" y="57570"/>
                  </a:lnTo>
                  <a:lnTo>
                    <a:pt x="140052" y="57189"/>
                  </a:lnTo>
                  <a:lnTo>
                    <a:pt x="137250" y="56382"/>
                  </a:lnTo>
                  <a:lnTo>
                    <a:pt x="134448" y="55561"/>
                  </a:lnTo>
                  <a:lnTo>
                    <a:pt x="131645" y="54695"/>
                  </a:lnTo>
                  <a:lnTo>
                    <a:pt x="128828" y="53785"/>
                  </a:lnTo>
                  <a:lnTo>
                    <a:pt x="126012" y="52846"/>
                  </a:lnTo>
                  <a:lnTo>
                    <a:pt x="123195" y="51878"/>
                  </a:lnTo>
                  <a:lnTo>
                    <a:pt x="120378" y="50895"/>
                  </a:lnTo>
                  <a:lnTo>
                    <a:pt x="117576" y="49868"/>
                  </a:lnTo>
                  <a:lnTo>
                    <a:pt x="114759" y="48812"/>
                  </a:lnTo>
                  <a:lnTo>
                    <a:pt x="111956" y="47741"/>
                  </a:lnTo>
                  <a:lnTo>
                    <a:pt x="109169" y="46655"/>
                  </a:lnTo>
                  <a:lnTo>
                    <a:pt x="106381" y="45540"/>
                  </a:lnTo>
                  <a:lnTo>
                    <a:pt x="103609" y="44396"/>
                  </a:lnTo>
                  <a:lnTo>
                    <a:pt x="100850" y="43251"/>
                  </a:lnTo>
                  <a:lnTo>
                    <a:pt x="98107" y="42078"/>
                  </a:lnTo>
                  <a:lnTo>
                    <a:pt x="95378" y="40889"/>
                  </a:lnTo>
                  <a:lnTo>
                    <a:pt x="92664" y="39701"/>
                  </a:lnTo>
                  <a:lnTo>
                    <a:pt x="89979" y="38498"/>
                  </a:lnTo>
                  <a:lnTo>
                    <a:pt x="87309" y="37280"/>
                  </a:lnTo>
                  <a:lnTo>
                    <a:pt x="84668" y="36062"/>
                  </a:lnTo>
                  <a:lnTo>
                    <a:pt x="82042" y="34830"/>
                  </a:lnTo>
                  <a:lnTo>
                    <a:pt x="79460" y="33598"/>
                  </a:lnTo>
                  <a:lnTo>
                    <a:pt x="76892" y="32351"/>
                  </a:lnTo>
                  <a:lnTo>
                    <a:pt x="74369" y="31118"/>
                  </a:lnTo>
                  <a:lnTo>
                    <a:pt x="71875" y="29886"/>
                  </a:lnTo>
                  <a:lnTo>
                    <a:pt x="69410" y="28653"/>
                  </a:lnTo>
                  <a:lnTo>
                    <a:pt x="66974" y="27421"/>
                  </a:lnTo>
                  <a:lnTo>
                    <a:pt x="64598" y="26203"/>
                  </a:lnTo>
                  <a:lnTo>
                    <a:pt x="62236" y="24986"/>
                  </a:lnTo>
                  <a:lnTo>
                    <a:pt x="59932" y="23782"/>
                  </a:lnTo>
                  <a:lnTo>
                    <a:pt x="57673" y="22579"/>
                  </a:lnTo>
                  <a:lnTo>
                    <a:pt x="55457" y="21406"/>
                  </a:lnTo>
                  <a:lnTo>
                    <a:pt x="53271" y="20232"/>
                  </a:lnTo>
                  <a:lnTo>
                    <a:pt x="51159" y="19073"/>
                  </a:lnTo>
                  <a:lnTo>
                    <a:pt x="47051" y="16828"/>
                  </a:lnTo>
                  <a:lnTo>
                    <a:pt x="43178" y="14657"/>
                  </a:lnTo>
                  <a:lnTo>
                    <a:pt x="39524" y="12588"/>
                  </a:lnTo>
                  <a:lnTo>
                    <a:pt x="36121" y="10622"/>
                  </a:lnTo>
                  <a:lnTo>
                    <a:pt x="32966" y="8788"/>
                  </a:lnTo>
                  <a:lnTo>
                    <a:pt x="30091" y="7087"/>
                  </a:lnTo>
                  <a:lnTo>
                    <a:pt x="27494" y="5531"/>
                  </a:lnTo>
                  <a:lnTo>
                    <a:pt x="25205" y="4152"/>
                  </a:lnTo>
                  <a:lnTo>
                    <a:pt x="23225" y="2935"/>
                  </a:lnTo>
                  <a:lnTo>
                    <a:pt x="21582" y="1922"/>
                  </a:lnTo>
                  <a:lnTo>
                    <a:pt x="19322" y="499"/>
                  </a:lnTo>
                  <a:lnTo>
                    <a:pt x="18545" y="0"/>
                  </a:lnTo>
                  <a:close/>
                </a:path>
              </a:pathLst>
            </a:custGeom>
            <a:solidFill>
              <a:schemeClr val="accent4"/>
            </a:solidFill>
            <a:ln w="16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6">
              <a:extLst>
                <a:ext uri="{FF2B5EF4-FFF2-40B4-BE49-F238E27FC236}">
                  <a16:creationId xmlns:a16="http://schemas.microsoft.com/office/drawing/2014/main" id="{DFA3A79D-8CF7-D1DF-BE7C-75955D515A2C}"/>
                </a:ext>
              </a:extLst>
            </p:cNvPr>
            <p:cNvSpPr/>
            <p:nvPr/>
          </p:nvSpPr>
          <p:spPr>
            <a:xfrm>
              <a:off x="2477825" y="1765400"/>
              <a:ext cx="222300" cy="777600"/>
            </a:xfrm>
            <a:custGeom>
              <a:avLst/>
              <a:gdLst/>
              <a:ahLst/>
              <a:cxnLst/>
              <a:rect l="l" t="t" r="r" b="b"/>
              <a:pathLst>
                <a:path w="8892" h="31104" extrusionOk="0">
                  <a:moveTo>
                    <a:pt x="2187" y="0"/>
                  </a:moveTo>
                  <a:lnTo>
                    <a:pt x="2010" y="15"/>
                  </a:lnTo>
                  <a:lnTo>
                    <a:pt x="1834" y="30"/>
                  </a:lnTo>
                  <a:lnTo>
                    <a:pt x="1658" y="74"/>
                  </a:lnTo>
                  <a:lnTo>
                    <a:pt x="1482" y="132"/>
                  </a:lnTo>
                  <a:lnTo>
                    <a:pt x="1306" y="191"/>
                  </a:lnTo>
                  <a:lnTo>
                    <a:pt x="1145" y="279"/>
                  </a:lnTo>
                  <a:lnTo>
                    <a:pt x="983" y="382"/>
                  </a:lnTo>
                  <a:lnTo>
                    <a:pt x="822" y="514"/>
                  </a:lnTo>
                  <a:lnTo>
                    <a:pt x="675" y="660"/>
                  </a:lnTo>
                  <a:lnTo>
                    <a:pt x="543" y="822"/>
                  </a:lnTo>
                  <a:lnTo>
                    <a:pt x="426" y="1027"/>
                  </a:lnTo>
                  <a:lnTo>
                    <a:pt x="309" y="1247"/>
                  </a:lnTo>
                  <a:lnTo>
                    <a:pt x="206" y="1497"/>
                  </a:lnTo>
                  <a:lnTo>
                    <a:pt x="133" y="1775"/>
                  </a:lnTo>
                  <a:lnTo>
                    <a:pt x="74" y="2084"/>
                  </a:lnTo>
                  <a:lnTo>
                    <a:pt x="30" y="2421"/>
                  </a:lnTo>
                  <a:lnTo>
                    <a:pt x="0" y="2788"/>
                  </a:lnTo>
                  <a:lnTo>
                    <a:pt x="0" y="3199"/>
                  </a:lnTo>
                  <a:lnTo>
                    <a:pt x="30" y="3653"/>
                  </a:lnTo>
                  <a:lnTo>
                    <a:pt x="103" y="4768"/>
                  </a:lnTo>
                  <a:lnTo>
                    <a:pt x="206" y="6250"/>
                  </a:lnTo>
                  <a:lnTo>
                    <a:pt x="411" y="10021"/>
                  </a:lnTo>
                  <a:lnTo>
                    <a:pt x="631" y="14495"/>
                  </a:lnTo>
                  <a:lnTo>
                    <a:pt x="866" y="19205"/>
                  </a:lnTo>
                  <a:lnTo>
                    <a:pt x="1248" y="27450"/>
                  </a:lnTo>
                  <a:lnTo>
                    <a:pt x="1394" y="31045"/>
                  </a:lnTo>
                  <a:lnTo>
                    <a:pt x="8891" y="31103"/>
                  </a:lnTo>
                  <a:lnTo>
                    <a:pt x="8818" y="29856"/>
                  </a:lnTo>
                  <a:lnTo>
                    <a:pt x="8715" y="28419"/>
                  </a:lnTo>
                  <a:lnTo>
                    <a:pt x="8569" y="26555"/>
                  </a:lnTo>
                  <a:lnTo>
                    <a:pt x="8392" y="24340"/>
                  </a:lnTo>
                  <a:lnTo>
                    <a:pt x="8158" y="21860"/>
                  </a:lnTo>
                  <a:lnTo>
                    <a:pt x="7894" y="19176"/>
                  </a:lnTo>
                  <a:lnTo>
                    <a:pt x="7747" y="17797"/>
                  </a:lnTo>
                  <a:lnTo>
                    <a:pt x="7586" y="16403"/>
                  </a:lnTo>
                  <a:lnTo>
                    <a:pt x="7409" y="15009"/>
                  </a:lnTo>
                  <a:lnTo>
                    <a:pt x="7233" y="13601"/>
                  </a:lnTo>
                  <a:lnTo>
                    <a:pt x="7043" y="12221"/>
                  </a:lnTo>
                  <a:lnTo>
                    <a:pt x="6837" y="10872"/>
                  </a:lnTo>
                  <a:lnTo>
                    <a:pt x="6632" y="9537"/>
                  </a:lnTo>
                  <a:lnTo>
                    <a:pt x="6412" y="8260"/>
                  </a:lnTo>
                  <a:lnTo>
                    <a:pt x="6177" y="7042"/>
                  </a:lnTo>
                  <a:lnTo>
                    <a:pt x="5928" y="5883"/>
                  </a:lnTo>
                  <a:lnTo>
                    <a:pt x="5678" y="4798"/>
                  </a:lnTo>
                  <a:lnTo>
                    <a:pt x="5414" y="3800"/>
                  </a:lnTo>
                  <a:lnTo>
                    <a:pt x="5267" y="3345"/>
                  </a:lnTo>
                  <a:lnTo>
                    <a:pt x="5135" y="2905"/>
                  </a:lnTo>
                  <a:lnTo>
                    <a:pt x="4989" y="2494"/>
                  </a:lnTo>
                  <a:lnTo>
                    <a:pt x="4842" y="2113"/>
                  </a:lnTo>
                  <a:lnTo>
                    <a:pt x="4695" y="1761"/>
                  </a:lnTo>
                  <a:lnTo>
                    <a:pt x="4549" y="1438"/>
                  </a:lnTo>
                  <a:lnTo>
                    <a:pt x="4387" y="1145"/>
                  </a:lnTo>
                  <a:lnTo>
                    <a:pt x="4240" y="895"/>
                  </a:lnTo>
                  <a:lnTo>
                    <a:pt x="4079" y="660"/>
                  </a:lnTo>
                  <a:lnTo>
                    <a:pt x="3918" y="484"/>
                  </a:lnTo>
                  <a:lnTo>
                    <a:pt x="3756" y="323"/>
                  </a:lnTo>
                  <a:lnTo>
                    <a:pt x="3595" y="206"/>
                  </a:lnTo>
                  <a:lnTo>
                    <a:pt x="3419" y="162"/>
                  </a:lnTo>
                  <a:lnTo>
                    <a:pt x="3228" y="103"/>
                  </a:lnTo>
                  <a:lnTo>
                    <a:pt x="2979" y="59"/>
                  </a:lnTo>
                  <a:lnTo>
                    <a:pt x="2685" y="15"/>
                  </a:lnTo>
                  <a:lnTo>
                    <a:pt x="2363"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6">
              <a:extLst>
                <a:ext uri="{FF2B5EF4-FFF2-40B4-BE49-F238E27FC236}">
                  <a16:creationId xmlns:a16="http://schemas.microsoft.com/office/drawing/2014/main" id="{E0948EB3-236B-A6A6-6853-BE7D98539D30}"/>
                </a:ext>
              </a:extLst>
            </p:cNvPr>
            <p:cNvSpPr/>
            <p:nvPr/>
          </p:nvSpPr>
          <p:spPr>
            <a:xfrm>
              <a:off x="1939750" y="1701200"/>
              <a:ext cx="594575" cy="840325"/>
            </a:xfrm>
            <a:custGeom>
              <a:avLst/>
              <a:gdLst/>
              <a:ahLst/>
              <a:cxnLst/>
              <a:rect l="l" t="t" r="r" b="b"/>
              <a:pathLst>
                <a:path w="23783" h="33613" extrusionOk="0">
                  <a:moveTo>
                    <a:pt x="2964" y="1"/>
                  </a:moveTo>
                  <a:lnTo>
                    <a:pt x="2759" y="30"/>
                  </a:lnTo>
                  <a:lnTo>
                    <a:pt x="2524" y="59"/>
                  </a:lnTo>
                  <a:lnTo>
                    <a:pt x="2245" y="133"/>
                  </a:lnTo>
                  <a:lnTo>
                    <a:pt x="1908" y="236"/>
                  </a:lnTo>
                  <a:lnTo>
                    <a:pt x="1732" y="294"/>
                  </a:lnTo>
                  <a:lnTo>
                    <a:pt x="1556" y="382"/>
                  </a:lnTo>
                  <a:lnTo>
                    <a:pt x="1380" y="456"/>
                  </a:lnTo>
                  <a:lnTo>
                    <a:pt x="1204" y="558"/>
                  </a:lnTo>
                  <a:lnTo>
                    <a:pt x="1028" y="676"/>
                  </a:lnTo>
                  <a:lnTo>
                    <a:pt x="866" y="808"/>
                  </a:lnTo>
                  <a:lnTo>
                    <a:pt x="705" y="940"/>
                  </a:lnTo>
                  <a:lnTo>
                    <a:pt x="558" y="1101"/>
                  </a:lnTo>
                  <a:lnTo>
                    <a:pt x="412" y="1277"/>
                  </a:lnTo>
                  <a:lnTo>
                    <a:pt x="294" y="1468"/>
                  </a:lnTo>
                  <a:lnTo>
                    <a:pt x="191" y="1673"/>
                  </a:lnTo>
                  <a:lnTo>
                    <a:pt x="118" y="1908"/>
                  </a:lnTo>
                  <a:lnTo>
                    <a:pt x="59" y="2143"/>
                  </a:lnTo>
                  <a:lnTo>
                    <a:pt x="15" y="2422"/>
                  </a:lnTo>
                  <a:lnTo>
                    <a:pt x="1" y="2700"/>
                  </a:lnTo>
                  <a:lnTo>
                    <a:pt x="30" y="3008"/>
                  </a:lnTo>
                  <a:lnTo>
                    <a:pt x="74" y="3346"/>
                  </a:lnTo>
                  <a:lnTo>
                    <a:pt x="162" y="3698"/>
                  </a:lnTo>
                  <a:lnTo>
                    <a:pt x="294" y="4079"/>
                  </a:lnTo>
                  <a:lnTo>
                    <a:pt x="456" y="4490"/>
                  </a:lnTo>
                  <a:lnTo>
                    <a:pt x="646" y="4916"/>
                  </a:lnTo>
                  <a:lnTo>
                    <a:pt x="896" y="5385"/>
                  </a:lnTo>
                  <a:lnTo>
                    <a:pt x="1541" y="6529"/>
                  </a:lnTo>
                  <a:lnTo>
                    <a:pt x="2363" y="8041"/>
                  </a:lnTo>
                  <a:lnTo>
                    <a:pt x="4431" y="11914"/>
                  </a:lnTo>
                  <a:lnTo>
                    <a:pt x="6882" y="16521"/>
                  </a:lnTo>
                  <a:lnTo>
                    <a:pt x="9434" y="21392"/>
                  </a:lnTo>
                  <a:lnTo>
                    <a:pt x="13909" y="29916"/>
                  </a:lnTo>
                  <a:lnTo>
                    <a:pt x="15831" y="33613"/>
                  </a:lnTo>
                  <a:lnTo>
                    <a:pt x="23783" y="29989"/>
                  </a:lnTo>
                  <a:lnTo>
                    <a:pt x="23079" y="28712"/>
                  </a:lnTo>
                  <a:lnTo>
                    <a:pt x="22272" y="27245"/>
                  </a:lnTo>
                  <a:lnTo>
                    <a:pt x="21201" y="25353"/>
                  </a:lnTo>
                  <a:lnTo>
                    <a:pt x="19910" y="23093"/>
                  </a:lnTo>
                  <a:lnTo>
                    <a:pt x="18443" y="20585"/>
                  </a:lnTo>
                  <a:lnTo>
                    <a:pt x="16858" y="17900"/>
                  </a:lnTo>
                  <a:lnTo>
                    <a:pt x="16022" y="16521"/>
                  </a:lnTo>
                  <a:lnTo>
                    <a:pt x="15156" y="15127"/>
                  </a:lnTo>
                  <a:lnTo>
                    <a:pt x="14291" y="13733"/>
                  </a:lnTo>
                  <a:lnTo>
                    <a:pt x="13410" y="12339"/>
                  </a:lnTo>
                  <a:lnTo>
                    <a:pt x="12530" y="10975"/>
                  </a:lnTo>
                  <a:lnTo>
                    <a:pt x="11650" y="9640"/>
                  </a:lnTo>
                  <a:lnTo>
                    <a:pt x="10769" y="8349"/>
                  </a:lnTo>
                  <a:lnTo>
                    <a:pt x="9904" y="7116"/>
                  </a:lnTo>
                  <a:lnTo>
                    <a:pt x="9053" y="5928"/>
                  </a:lnTo>
                  <a:lnTo>
                    <a:pt x="8231" y="4828"/>
                  </a:lnTo>
                  <a:lnTo>
                    <a:pt x="7424" y="3815"/>
                  </a:lnTo>
                  <a:lnTo>
                    <a:pt x="7043" y="3346"/>
                  </a:lnTo>
                  <a:lnTo>
                    <a:pt x="6662" y="2891"/>
                  </a:lnTo>
                  <a:lnTo>
                    <a:pt x="6280" y="2480"/>
                  </a:lnTo>
                  <a:lnTo>
                    <a:pt x="5928" y="2084"/>
                  </a:lnTo>
                  <a:lnTo>
                    <a:pt x="5576" y="1717"/>
                  </a:lnTo>
                  <a:lnTo>
                    <a:pt x="5224" y="1395"/>
                  </a:lnTo>
                  <a:lnTo>
                    <a:pt x="4901" y="1086"/>
                  </a:lnTo>
                  <a:lnTo>
                    <a:pt x="4578" y="822"/>
                  </a:lnTo>
                  <a:lnTo>
                    <a:pt x="4270" y="588"/>
                  </a:lnTo>
                  <a:lnTo>
                    <a:pt x="3977" y="397"/>
                  </a:lnTo>
                  <a:lnTo>
                    <a:pt x="3713" y="236"/>
                  </a:lnTo>
                  <a:lnTo>
                    <a:pt x="3449" y="118"/>
                  </a:lnTo>
                  <a:lnTo>
                    <a:pt x="3199" y="45"/>
                  </a:lnTo>
                  <a:lnTo>
                    <a:pt x="3082" y="15"/>
                  </a:lnTo>
                  <a:lnTo>
                    <a:pt x="2964"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6">
              <a:extLst>
                <a:ext uri="{FF2B5EF4-FFF2-40B4-BE49-F238E27FC236}">
                  <a16:creationId xmlns:a16="http://schemas.microsoft.com/office/drawing/2014/main" id="{1394DD3F-E7C8-707A-8B1B-7BF24C48B1BB}"/>
                </a:ext>
              </a:extLst>
            </p:cNvPr>
            <p:cNvSpPr/>
            <p:nvPr/>
          </p:nvSpPr>
          <p:spPr>
            <a:xfrm>
              <a:off x="1494125" y="1826650"/>
              <a:ext cx="828200" cy="636750"/>
            </a:xfrm>
            <a:custGeom>
              <a:avLst/>
              <a:gdLst/>
              <a:ahLst/>
              <a:cxnLst/>
              <a:rect l="l" t="t" r="r" b="b"/>
              <a:pathLst>
                <a:path w="33128" h="25470" extrusionOk="0">
                  <a:moveTo>
                    <a:pt x="2333" y="0"/>
                  </a:moveTo>
                  <a:lnTo>
                    <a:pt x="2069" y="30"/>
                  </a:lnTo>
                  <a:lnTo>
                    <a:pt x="1951" y="59"/>
                  </a:lnTo>
                  <a:lnTo>
                    <a:pt x="1849" y="88"/>
                  </a:lnTo>
                  <a:lnTo>
                    <a:pt x="1673" y="206"/>
                  </a:lnTo>
                  <a:lnTo>
                    <a:pt x="1482" y="338"/>
                  </a:lnTo>
                  <a:lnTo>
                    <a:pt x="1233" y="514"/>
                  </a:lnTo>
                  <a:lnTo>
                    <a:pt x="983" y="734"/>
                  </a:lnTo>
                  <a:lnTo>
                    <a:pt x="851" y="866"/>
                  </a:lnTo>
                  <a:lnTo>
                    <a:pt x="719" y="1013"/>
                  </a:lnTo>
                  <a:lnTo>
                    <a:pt x="587" y="1159"/>
                  </a:lnTo>
                  <a:lnTo>
                    <a:pt x="470" y="1335"/>
                  </a:lnTo>
                  <a:lnTo>
                    <a:pt x="352" y="1497"/>
                  </a:lnTo>
                  <a:lnTo>
                    <a:pt x="250" y="1688"/>
                  </a:lnTo>
                  <a:lnTo>
                    <a:pt x="176" y="1878"/>
                  </a:lnTo>
                  <a:lnTo>
                    <a:pt x="103" y="2084"/>
                  </a:lnTo>
                  <a:lnTo>
                    <a:pt x="44" y="2304"/>
                  </a:lnTo>
                  <a:lnTo>
                    <a:pt x="15" y="2524"/>
                  </a:lnTo>
                  <a:lnTo>
                    <a:pt x="0" y="2759"/>
                  </a:lnTo>
                  <a:lnTo>
                    <a:pt x="30" y="2993"/>
                  </a:lnTo>
                  <a:lnTo>
                    <a:pt x="74" y="3243"/>
                  </a:lnTo>
                  <a:lnTo>
                    <a:pt x="147" y="3507"/>
                  </a:lnTo>
                  <a:lnTo>
                    <a:pt x="264" y="3771"/>
                  </a:lnTo>
                  <a:lnTo>
                    <a:pt x="411" y="4050"/>
                  </a:lnTo>
                  <a:lnTo>
                    <a:pt x="587" y="4328"/>
                  </a:lnTo>
                  <a:lnTo>
                    <a:pt x="807" y="4622"/>
                  </a:lnTo>
                  <a:lnTo>
                    <a:pt x="1086" y="4915"/>
                  </a:lnTo>
                  <a:lnTo>
                    <a:pt x="1394" y="5223"/>
                  </a:lnTo>
                  <a:lnTo>
                    <a:pt x="1761" y="5531"/>
                  </a:lnTo>
                  <a:lnTo>
                    <a:pt x="2172" y="5854"/>
                  </a:lnTo>
                  <a:lnTo>
                    <a:pt x="3213" y="6632"/>
                  </a:lnTo>
                  <a:lnTo>
                    <a:pt x="4592" y="7673"/>
                  </a:lnTo>
                  <a:lnTo>
                    <a:pt x="8069" y="10358"/>
                  </a:lnTo>
                  <a:lnTo>
                    <a:pt x="12192" y="13557"/>
                  </a:lnTo>
                  <a:lnTo>
                    <a:pt x="16520" y="16946"/>
                  </a:lnTo>
                  <a:lnTo>
                    <a:pt x="24090" y="22888"/>
                  </a:lnTo>
                  <a:lnTo>
                    <a:pt x="27377" y="25470"/>
                  </a:lnTo>
                  <a:lnTo>
                    <a:pt x="33128" y="18897"/>
                  </a:lnTo>
                  <a:lnTo>
                    <a:pt x="31969" y="18031"/>
                  </a:lnTo>
                  <a:lnTo>
                    <a:pt x="30619" y="17034"/>
                  </a:lnTo>
                  <a:lnTo>
                    <a:pt x="28873" y="15728"/>
                  </a:lnTo>
                  <a:lnTo>
                    <a:pt x="26775" y="14217"/>
                  </a:lnTo>
                  <a:lnTo>
                    <a:pt x="24413" y="12515"/>
                  </a:lnTo>
                  <a:lnTo>
                    <a:pt x="21860" y="10725"/>
                  </a:lnTo>
                  <a:lnTo>
                    <a:pt x="20525" y="9801"/>
                  </a:lnTo>
                  <a:lnTo>
                    <a:pt x="19176" y="8891"/>
                  </a:lnTo>
                  <a:lnTo>
                    <a:pt x="17811" y="7967"/>
                  </a:lnTo>
                  <a:lnTo>
                    <a:pt x="16432" y="7072"/>
                  </a:lnTo>
                  <a:lnTo>
                    <a:pt x="15068" y="6177"/>
                  </a:lnTo>
                  <a:lnTo>
                    <a:pt x="13718" y="5326"/>
                  </a:lnTo>
                  <a:lnTo>
                    <a:pt x="12383" y="4504"/>
                  </a:lnTo>
                  <a:lnTo>
                    <a:pt x="11092" y="3727"/>
                  </a:lnTo>
                  <a:lnTo>
                    <a:pt x="9830" y="3008"/>
                  </a:lnTo>
                  <a:lnTo>
                    <a:pt x="8627" y="2348"/>
                  </a:lnTo>
                  <a:lnTo>
                    <a:pt x="7483" y="1746"/>
                  </a:lnTo>
                  <a:lnTo>
                    <a:pt x="6940" y="1467"/>
                  </a:lnTo>
                  <a:lnTo>
                    <a:pt x="6397" y="1218"/>
                  </a:lnTo>
                  <a:lnTo>
                    <a:pt x="5883" y="998"/>
                  </a:lnTo>
                  <a:lnTo>
                    <a:pt x="5399" y="778"/>
                  </a:lnTo>
                  <a:lnTo>
                    <a:pt x="4930" y="602"/>
                  </a:lnTo>
                  <a:lnTo>
                    <a:pt x="4475" y="426"/>
                  </a:lnTo>
                  <a:lnTo>
                    <a:pt x="4049" y="294"/>
                  </a:lnTo>
                  <a:lnTo>
                    <a:pt x="3653" y="176"/>
                  </a:lnTo>
                  <a:lnTo>
                    <a:pt x="3287" y="88"/>
                  </a:lnTo>
                  <a:lnTo>
                    <a:pt x="2934" y="30"/>
                  </a:lnTo>
                  <a:lnTo>
                    <a:pt x="2626"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6">
              <a:extLst>
                <a:ext uri="{FF2B5EF4-FFF2-40B4-BE49-F238E27FC236}">
                  <a16:creationId xmlns:a16="http://schemas.microsoft.com/office/drawing/2014/main" id="{8EEB0987-6E10-5466-8CAD-5356ED2ACAC3}"/>
                </a:ext>
              </a:extLst>
            </p:cNvPr>
            <p:cNvSpPr/>
            <p:nvPr/>
          </p:nvSpPr>
          <p:spPr>
            <a:xfrm>
              <a:off x="1391425" y="2003800"/>
              <a:ext cx="2211700" cy="1490275"/>
            </a:xfrm>
            <a:custGeom>
              <a:avLst/>
              <a:gdLst/>
              <a:ahLst/>
              <a:cxnLst/>
              <a:rect l="l" t="t" r="r" b="b"/>
              <a:pathLst>
                <a:path w="88468" h="59611" extrusionOk="0">
                  <a:moveTo>
                    <a:pt x="6147" y="1"/>
                  </a:moveTo>
                  <a:lnTo>
                    <a:pt x="5546" y="15"/>
                  </a:lnTo>
                  <a:lnTo>
                    <a:pt x="4974" y="45"/>
                  </a:lnTo>
                  <a:lnTo>
                    <a:pt x="4446" y="103"/>
                  </a:lnTo>
                  <a:lnTo>
                    <a:pt x="3932" y="191"/>
                  </a:lnTo>
                  <a:lnTo>
                    <a:pt x="3448" y="294"/>
                  </a:lnTo>
                  <a:lnTo>
                    <a:pt x="3008" y="411"/>
                  </a:lnTo>
                  <a:lnTo>
                    <a:pt x="2582" y="558"/>
                  </a:lnTo>
                  <a:lnTo>
                    <a:pt x="2186" y="734"/>
                  </a:lnTo>
                  <a:lnTo>
                    <a:pt x="1996" y="837"/>
                  </a:lnTo>
                  <a:lnTo>
                    <a:pt x="1805" y="954"/>
                  </a:lnTo>
                  <a:lnTo>
                    <a:pt x="1614" y="1057"/>
                  </a:lnTo>
                  <a:lnTo>
                    <a:pt x="1453" y="1189"/>
                  </a:lnTo>
                  <a:lnTo>
                    <a:pt x="1277" y="1321"/>
                  </a:lnTo>
                  <a:lnTo>
                    <a:pt x="1130" y="1453"/>
                  </a:lnTo>
                  <a:lnTo>
                    <a:pt x="983" y="1585"/>
                  </a:lnTo>
                  <a:lnTo>
                    <a:pt x="851" y="1746"/>
                  </a:lnTo>
                  <a:lnTo>
                    <a:pt x="719" y="1893"/>
                  </a:lnTo>
                  <a:lnTo>
                    <a:pt x="602" y="2055"/>
                  </a:lnTo>
                  <a:lnTo>
                    <a:pt x="484" y="2231"/>
                  </a:lnTo>
                  <a:lnTo>
                    <a:pt x="396" y="2392"/>
                  </a:lnTo>
                  <a:lnTo>
                    <a:pt x="294" y="2583"/>
                  </a:lnTo>
                  <a:lnTo>
                    <a:pt x="220" y="2759"/>
                  </a:lnTo>
                  <a:lnTo>
                    <a:pt x="147" y="2950"/>
                  </a:lnTo>
                  <a:lnTo>
                    <a:pt x="88" y="3155"/>
                  </a:lnTo>
                  <a:lnTo>
                    <a:pt x="0" y="3448"/>
                  </a:lnTo>
                  <a:lnTo>
                    <a:pt x="279" y="3566"/>
                  </a:lnTo>
                  <a:lnTo>
                    <a:pt x="2260" y="4446"/>
                  </a:lnTo>
                  <a:lnTo>
                    <a:pt x="4402" y="5414"/>
                  </a:lnTo>
                  <a:lnTo>
                    <a:pt x="7042" y="6632"/>
                  </a:lnTo>
                  <a:lnTo>
                    <a:pt x="10006" y="8011"/>
                  </a:lnTo>
                  <a:lnTo>
                    <a:pt x="11547" y="8745"/>
                  </a:lnTo>
                  <a:lnTo>
                    <a:pt x="13087" y="9508"/>
                  </a:lnTo>
                  <a:lnTo>
                    <a:pt x="14627" y="10256"/>
                  </a:lnTo>
                  <a:lnTo>
                    <a:pt x="16109" y="11019"/>
                  </a:lnTo>
                  <a:lnTo>
                    <a:pt x="17547" y="11752"/>
                  </a:lnTo>
                  <a:lnTo>
                    <a:pt x="18897" y="12471"/>
                  </a:lnTo>
                  <a:lnTo>
                    <a:pt x="20731" y="13469"/>
                  </a:lnTo>
                  <a:lnTo>
                    <a:pt x="22682" y="14496"/>
                  </a:lnTo>
                  <a:lnTo>
                    <a:pt x="24971" y="15743"/>
                  </a:lnTo>
                  <a:lnTo>
                    <a:pt x="26247" y="16447"/>
                  </a:lnTo>
                  <a:lnTo>
                    <a:pt x="27582" y="17210"/>
                  </a:lnTo>
                  <a:lnTo>
                    <a:pt x="28991" y="18017"/>
                  </a:lnTo>
                  <a:lnTo>
                    <a:pt x="30472" y="18897"/>
                  </a:lnTo>
                  <a:lnTo>
                    <a:pt x="32013" y="19821"/>
                  </a:lnTo>
                  <a:lnTo>
                    <a:pt x="33612" y="20819"/>
                  </a:lnTo>
                  <a:lnTo>
                    <a:pt x="35270" y="21861"/>
                  </a:lnTo>
                  <a:lnTo>
                    <a:pt x="36972" y="22976"/>
                  </a:lnTo>
                  <a:lnTo>
                    <a:pt x="38718" y="24150"/>
                  </a:lnTo>
                  <a:lnTo>
                    <a:pt x="40522" y="25382"/>
                  </a:lnTo>
                  <a:lnTo>
                    <a:pt x="42341" y="26688"/>
                  </a:lnTo>
                  <a:lnTo>
                    <a:pt x="44219" y="28052"/>
                  </a:lnTo>
                  <a:lnTo>
                    <a:pt x="45364" y="28903"/>
                  </a:lnTo>
                  <a:lnTo>
                    <a:pt x="46493" y="29783"/>
                  </a:lnTo>
                  <a:lnTo>
                    <a:pt x="47623" y="30649"/>
                  </a:lnTo>
                  <a:lnTo>
                    <a:pt x="48738" y="31544"/>
                  </a:lnTo>
                  <a:lnTo>
                    <a:pt x="49838" y="32439"/>
                  </a:lnTo>
                  <a:lnTo>
                    <a:pt x="50924" y="33334"/>
                  </a:lnTo>
                  <a:lnTo>
                    <a:pt x="52010" y="34243"/>
                  </a:lnTo>
                  <a:lnTo>
                    <a:pt x="53066" y="35153"/>
                  </a:lnTo>
                  <a:lnTo>
                    <a:pt x="54122" y="36077"/>
                  </a:lnTo>
                  <a:lnTo>
                    <a:pt x="55164" y="37016"/>
                  </a:lnTo>
                  <a:lnTo>
                    <a:pt x="56191" y="37941"/>
                  </a:lnTo>
                  <a:lnTo>
                    <a:pt x="57218" y="38894"/>
                  </a:lnTo>
                  <a:lnTo>
                    <a:pt x="58216" y="39848"/>
                  </a:lnTo>
                  <a:lnTo>
                    <a:pt x="59213" y="40801"/>
                  </a:lnTo>
                  <a:lnTo>
                    <a:pt x="60196" y="41770"/>
                  </a:lnTo>
                  <a:lnTo>
                    <a:pt x="61165" y="42738"/>
                  </a:lnTo>
                  <a:lnTo>
                    <a:pt x="62118" y="43721"/>
                  </a:lnTo>
                  <a:lnTo>
                    <a:pt x="63057" y="44719"/>
                  </a:lnTo>
                  <a:lnTo>
                    <a:pt x="63996" y="45716"/>
                  </a:lnTo>
                  <a:lnTo>
                    <a:pt x="64906" y="46714"/>
                  </a:lnTo>
                  <a:lnTo>
                    <a:pt x="65815" y="47726"/>
                  </a:lnTo>
                  <a:lnTo>
                    <a:pt x="66710" y="48739"/>
                  </a:lnTo>
                  <a:lnTo>
                    <a:pt x="67591" y="49766"/>
                  </a:lnTo>
                  <a:lnTo>
                    <a:pt x="68456" y="50793"/>
                  </a:lnTo>
                  <a:lnTo>
                    <a:pt x="69307" y="51820"/>
                  </a:lnTo>
                  <a:lnTo>
                    <a:pt x="70158" y="52861"/>
                  </a:lnTo>
                  <a:lnTo>
                    <a:pt x="70980" y="53918"/>
                  </a:lnTo>
                  <a:lnTo>
                    <a:pt x="71801" y="54974"/>
                  </a:lnTo>
                  <a:lnTo>
                    <a:pt x="72594" y="56030"/>
                  </a:lnTo>
                  <a:lnTo>
                    <a:pt x="73386" y="57101"/>
                  </a:lnTo>
                  <a:lnTo>
                    <a:pt x="74163" y="58172"/>
                  </a:lnTo>
                  <a:lnTo>
                    <a:pt x="74926" y="59258"/>
                  </a:lnTo>
                  <a:lnTo>
                    <a:pt x="75176" y="59610"/>
                  </a:lnTo>
                  <a:lnTo>
                    <a:pt x="75455" y="59287"/>
                  </a:lnTo>
                  <a:lnTo>
                    <a:pt x="75660" y="59097"/>
                  </a:lnTo>
                  <a:lnTo>
                    <a:pt x="76217" y="58510"/>
                  </a:lnTo>
                  <a:lnTo>
                    <a:pt x="77156" y="57571"/>
                  </a:lnTo>
                  <a:lnTo>
                    <a:pt x="78506" y="56280"/>
                  </a:lnTo>
                  <a:lnTo>
                    <a:pt x="79328" y="55502"/>
                  </a:lnTo>
                  <a:lnTo>
                    <a:pt x="80267" y="54636"/>
                  </a:lnTo>
                  <a:lnTo>
                    <a:pt x="81308" y="53697"/>
                  </a:lnTo>
                  <a:lnTo>
                    <a:pt x="82453" y="52656"/>
                  </a:lnTo>
                  <a:lnTo>
                    <a:pt x="83714" y="51541"/>
                  </a:lnTo>
                  <a:lnTo>
                    <a:pt x="85094" y="50338"/>
                  </a:lnTo>
                  <a:lnTo>
                    <a:pt x="86590" y="49061"/>
                  </a:lnTo>
                  <a:lnTo>
                    <a:pt x="88189" y="47697"/>
                  </a:lnTo>
                  <a:lnTo>
                    <a:pt x="88468" y="47477"/>
                  </a:lnTo>
                  <a:lnTo>
                    <a:pt x="88233" y="47213"/>
                  </a:lnTo>
                  <a:lnTo>
                    <a:pt x="86722" y="45570"/>
                  </a:lnTo>
                  <a:lnTo>
                    <a:pt x="85079" y="43809"/>
                  </a:lnTo>
                  <a:lnTo>
                    <a:pt x="83392" y="42019"/>
                  </a:lnTo>
                  <a:lnTo>
                    <a:pt x="81734" y="40288"/>
                  </a:lnTo>
                  <a:lnTo>
                    <a:pt x="80193" y="38689"/>
                  </a:lnTo>
                  <a:lnTo>
                    <a:pt x="78858" y="37324"/>
                  </a:lnTo>
                  <a:lnTo>
                    <a:pt x="77127" y="35564"/>
                  </a:lnTo>
                  <a:lnTo>
                    <a:pt x="77347" y="35256"/>
                  </a:lnTo>
                  <a:lnTo>
                    <a:pt x="77553" y="34918"/>
                  </a:lnTo>
                  <a:lnTo>
                    <a:pt x="77729" y="34551"/>
                  </a:lnTo>
                  <a:lnTo>
                    <a:pt x="77905" y="34155"/>
                  </a:lnTo>
                  <a:lnTo>
                    <a:pt x="78051" y="33730"/>
                  </a:lnTo>
                  <a:lnTo>
                    <a:pt x="78183" y="33290"/>
                  </a:lnTo>
                  <a:lnTo>
                    <a:pt x="78301" y="32820"/>
                  </a:lnTo>
                  <a:lnTo>
                    <a:pt x="78403" y="32336"/>
                  </a:lnTo>
                  <a:lnTo>
                    <a:pt x="78477" y="31837"/>
                  </a:lnTo>
                  <a:lnTo>
                    <a:pt x="78535" y="31309"/>
                  </a:lnTo>
                  <a:lnTo>
                    <a:pt x="78579" y="30766"/>
                  </a:lnTo>
                  <a:lnTo>
                    <a:pt x="78609" y="30209"/>
                  </a:lnTo>
                  <a:lnTo>
                    <a:pt x="78624" y="29651"/>
                  </a:lnTo>
                  <a:lnTo>
                    <a:pt x="78609" y="29064"/>
                  </a:lnTo>
                  <a:lnTo>
                    <a:pt x="78565" y="28478"/>
                  </a:lnTo>
                  <a:lnTo>
                    <a:pt x="78521" y="27891"/>
                  </a:lnTo>
                  <a:lnTo>
                    <a:pt x="78433" y="27201"/>
                  </a:lnTo>
                  <a:lnTo>
                    <a:pt x="78330" y="26526"/>
                  </a:lnTo>
                  <a:lnTo>
                    <a:pt x="78198" y="25866"/>
                  </a:lnTo>
                  <a:lnTo>
                    <a:pt x="78051" y="25206"/>
                  </a:lnTo>
                  <a:lnTo>
                    <a:pt x="77875" y="24560"/>
                  </a:lnTo>
                  <a:lnTo>
                    <a:pt x="77685" y="23929"/>
                  </a:lnTo>
                  <a:lnTo>
                    <a:pt x="77464" y="23313"/>
                  </a:lnTo>
                  <a:lnTo>
                    <a:pt x="77230" y="22697"/>
                  </a:lnTo>
                  <a:lnTo>
                    <a:pt x="76980" y="22110"/>
                  </a:lnTo>
                  <a:lnTo>
                    <a:pt x="76702" y="21523"/>
                  </a:lnTo>
                  <a:lnTo>
                    <a:pt x="76408" y="20966"/>
                  </a:lnTo>
                  <a:lnTo>
                    <a:pt x="76100" y="20438"/>
                  </a:lnTo>
                  <a:lnTo>
                    <a:pt x="75777" y="19910"/>
                  </a:lnTo>
                  <a:lnTo>
                    <a:pt x="75425" y="19411"/>
                  </a:lnTo>
                  <a:lnTo>
                    <a:pt x="75073" y="18941"/>
                  </a:lnTo>
                  <a:lnTo>
                    <a:pt x="74692" y="18486"/>
                  </a:lnTo>
                  <a:lnTo>
                    <a:pt x="74516" y="18281"/>
                  </a:lnTo>
                  <a:lnTo>
                    <a:pt x="74354" y="18046"/>
                  </a:lnTo>
                  <a:lnTo>
                    <a:pt x="74178" y="17782"/>
                  </a:lnTo>
                  <a:lnTo>
                    <a:pt x="74031" y="17503"/>
                  </a:lnTo>
                  <a:lnTo>
                    <a:pt x="73885" y="17195"/>
                  </a:lnTo>
                  <a:lnTo>
                    <a:pt x="73738" y="16843"/>
                  </a:lnTo>
                  <a:lnTo>
                    <a:pt x="73621" y="16476"/>
                  </a:lnTo>
                  <a:lnTo>
                    <a:pt x="73533" y="16066"/>
                  </a:lnTo>
                  <a:lnTo>
                    <a:pt x="73445" y="15640"/>
                  </a:lnTo>
                  <a:lnTo>
                    <a:pt x="73386" y="15171"/>
                  </a:lnTo>
                  <a:lnTo>
                    <a:pt x="73357" y="14657"/>
                  </a:lnTo>
                  <a:lnTo>
                    <a:pt x="73357" y="14129"/>
                  </a:lnTo>
                  <a:lnTo>
                    <a:pt x="73386" y="13557"/>
                  </a:lnTo>
                  <a:lnTo>
                    <a:pt x="73459" y="12941"/>
                  </a:lnTo>
                  <a:lnTo>
                    <a:pt x="73547" y="12280"/>
                  </a:lnTo>
                  <a:lnTo>
                    <a:pt x="73694" y="11591"/>
                  </a:lnTo>
                  <a:lnTo>
                    <a:pt x="73811" y="11107"/>
                  </a:lnTo>
                  <a:lnTo>
                    <a:pt x="73943" y="10623"/>
                  </a:lnTo>
                  <a:lnTo>
                    <a:pt x="74090" y="10138"/>
                  </a:lnTo>
                  <a:lnTo>
                    <a:pt x="74251" y="9640"/>
                  </a:lnTo>
                  <a:lnTo>
                    <a:pt x="74428" y="9141"/>
                  </a:lnTo>
                  <a:lnTo>
                    <a:pt x="74618" y="8657"/>
                  </a:lnTo>
                  <a:lnTo>
                    <a:pt x="74824" y="8158"/>
                  </a:lnTo>
                  <a:lnTo>
                    <a:pt x="75044" y="7674"/>
                  </a:lnTo>
                  <a:lnTo>
                    <a:pt x="75278" y="7190"/>
                  </a:lnTo>
                  <a:lnTo>
                    <a:pt x="75528" y="6705"/>
                  </a:lnTo>
                  <a:lnTo>
                    <a:pt x="75777" y="6236"/>
                  </a:lnTo>
                  <a:lnTo>
                    <a:pt x="76041" y="5781"/>
                  </a:lnTo>
                  <a:lnTo>
                    <a:pt x="76320" y="5326"/>
                  </a:lnTo>
                  <a:lnTo>
                    <a:pt x="76599" y="4886"/>
                  </a:lnTo>
                  <a:lnTo>
                    <a:pt x="76892" y="4461"/>
                  </a:lnTo>
                  <a:lnTo>
                    <a:pt x="77186" y="4035"/>
                  </a:lnTo>
                  <a:lnTo>
                    <a:pt x="77464" y="3654"/>
                  </a:lnTo>
                  <a:lnTo>
                    <a:pt x="77567" y="3478"/>
                  </a:lnTo>
                  <a:lnTo>
                    <a:pt x="77670" y="3287"/>
                  </a:lnTo>
                  <a:lnTo>
                    <a:pt x="77758" y="3111"/>
                  </a:lnTo>
                  <a:lnTo>
                    <a:pt x="77831" y="2935"/>
                  </a:lnTo>
                  <a:lnTo>
                    <a:pt x="77890" y="2773"/>
                  </a:lnTo>
                  <a:lnTo>
                    <a:pt x="77934" y="2597"/>
                  </a:lnTo>
                  <a:lnTo>
                    <a:pt x="77978" y="2451"/>
                  </a:lnTo>
                  <a:lnTo>
                    <a:pt x="77993" y="2289"/>
                  </a:lnTo>
                  <a:lnTo>
                    <a:pt x="78007" y="2128"/>
                  </a:lnTo>
                  <a:lnTo>
                    <a:pt x="78007" y="1981"/>
                  </a:lnTo>
                  <a:lnTo>
                    <a:pt x="77978" y="1849"/>
                  </a:lnTo>
                  <a:lnTo>
                    <a:pt x="77949" y="1702"/>
                  </a:lnTo>
                  <a:lnTo>
                    <a:pt x="77905" y="1570"/>
                  </a:lnTo>
                  <a:lnTo>
                    <a:pt x="77846" y="1438"/>
                  </a:lnTo>
                  <a:lnTo>
                    <a:pt x="77758" y="1277"/>
                  </a:lnTo>
                  <a:lnTo>
                    <a:pt x="77641" y="1130"/>
                  </a:lnTo>
                  <a:lnTo>
                    <a:pt x="77508" y="998"/>
                  </a:lnTo>
                  <a:lnTo>
                    <a:pt x="77347" y="866"/>
                  </a:lnTo>
                  <a:lnTo>
                    <a:pt x="77186" y="749"/>
                  </a:lnTo>
                  <a:lnTo>
                    <a:pt x="76980" y="631"/>
                  </a:lnTo>
                  <a:lnTo>
                    <a:pt x="76775" y="529"/>
                  </a:lnTo>
                  <a:lnTo>
                    <a:pt x="76526" y="441"/>
                  </a:lnTo>
                  <a:lnTo>
                    <a:pt x="76276" y="367"/>
                  </a:lnTo>
                  <a:lnTo>
                    <a:pt x="75997" y="309"/>
                  </a:lnTo>
                  <a:lnTo>
                    <a:pt x="75704" y="250"/>
                  </a:lnTo>
                  <a:lnTo>
                    <a:pt x="75381" y="191"/>
                  </a:lnTo>
                  <a:lnTo>
                    <a:pt x="75044" y="162"/>
                  </a:lnTo>
                  <a:lnTo>
                    <a:pt x="74692" y="133"/>
                  </a:lnTo>
                  <a:lnTo>
                    <a:pt x="74325" y="118"/>
                  </a:lnTo>
                  <a:lnTo>
                    <a:pt x="73929" y="118"/>
                  </a:lnTo>
                  <a:lnTo>
                    <a:pt x="73342" y="133"/>
                  </a:lnTo>
                  <a:lnTo>
                    <a:pt x="72858" y="147"/>
                  </a:lnTo>
                  <a:lnTo>
                    <a:pt x="72418" y="191"/>
                  </a:lnTo>
                  <a:lnTo>
                    <a:pt x="72344" y="191"/>
                  </a:lnTo>
                  <a:lnTo>
                    <a:pt x="72286" y="235"/>
                  </a:lnTo>
                  <a:lnTo>
                    <a:pt x="72168" y="294"/>
                  </a:lnTo>
                  <a:lnTo>
                    <a:pt x="71889" y="470"/>
                  </a:lnTo>
                  <a:lnTo>
                    <a:pt x="71479" y="734"/>
                  </a:lnTo>
                  <a:lnTo>
                    <a:pt x="70950" y="1101"/>
                  </a:lnTo>
                  <a:lnTo>
                    <a:pt x="70334" y="1570"/>
                  </a:lnTo>
                  <a:lnTo>
                    <a:pt x="69997" y="1849"/>
                  </a:lnTo>
                  <a:lnTo>
                    <a:pt x="69630" y="2157"/>
                  </a:lnTo>
                  <a:lnTo>
                    <a:pt x="69263" y="2480"/>
                  </a:lnTo>
                  <a:lnTo>
                    <a:pt x="68882" y="2832"/>
                  </a:lnTo>
                  <a:lnTo>
                    <a:pt x="68500" y="3214"/>
                  </a:lnTo>
                  <a:lnTo>
                    <a:pt x="68104" y="3624"/>
                  </a:lnTo>
                  <a:lnTo>
                    <a:pt x="67649" y="4123"/>
                  </a:lnTo>
                  <a:lnTo>
                    <a:pt x="67209" y="4637"/>
                  </a:lnTo>
                  <a:lnTo>
                    <a:pt x="66798" y="5150"/>
                  </a:lnTo>
                  <a:lnTo>
                    <a:pt x="66402" y="5678"/>
                  </a:lnTo>
                  <a:lnTo>
                    <a:pt x="66036" y="6221"/>
                  </a:lnTo>
                  <a:lnTo>
                    <a:pt x="65698" y="6764"/>
                  </a:lnTo>
                  <a:lnTo>
                    <a:pt x="65361" y="7322"/>
                  </a:lnTo>
                  <a:lnTo>
                    <a:pt x="65067" y="7894"/>
                  </a:lnTo>
                  <a:lnTo>
                    <a:pt x="64891" y="8246"/>
                  </a:lnTo>
                  <a:lnTo>
                    <a:pt x="64715" y="8598"/>
                  </a:lnTo>
                  <a:lnTo>
                    <a:pt x="64554" y="8965"/>
                  </a:lnTo>
                  <a:lnTo>
                    <a:pt x="64407" y="9332"/>
                  </a:lnTo>
                  <a:lnTo>
                    <a:pt x="64275" y="9698"/>
                  </a:lnTo>
                  <a:lnTo>
                    <a:pt x="64143" y="10065"/>
                  </a:lnTo>
                  <a:lnTo>
                    <a:pt x="64011" y="10447"/>
                  </a:lnTo>
                  <a:lnTo>
                    <a:pt x="63908" y="10813"/>
                  </a:lnTo>
                  <a:lnTo>
                    <a:pt x="63806" y="11195"/>
                  </a:lnTo>
                  <a:lnTo>
                    <a:pt x="63703" y="11576"/>
                  </a:lnTo>
                  <a:lnTo>
                    <a:pt x="63615" y="11958"/>
                  </a:lnTo>
                  <a:lnTo>
                    <a:pt x="63541" y="12339"/>
                  </a:lnTo>
                  <a:lnTo>
                    <a:pt x="63483" y="12735"/>
                  </a:lnTo>
                  <a:lnTo>
                    <a:pt x="63424" y="13117"/>
                  </a:lnTo>
                  <a:lnTo>
                    <a:pt x="63380" y="13513"/>
                  </a:lnTo>
                  <a:lnTo>
                    <a:pt x="63336" y="13894"/>
                  </a:lnTo>
                  <a:lnTo>
                    <a:pt x="63307" y="14217"/>
                  </a:lnTo>
                  <a:lnTo>
                    <a:pt x="63248" y="14525"/>
                  </a:lnTo>
                  <a:lnTo>
                    <a:pt x="63189" y="14833"/>
                  </a:lnTo>
                  <a:lnTo>
                    <a:pt x="63101" y="15127"/>
                  </a:lnTo>
                  <a:lnTo>
                    <a:pt x="62999" y="15435"/>
                  </a:lnTo>
                  <a:lnTo>
                    <a:pt x="62896" y="15728"/>
                  </a:lnTo>
                  <a:lnTo>
                    <a:pt x="62764" y="16007"/>
                  </a:lnTo>
                  <a:lnTo>
                    <a:pt x="62617" y="16300"/>
                  </a:lnTo>
                  <a:lnTo>
                    <a:pt x="62456" y="16579"/>
                  </a:lnTo>
                  <a:lnTo>
                    <a:pt x="62294" y="16843"/>
                  </a:lnTo>
                  <a:lnTo>
                    <a:pt x="62104" y="17107"/>
                  </a:lnTo>
                  <a:lnTo>
                    <a:pt x="61913" y="17371"/>
                  </a:lnTo>
                  <a:lnTo>
                    <a:pt x="61693" y="17621"/>
                  </a:lnTo>
                  <a:lnTo>
                    <a:pt x="61473" y="17856"/>
                  </a:lnTo>
                  <a:lnTo>
                    <a:pt x="61223" y="18090"/>
                  </a:lnTo>
                  <a:lnTo>
                    <a:pt x="60974" y="18325"/>
                  </a:lnTo>
                  <a:lnTo>
                    <a:pt x="60681" y="18560"/>
                  </a:lnTo>
                  <a:lnTo>
                    <a:pt x="60387" y="18780"/>
                  </a:lnTo>
                  <a:lnTo>
                    <a:pt x="60079" y="18985"/>
                  </a:lnTo>
                  <a:lnTo>
                    <a:pt x="59756" y="19176"/>
                  </a:lnTo>
                  <a:lnTo>
                    <a:pt x="59419" y="19352"/>
                  </a:lnTo>
                  <a:lnTo>
                    <a:pt x="59081" y="19513"/>
                  </a:lnTo>
                  <a:lnTo>
                    <a:pt x="58729" y="19660"/>
                  </a:lnTo>
                  <a:lnTo>
                    <a:pt x="58377" y="19792"/>
                  </a:lnTo>
                  <a:lnTo>
                    <a:pt x="58010" y="19910"/>
                  </a:lnTo>
                  <a:lnTo>
                    <a:pt x="57629" y="20012"/>
                  </a:lnTo>
                  <a:lnTo>
                    <a:pt x="57247" y="20100"/>
                  </a:lnTo>
                  <a:lnTo>
                    <a:pt x="56851" y="20174"/>
                  </a:lnTo>
                  <a:lnTo>
                    <a:pt x="56455" y="20218"/>
                  </a:lnTo>
                  <a:lnTo>
                    <a:pt x="56059" y="20262"/>
                  </a:lnTo>
                  <a:lnTo>
                    <a:pt x="55634" y="20291"/>
                  </a:lnTo>
                  <a:lnTo>
                    <a:pt x="55223" y="20291"/>
                  </a:lnTo>
                  <a:lnTo>
                    <a:pt x="54651" y="20276"/>
                  </a:lnTo>
                  <a:lnTo>
                    <a:pt x="54078" y="20232"/>
                  </a:lnTo>
                  <a:lnTo>
                    <a:pt x="53506" y="20159"/>
                  </a:lnTo>
                  <a:lnTo>
                    <a:pt x="52905" y="20056"/>
                  </a:lnTo>
                  <a:lnTo>
                    <a:pt x="52318" y="19939"/>
                  </a:lnTo>
                  <a:lnTo>
                    <a:pt x="51716" y="19777"/>
                  </a:lnTo>
                  <a:lnTo>
                    <a:pt x="51115" y="19587"/>
                  </a:lnTo>
                  <a:lnTo>
                    <a:pt x="50513" y="19381"/>
                  </a:lnTo>
                  <a:lnTo>
                    <a:pt x="49897" y="19147"/>
                  </a:lnTo>
                  <a:lnTo>
                    <a:pt x="49281" y="18868"/>
                  </a:lnTo>
                  <a:lnTo>
                    <a:pt x="48665" y="18574"/>
                  </a:lnTo>
                  <a:lnTo>
                    <a:pt x="48034" y="18252"/>
                  </a:lnTo>
                  <a:lnTo>
                    <a:pt x="47418" y="17914"/>
                  </a:lnTo>
                  <a:lnTo>
                    <a:pt x="46787" y="17533"/>
                  </a:lnTo>
                  <a:lnTo>
                    <a:pt x="46171" y="17137"/>
                  </a:lnTo>
                  <a:lnTo>
                    <a:pt x="45540" y="16711"/>
                  </a:lnTo>
                  <a:lnTo>
                    <a:pt x="44337" y="15875"/>
                  </a:lnTo>
                  <a:lnTo>
                    <a:pt x="43104" y="15039"/>
                  </a:lnTo>
                  <a:lnTo>
                    <a:pt x="41857" y="14217"/>
                  </a:lnTo>
                  <a:lnTo>
                    <a:pt x="40581" y="13410"/>
                  </a:lnTo>
                  <a:lnTo>
                    <a:pt x="39290" y="12618"/>
                  </a:lnTo>
                  <a:lnTo>
                    <a:pt x="37969" y="11840"/>
                  </a:lnTo>
                  <a:lnTo>
                    <a:pt x="36649" y="11063"/>
                  </a:lnTo>
                  <a:lnTo>
                    <a:pt x="35314" y="10314"/>
                  </a:lnTo>
                  <a:lnTo>
                    <a:pt x="33964" y="9566"/>
                  </a:lnTo>
                  <a:lnTo>
                    <a:pt x="32600" y="8847"/>
                  </a:lnTo>
                  <a:lnTo>
                    <a:pt x="31235" y="8143"/>
                  </a:lnTo>
                  <a:lnTo>
                    <a:pt x="29856" y="7454"/>
                  </a:lnTo>
                  <a:lnTo>
                    <a:pt x="28492" y="6793"/>
                  </a:lnTo>
                  <a:lnTo>
                    <a:pt x="27113" y="6148"/>
                  </a:lnTo>
                  <a:lnTo>
                    <a:pt x="25734" y="5532"/>
                  </a:lnTo>
                  <a:lnTo>
                    <a:pt x="24369" y="4930"/>
                  </a:lnTo>
                  <a:lnTo>
                    <a:pt x="22990" y="4343"/>
                  </a:lnTo>
                  <a:lnTo>
                    <a:pt x="21626" y="3800"/>
                  </a:lnTo>
                  <a:lnTo>
                    <a:pt x="20291" y="3302"/>
                  </a:lnTo>
                  <a:lnTo>
                    <a:pt x="19000" y="2817"/>
                  </a:lnTo>
                  <a:lnTo>
                    <a:pt x="17723" y="2377"/>
                  </a:lnTo>
                  <a:lnTo>
                    <a:pt x="16476" y="1981"/>
                  </a:lnTo>
                  <a:lnTo>
                    <a:pt x="15258" y="1614"/>
                  </a:lnTo>
                  <a:lnTo>
                    <a:pt x="14085" y="1277"/>
                  </a:lnTo>
                  <a:lnTo>
                    <a:pt x="12955" y="984"/>
                  </a:lnTo>
                  <a:lnTo>
                    <a:pt x="11855" y="719"/>
                  </a:lnTo>
                  <a:lnTo>
                    <a:pt x="10784" y="514"/>
                  </a:lnTo>
                  <a:lnTo>
                    <a:pt x="9771" y="323"/>
                  </a:lnTo>
                  <a:lnTo>
                    <a:pt x="8788" y="191"/>
                  </a:lnTo>
                  <a:lnTo>
                    <a:pt x="7864" y="89"/>
                  </a:lnTo>
                  <a:lnTo>
                    <a:pt x="7409" y="45"/>
                  </a:lnTo>
                  <a:lnTo>
                    <a:pt x="6984" y="30"/>
                  </a:lnTo>
                  <a:lnTo>
                    <a:pt x="6558" y="15"/>
                  </a:lnTo>
                  <a:lnTo>
                    <a:pt x="6147" y="1"/>
                  </a:lnTo>
                  <a:close/>
                </a:path>
              </a:pathLst>
            </a:custGeom>
            <a:solidFill>
              <a:srgbClr val="DB9F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6">
              <a:extLst>
                <a:ext uri="{FF2B5EF4-FFF2-40B4-BE49-F238E27FC236}">
                  <a16:creationId xmlns:a16="http://schemas.microsoft.com/office/drawing/2014/main" id="{C154AB50-CDE2-FE6E-54FE-636F6E2E320E}"/>
                </a:ext>
              </a:extLst>
            </p:cNvPr>
            <p:cNvSpPr/>
            <p:nvPr/>
          </p:nvSpPr>
          <p:spPr>
            <a:xfrm>
              <a:off x="1381150" y="1995375"/>
              <a:ext cx="2234100" cy="1512250"/>
            </a:xfrm>
            <a:custGeom>
              <a:avLst/>
              <a:gdLst/>
              <a:ahLst/>
              <a:cxnLst/>
              <a:rect l="l" t="t" r="r" b="b"/>
              <a:pathLst>
                <a:path w="89364" h="60490" extrusionOk="0">
                  <a:moveTo>
                    <a:pt x="6984" y="690"/>
                  </a:moveTo>
                  <a:lnTo>
                    <a:pt x="7409" y="704"/>
                  </a:lnTo>
                  <a:lnTo>
                    <a:pt x="7864" y="734"/>
                  </a:lnTo>
                  <a:lnTo>
                    <a:pt x="8319" y="763"/>
                  </a:lnTo>
                  <a:lnTo>
                    <a:pt x="8789" y="822"/>
                  </a:lnTo>
                  <a:lnTo>
                    <a:pt x="9273" y="880"/>
                  </a:lnTo>
                  <a:lnTo>
                    <a:pt x="10270" y="1027"/>
                  </a:lnTo>
                  <a:lnTo>
                    <a:pt x="11312" y="1218"/>
                  </a:lnTo>
                  <a:lnTo>
                    <a:pt x="12383" y="1438"/>
                  </a:lnTo>
                  <a:lnTo>
                    <a:pt x="13483" y="1702"/>
                  </a:lnTo>
                  <a:lnTo>
                    <a:pt x="14628" y="1995"/>
                  </a:lnTo>
                  <a:lnTo>
                    <a:pt x="15801" y="2333"/>
                  </a:lnTo>
                  <a:lnTo>
                    <a:pt x="16990" y="2700"/>
                  </a:lnTo>
                  <a:lnTo>
                    <a:pt x="18222" y="3110"/>
                  </a:lnTo>
                  <a:lnTo>
                    <a:pt x="19469" y="3536"/>
                  </a:lnTo>
                  <a:lnTo>
                    <a:pt x="20731" y="4005"/>
                  </a:lnTo>
                  <a:lnTo>
                    <a:pt x="22022" y="4504"/>
                  </a:lnTo>
                  <a:lnTo>
                    <a:pt x="23328" y="5032"/>
                  </a:lnTo>
                  <a:lnTo>
                    <a:pt x="24648" y="5575"/>
                  </a:lnTo>
                  <a:lnTo>
                    <a:pt x="25969" y="6162"/>
                  </a:lnTo>
                  <a:lnTo>
                    <a:pt x="27318" y="6764"/>
                  </a:lnTo>
                  <a:lnTo>
                    <a:pt x="28653" y="7394"/>
                  </a:lnTo>
                  <a:lnTo>
                    <a:pt x="30003" y="8040"/>
                  </a:lnTo>
                  <a:lnTo>
                    <a:pt x="31368" y="8715"/>
                  </a:lnTo>
                  <a:lnTo>
                    <a:pt x="32717" y="9419"/>
                  </a:lnTo>
                  <a:lnTo>
                    <a:pt x="34067" y="10138"/>
                  </a:lnTo>
                  <a:lnTo>
                    <a:pt x="35417" y="10872"/>
                  </a:lnTo>
                  <a:lnTo>
                    <a:pt x="36752" y="11620"/>
                  </a:lnTo>
                  <a:lnTo>
                    <a:pt x="38087" y="12397"/>
                  </a:lnTo>
                  <a:lnTo>
                    <a:pt x="39407" y="13190"/>
                  </a:lnTo>
                  <a:lnTo>
                    <a:pt x="40713" y="13982"/>
                  </a:lnTo>
                  <a:lnTo>
                    <a:pt x="42004" y="14803"/>
                  </a:lnTo>
                  <a:lnTo>
                    <a:pt x="43281" y="15625"/>
                  </a:lnTo>
                  <a:lnTo>
                    <a:pt x="44528" y="16476"/>
                  </a:lnTo>
                  <a:lnTo>
                    <a:pt x="45760" y="17327"/>
                  </a:lnTo>
                  <a:lnTo>
                    <a:pt x="46450" y="17796"/>
                  </a:lnTo>
                  <a:lnTo>
                    <a:pt x="47139" y="18237"/>
                  </a:lnTo>
                  <a:lnTo>
                    <a:pt x="47799" y="18633"/>
                  </a:lnTo>
                  <a:lnTo>
                    <a:pt x="48474" y="18999"/>
                  </a:lnTo>
                  <a:lnTo>
                    <a:pt x="49134" y="19322"/>
                  </a:lnTo>
                  <a:lnTo>
                    <a:pt x="49780" y="19630"/>
                  </a:lnTo>
                  <a:lnTo>
                    <a:pt x="50411" y="19894"/>
                  </a:lnTo>
                  <a:lnTo>
                    <a:pt x="51042" y="20129"/>
                  </a:lnTo>
                  <a:lnTo>
                    <a:pt x="51658" y="20335"/>
                  </a:lnTo>
                  <a:lnTo>
                    <a:pt x="52259" y="20511"/>
                  </a:lnTo>
                  <a:lnTo>
                    <a:pt x="52846" y="20657"/>
                  </a:lnTo>
                  <a:lnTo>
                    <a:pt x="53433" y="20775"/>
                  </a:lnTo>
                  <a:lnTo>
                    <a:pt x="54005" y="20863"/>
                  </a:lnTo>
                  <a:lnTo>
                    <a:pt x="54548" y="20921"/>
                  </a:lnTo>
                  <a:lnTo>
                    <a:pt x="55106" y="20965"/>
                  </a:lnTo>
                  <a:lnTo>
                    <a:pt x="56089" y="20965"/>
                  </a:lnTo>
                  <a:lnTo>
                    <a:pt x="56543" y="20936"/>
                  </a:lnTo>
                  <a:lnTo>
                    <a:pt x="56984" y="20892"/>
                  </a:lnTo>
                  <a:lnTo>
                    <a:pt x="57409" y="20819"/>
                  </a:lnTo>
                  <a:lnTo>
                    <a:pt x="57820" y="20745"/>
                  </a:lnTo>
                  <a:lnTo>
                    <a:pt x="58231" y="20643"/>
                  </a:lnTo>
                  <a:lnTo>
                    <a:pt x="58627" y="20540"/>
                  </a:lnTo>
                  <a:lnTo>
                    <a:pt x="59008" y="20408"/>
                  </a:lnTo>
                  <a:lnTo>
                    <a:pt x="59375" y="20276"/>
                  </a:lnTo>
                  <a:lnTo>
                    <a:pt x="59727" y="20114"/>
                  </a:lnTo>
                  <a:lnTo>
                    <a:pt x="60079" y="19938"/>
                  </a:lnTo>
                  <a:lnTo>
                    <a:pt x="60402" y="19762"/>
                  </a:lnTo>
                  <a:lnTo>
                    <a:pt x="60725" y="19572"/>
                  </a:lnTo>
                  <a:lnTo>
                    <a:pt x="61033" y="19366"/>
                  </a:lnTo>
                  <a:lnTo>
                    <a:pt x="61326" y="19146"/>
                  </a:lnTo>
                  <a:lnTo>
                    <a:pt x="61605" y="18911"/>
                  </a:lnTo>
                  <a:lnTo>
                    <a:pt x="61869" y="18677"/>
                  </a:lnTo>
                  <a:lnTo>
                    <a:pt x="62133" y="18427"/>
                  </a:lnTo>
                  <a:lnTo>
                    <a:pt x="62368" y="18178"/>
                  </a:lnTo>
                  <a:lnTo>
                    <a:pt x="62588" y="17914"/>
                  </a:lnTo>
                  <a:lnTo>
                    <a:pt x="62793" y="17635"/>
                  </a:lnTo>
                  <a:lnTo>
                    <a:pt x="62999" y="17356"/>
                  </a:lnTo>
                  <a:lnTo>
                    <a:pt x="63175" y="17063"/>
                  </a:lnTo>
                  <a:lnTo>
                    <a:pt x="63336" y="16769"/>
                  </a:lnTo>
                  <a:lnTo>
                    <a:pt x="63483" y="16476"/>
                  </a:lnTo>
                  <a:lnTo>
                    <a:pt x="63615" y="16168"/>
                  </a:lnTo>
                  <a:lnTo>
                    <a:pt x="63732" y="15860"/>
                  </a:lnTo>
                  <a:lnTo>
                    <a:pt x="63835" y="15552"/>
                  </a:lnTo>
                  <a:lnTo>
                    <a:pt x="63923" y="15229"/>
                  </a:lnTo>
                  <a:lnTo>
                    <a:pt x="63996" y="14906"/>
                  </a:lnTo>
                  <a:lnTo>
                    <a:pt x="64055" y="14583"/>
                  </a:lnTo>
                  <a:lnTo>
                    <a:pt x="64084" y="14261"/>
                  </a:lnTo>
                  <a:lnTo>
                    <a:pt x="64129" y="13850"/>
                  </a:lnTo>
                  <a:lnTo>
                    <a:pt x="64173" y="13439"/>
                  </a:lnTo>
                  <a:lnTo>
                    <a:pt x="64246" y="13028"/>
                  </a:lnTo>
                  <a:lnTo>
                    <a:pt x="64305" y="12632"/>
                  </a:lnTo>
                  <a:lnTo>
                    <a:pt x="64393" y="12236"/>
                  </a:lnTo>
                  <a:lnTo>
                    <a:pt x="64481" y="11855"/>
                  </a:lnTo>
                  <a:lnTo>
                    <a:pt x="64583" y="11473"/>
                  </a:lnTo>
                  <a:lnTo>
                    <a:pt x="64686" y="11106"/>
                  </a:lnTo>
                  <a:lnTo>
                    <a:pt x="64789" y="10740"/>
                  </a:lnTo>
                  <a:lnTo>
                    <a:pt x="64921" y="10387"/>
                  </a:lnTo>
                  <a:lnTo>
                    <a:pt x="65185" y="9698"/>
                  </a:lnTo>
                  <a:lnTo>
                    <a:pt x="65464" y="9023"/>
                  </a:lnTo>
                  <a:lnTo>
                    <a:pt x="65786" y="8377"/>
                  </a:lnTo>
                  <a:lnTo>
                    <a:pt x="66109" y="7761"/>
                  </a:lnTo>
                  <a:lnTo>
                    <a:pt x="66461" y="7174"/>
                  </a:lnTo>
                  <a:lnTo>
                    <a:pt x="66828" y="6617"/>
                  </a:lnTo>
                  <a:lnTo>
                    <a:pt x="67195" y="6074"/>
                  </a:lnTo>
                  <a:lnTo>
                    <a:pt x="67576" y="5561"/>
                  </a:lnTo>
                  <a:lnTo>
                    <a:pt x="67972" y="5076"/>
                  </a:lnTo>
                  <a:lnTo>
                    <a:pt x="68368" y="4622"/>
                  </a:lnTo>
                  <a:lnTo>
                    <a:pt x="68765" y="4196"/>
                  </a:lnTo>
                  <a:lnTo>
                    <a:pt x="69146" y="3785"/>
                  </a:lnTo>
                  <a:lnTo>
                    <a:pt x="69542" y="3419"/>
                  </a:lnTo>
                  <a:lnTo>
                    <a:pt x="69924" y="3066"/>
                  </a:lnTo>
                  <a:lnTo>
                    <a:pt x="70290" y="2729"/>
                  </a:lnTo>
                  <a:lnTo>
                    <a:pt x="70643" y="2436"/>
                  </a:lnTo>
                  <a:lnTo>
                    <a:pt x="70980" y="2157"/>
                  </a:lnTo>
                  <a:lnTo>
                    <a:pt x="71596" y="1687"/>
                  </a:lnTo>
                  <a:lnTo>
                    <a:pt x="72124" y="1335"/>
                  </a:lnTo>
                  <a:lnTo>
                    <a:pt x="72520" y="1071"/>
                  </a:lnTo>
                  <a:lnTo>
                    <a:pt x="72858" y="866"/>
                  </a:lnTo>
                  <a:lnTo>
                    <a:pt x="73283" y="822"/>
                  </a:lnTo>
                  <a:lnTo>
                    <a:pt x="73753" y="807"/>
                  </a:lnTo>
                  <a:lnTo>
                    <a:pt x="74340" y="792"/>
                  </a:lnTo>
                  <a:lnTo>
                    <a:pt x="74721" y="792"/>
                  </a:lnTo>
                  <a:lnTo>
                    <a:pt x="75132" y="822"/>
                  </a:lnTo>
                  <a:lnTo>
                    <a:pt x="75557" y="851"/>
                  </a:lnTo>
                  <a:lnTo>
                    <a:pt x="75968" y="910"/>
                  </a:lnTo>
                  <a:lnTo>
                    <a:pt x="76364" y="983"/>
                  </a:lnTo>
                  <a:lnTo>
                    <a:pt x="76746" y="1086"/>
                  </a:lnTo>
                  <a:lnTo>
                    <a:pt x="76937" y="1145"/>
                  </a:lnTo>
                  <a:lnTo>
                    <a:pt x="77098" y="1218"/>
                  </a:lnTo>
                  <a:lnTo>
                    <a:pt x="77259" y="1291"/>
                  </a:lnTo>
                  <a:lnTo>
                    <a:pt x="77421" y="1379"/>
                  </a:lnTo>
                  <a:lnTo>
                    <a:pt x="77553" y="1467"/>
                  </a:lnTo>
                  <a:lnTo>
                    <a:pt x="77685" y="1570"/>
                  </a:lnTo>
                  <a:lnTo>
                    <a:pt x="77787" y="1687"/>
                  </a:lnTo>
                  <a:lnTo>
                    <a:pt x="77890" y="1805"/>
                  </a:lnTo>
                  <a:lnTo>
                    <a:pt x="77964" y="1937"/>
                  </a:lnTo>
                  <a:lnTo>
                    <a:pt x="78022" y="2083"/>
                  </a:lnTo>
                  <a:lnTo>
                    <a:pt x="78052" y="2230"/>
                  </a:lnTo>
                  <a:lnTo>
                    <a:pt x="78081" y="2406"/>
                  </a:lnTo>
                  <a:lnTo>
                    <a:pt x="78066" y="2582"/>
                  </a:lnTo>
                  <a:lnTo>
                    <a:pt x="78037" y="2758"/>
                  </a:lnTo>
                  <a:lnTo>
                    <a:pt x="77993" y="2964"/>
                  </a:lnTo>
                  <a:lnTo>
                    <a:pt x="77919" y="3184"/>
                  </a:lnTo>
                  <a:lnTo>
                    <a:pt x="77817" y="3404"/>
                  </a:lnTo>
                  <a:lnTo>
                    <a:pt x="77685" y="3653"/>
                  </a:lnTo>
                  <a:lnTo>
                    <a:pt x="77523" y="3903"/>
                  </a:lnTo>
                  <a:lnTo>
                    <a:pt x="77333" y="4167"/>
                  </a:lnTo>
                  <a:lnTo>
                    <a:pt x="77039" y="4578"/>
                  </a:lnTo>
                  <a:lnTo>
                    <a:pt x="76760" y="4988"/>
                  </a:lnTo>
                  <a:lnTo>
                    <a:pt x="76482" y="5414"/>
                  </a:lnTo>
                  <a:lnTo>
                    <a:pt x="76203" y="5869"/>
                  </a:lnTo>
                  <a:lnTo>
                    <a:pt x="75939" y="6323"/>
                  </a:lnTo>
                  <a:lnTo>
                    <a:pt x="75689" y="6793"/>
                  </a:lnTo>
                  <a:lnTo>
                    <a:pt x="75440" y="7277"/>
                  </a:lnTo>
                  <a:lnTo>
                    <a:pt x="75205" y="7761"/>
                  </a:lnTo>
                  <a:lnTo>
                    <a:pt x="74971" y="8260"/>
                  </a:lnTo>
                  <a:lnTo>
                    <a:pt x="74765" y="8759"/>
                  </a:lnTo>
                  <a:lnTo>
                    <a:pt x="74560" y="9272"/>
                  </a:lnTo>
                  <a:lnTo>
                    <a:pt x="74369" y="9786"/>
                  </a:lnTo>
                  <a:lnTo>
                    <a:pt x="74193" y="10299"/>
                  </a:lnTo>
                  <a:lnTo>
                    <a:pt x="74032" y="10828"/>
                  </a:lnTo>
                  <a:lnTo>
                    <a:pt x="73900" y="11341"/>
                  </a:lnTo>
                  <a:lnTo>
                    <a:pt x="73768" y="11855"/>
                  </a:lnTo>
                  <a:lnTo>
                    <a:pt x="73665" y="12383"/>
                  </a:lnTo>
                  <a:lnTo>
                    <a:pt x="73577" y="12896"/>
                  </a:lnTo>
                  <a:lnTo>
                    <a:pt x="73503" y="13395"/>
                  </a:lnTo>
                  <a:lnTo>
                    <a:pt x="73459" y="13909"/>
                  </a:lnTo>
                  <a:lnTo>
                    <a:pt x="73430" y="14393"/>
                  </a:lnTo>
                  <a:lnTo>
                    <a:pt x="73430" y="14891"/>
                  </a:lnTo>
                  <a:lnTo>
                    <a:pt x="73459" y="15361"/>
                  </a:lnTo>
                  <a:lnTo>
                    <a:pt x="73503" y="15830"/>
                  </a:lnTo>
                  <a:lnTo>
                    <a:pt x="73562" y="16285"/>
                  </a:lnTo>
                  <a:lnTo>
                    <a:pt x="73665" y="16740"/>
                  </a:lnTo>
                  <a:lnTo>
                    <a:pt x="73782" y="17166"/>
                  </a:lnTo>
                  <a:lnTo>
                    <a:pt x="73944" y="17576"/>
                  </a:lnTo>
                  <a:lnTo>
                    <a:pt x="74120" y="17972"/>
                  </a:lnTo>
                  <a:lnTo>
                    <a:pt x="74222" y="18163"/>
                  </a:lnTo>
                  <a:lnTo>
                    <a:pt x="74340" y="18354"/>
                  </a:lnTo>
                  <a:lnTo>
                    <a:pt x="74442" y="18530"/>
                  </a:lnTo>
                  <a:lnTo>
                    <a:pt x="74574" y="18706"/>
                  </a:lnTo>
                  <a:lnTo>
                    <a:pt x="74706" y="18882"/>
                  </a:lnTo>
                  <a:lnTo>
                    <a:pt x="74853" y="19058"/>
                  </a:lnTo>
                  <a:lnTo>
                    <a:pt x="75249" y="19528"/>
                  </a:lnTo>
                  <a:lnTo>
                    <a:pt x="75631" y="20026"/>
                  </a:lnTo>
                  <a:lnTo>
                    <a:pt x="75983" y="20555"/>
                  </a:lnTo>
                  <a:lnTo>
                    <a:pt x="76306" y="21097"/>
                  </a:lnTo>
                  <a:lnTo>
                    <a:pt x="76614" y="21640"/>
                  </a:lnTo>
                  <a:lnTo>
                    <a:pt x="76907" y="22212"/>
                  </a:lnTo>
                  <a:lnTo>
                    <a:pt x="77171" y="22785"/>
                  </a:lnTo>
                  <a:lnTo>
                    <a:pt x="77421" y="23386"/>
                  </a:lnTo>
                  <a:lnTo>
                    <a:pt x="77641" y="23973"/>
                  </a:lnTo>
                  <a:lnTo>
                    <a:pt x="77831" y="24589"/>
                  </a:lnTo>
                  <a:lnTo>
                    <a:pt x="78022" y="25191"/>
                  </a:lnTo>
                  <a:lnTo>
                    <a:pt x="78169" y="25807"/>
                  </a:lnTo>
                  <a:lnTo>
                    <a:pt x="78316" y="26423"/>
                  </a:lnTo>
                  <a:lnTo>
                    <a:pt x="78418" y="27039"/>
                  </a:lnTo>
                  <a:lnTo>
                    <a:pt x="78521" y="27656"/>
                  </a:lnTo>
                  <a:lnTo>
                    <a:pt x="78594" y="28257"/>
                  </a:lnTo>
                  <a:lnTo>
                    <a:pt x="78638" y="28859"/>
                  </a:lnTo>
                  <a:lnTo>
                    <a:pt x="78682" y="29445"/>
                  </a:lnTo>
                  <a:lnTo>
                    <a:pt x="78682" y="30032"/>
                  </a:lnTo>
                  <a:lnTo>
                    <a:pt x="78682" y="30604"/>
                  </a:lnTo>
                  <a:lnTo>
                    <a:pt x="78653" y="31162"/>
                  </a:lnTo>
                  <a:lnTo>
                    <a:pt x="78609" y="31719"/>
                  </a:lnTo>
                  <a:lnTo>
                    <a:pt x="78536" y="32233"/>
                  </a:lnTo>
                  <a:lnTo>
                    <a:pt x="78448" y="32746"/>
                  </a:lnTo>
                  <a:lnTo>
                    <a:pt x="78345" y="33231"/>
                  </a:lnTo>
                  <a:lnTo>
                    <a:pt x="78228" y="33700"/>
                  </a:lnTo>
                  <a:lnTo>
                    <a:pt x="78081" y="34140"/>
                  </a:lnTo>
                  <a:lnTo>
                    <a:pt x="77919" y="34566"/>
                  </a:lnTo>
                  <a:lnTo>
                    <a:pt x="77743" y="34947"/>
                  </a:lnTo>
                  <a:lnTo>
                    <a:pt x="77538" y="35314"/>
                  </a:lnTo>
                  <a:lnTo>
                    <a:pt x="77318" y="35637"/>
                  </a:lnTo>
                  <a:lnTo>
                    <a:pt x="77201" y="35783"/>
                  </a:lnTo>
                  <a:lnTo>
                    <a:pt x="77083" y="35930"/>
                  </a:lnTo>
                  <a:lnTo>
                    <a:pt x="78257" y="37119"/>
                  </a:lnTo>
                  <a:lnTo>
                    <a:pt x="79548" y="38439"/>
                  </a:lnTo>
                  <a:lnTo>
                    <a:pt x="81162" y="40097"/>
                  </a:lnTo>
                  <a:lnTo>
                    <a:pt x="82966" y="41975"/>
                  </a:lnTo>
                  <a:lnTo>
                    <a:pt x="84844" y="43955"/>
                  </a:lnTo>
                  <a:lnTo>
                    <a:pt x="86693" y="45921"/>
                  </a:lnTo>
                  <a:lnTo>
                    <a:pt x="87573" y="46875"/>
                  </a:lnTo>
                  <a:lnTo>
                    <a:pt x="88380" y="47785"/>
                  </a:lnTo>
                  <a:lnTo>
                    <a:pt x="86752" y="49164"/>
                  </a:lnTo>
                  <a:lnTo>
                    <a:pt x="85240" y="50455"/>
                  </a:lnTo>
                  <a:lnTo>
                    <a:pt x="83861" y="51658"/>
                  </a:lnTo>
                  <a:lnTo>
                    <a:pt x="82585" y="52787"/>
                  </a:lnTo>
                  <a:lnTo>
                    <a:pt x="81426" y="53829"/>
                  </a:lnTo>
                  <a:lnTo>
                    <a:pt x="80384" y="54783"/>
                  </a:lnTo>
                  <a:lnTo>
                    <a:pt x="79445" y="55648"/>
                  </a:lnTo>
                  <a:lnTo>
                    <a:pt x="78624" y="56426"/>
                  </a:lnTo>
                  <a:lnTo>
                    <a:pt x="77274" y="57717"/>
                  </a:lnTo>
                  <a:lnTo>
                    <a:pt x="76350" y="58641"/>
                  </a:lnTo>
                  <a:lnTo>
                    <a:pt x="75792" y="59213"/>
                  </a:lnTo>
                  <a:lnTo>
                    <a:pt x="75616" y="59404"/>
                  </a:lnTo>
                  <a:lnTo>
                    <a:pt x="74662" y="58040"/>
                  </a:lnTo>
                  <a:lnTo>
                    <a:pt x="73679" y="56705"/>
                  </a:lnTo>
                  <a:lnTo>
                    <a:pt x="72697" y="55384"/>
                  </a:lnTo>
                  <a:lnTo>
                    <a:pt x="71699" y="54093"/>
                  </a:lnTo>
                  <a:lnTo>
                    <a:pt x="70701" y="52831"/>
                  </a:lnTo>
                  <a:lnTo>
                    <a:pt x="69689" y="51570"/>
                  </a:lnTo>
                  <a:lnTo>
                    <a:pt x="68662" y="50352"/>
                  </a:lnTo>
                  <a:lnTo>
                    <a:pt x="67635" y="49149"/>
                  </a:lnTo>
                  <a:lnTo>
                    <a:pt x="66593" y="47961"/>
                  </a:lnTo>
                  <a:lnTo>
                    <a:pt x="65552" y="46802"/>
                  </a:lnTo>
                  <a:lnTo>
                    <a:pt x="64510" y="45657"/>
                  </a:lnTo>
                  <a:lnTo>
                    <a:pt x="63454" y="44542"/>
                  </a:lnTo>
                  <a:lnTo>
                    <a:pt x="62397" y="43442"/>
                  </a:lnTo>
                  <a:lnTo>
                    <a:pt x="61341" y="42371"/>
                  </a:lnTo>
                  <a:lnTo>
                    <a:pt x="60285" y="41314"/>
                  </a:lnTo>
                  <a:lnTo>
                    <a:pt x="59214" y="40273"/>
                  </a:lnTo>
                  <a:lnTo>
                    <a:pt x="58157" y="39261"/>
                  </a:lnTo>
                  <a:lnTo>
                    <a:pt x="57086" y="38263"/>
                  </a:lnTo>
                  <a:lnTo>
                    <a:pt x="56030" y="37295"/>
                  </a:lnTo>
                  <a:lnTo>
                    <a:pt x="54959" y="36341"/>
                  </a:lnTo>
                  <a:lnTo>
                    <a:pt x="53903" y="35402"/>
                  </a:lnTo>
                  <a:lnTo>
                    <a:pt x="52832" y="34492"/>
                  </a:lnTo>
                  <a:lnTo>
                    <a:pt x="51775" y="33597"/>
                  </a:lnTo>
                  <a:lnTo>
                    <a:pt x="50734" y="32717"/>
                  </a:lnTo>
                  <a:lnTo>
                    <a:pt x="49677" y="31866"/>
                  </a:lnTo>
                  <a:lnTo>
                    <a:pt x="48636" y="31030"/>
                  </a:lnTo>
                  <a:lnTo>
                    <a:pt x="47594" y="30208"/>
                  </a:lnTo>
                  <a:lnTo>
                    <a:pt x="46567" y="29416"/>
                  </a:lnTo>
                  <a:lnTo>
                    <a:pt x="45540" y="28638"/>
                  </a:lnTo>
                  <a:lnTo>
                    <a:pt x="44513" y="27876"/>
                  </a:lnTo>
                  <a:lnTo>
                    <a:pt x="43515" y="27142"/>
                  </a:lnTo>
                  <a:lnTo>
                    <a:pt x="42518" y="26423"/>
                  </a:lnTo>
                  <a:lnTo>
                    <a:pt x="41520" y="25719"/>
                  </a:lnTo>
                  <a:lnTo>
                    <a:pt x="40537" y="25044"/>
                  </a:lnTo>
                  <a:lnTo>
                    <a:pt x="38615" y="23724"/>
                  </a:lnTo>
                  <a:lnTo>
                    <a:pt x="36737" y="22491"/>
                  </a:lnTo>
                  <a:lnTo>
                    <a:pt x="34933" y="21318"/>
                  </a:lnTo>
                  <a:lnTo>
                    <a:pt x="33172" y="20217"/>
                  </a:lnTo>
                  <a:lnTo>
                    <a:pt x="31485" y="19190"/>
                  </a:lnTo>
                  <a:lnTo>
                    <a:pt x="29856" y="18237"/>
                  </a:lnTo>
                  <a:lnTo>
                    <a:pt x="28316" y="17342"/>
                  </a:lnTo>
                  <a:lnTo>
                    <a:pt x="26864" y="16520"/>
                  </a:lnTo>
                  <a:lnTo>
                    <a:pt x="25499" y="15757"/>
                  </a:lnTo>
                  <a:lnTo>
                    <a:pt x="24223" y="15053"/>
                  </a:lnTo>
                  <a:lnTo>
                    <a:pt x="23049" y="14422"/>
                  </a:lnTo>
                  <a:lnTo>
                    <a:pt x="21024" y="13351"/>
                  </a:lnTo>
                  <a:lnTo>
                    <a:pt x="19469" y="12515"/>
                  </a:lnTo>
                  <a:lnTo>
                    <a:pt x="18105" y="11781"/>
                  </a:lnTo>
                  <a:lnTo>
                    <a:pt x="16652" y="11033"/>
                  </a:lnTo>
                  <a:lnTo>
                    <a:pt x="15156" y="10270"/>
                  </a:lnTo>
                  <a:lnTo>
                    <a:pt x="13601" y="9507"/>
                  </a:lnTo>
                  <a:lnTo>
                    <a:pt x="12046" y="8759"/>
                  </a:lnTo>
                  <a:lnTo>
                    <a:pt x="10490" y="8011"/>
                  </a:lnTo>
                  <a:lnTo>
                    <a:pt x="7527" y="6617"/>
                  </a:lnTo>
                  <a:lnTo>
                    <a:pt x="4871" y="5399"/>
                  </a:lnTo>
                  <a:lnTo>
                    <a:pt x="2759" y="4446"/>
                  </a:lnTo>
                  <a:lnTo>
                    <a:pt x="822" y="3580"/>
                  </a:lnTo>
                  <a:lnTo>
                    <a:pt x="881" y="3404"/>
                  </a:lnTo>
                  <a:lnTo>
                    <a:pt x="954" y="3228"/>
                  </a:lnTo>
                  <a:lnTo>
                    <a:pt x="1027" y="3052"/>
                  </a:lnTo>
                  <a:lnTo>
                    <a:pt x="1101" y="2876"/>
                  </a:lnTo>
                  <a:lnTo>
                    <a:pt x="1203" y="2729"/>
                  </a:lnTo>
                  <a:lnTo>
                    <a:pt x="1306" y="2568"/>
                  </a:lnTo>
                  <a:lnTo>
                    <a:pt x="1409" y="2421"/>
                  </a:lnTo>
                  <a:lnTo>
                    <a:pt x="1526" y="2289"/>
                  </a:lnTo>
                  <a:lnTo>
                    <a:pt x="1658" y="2142"/>
                  </a:lnTo>
                  <a:lnTo>
                    <a:pt x="1790" y="2025"/>
                  </a:lnTo>
                  <a:lnTo>
                    <a:pt x="1922" y="1893"/>
                  </a:lnTo>
                  <a:lnTo>
                    <a:pt x="2084" y="1775"/>
                  </a:lnTo>
                  <a:lnTo>
                    <a:pt x="2230" y="1673"/>
                  </a:lnTo>
                  <a:lnTo>
                    <a:pt x="2407" y="1570"/>
                  </a:lnTo>
                  <a:lnTo>
                    <a:pt x="2759" y="1379"/>
                  </a:lnTo>
                  <a:lnTo>
                    <a:pt x="3125" y="1218"/>
                  </a:lnTo>
                  <a:lnTo>
                    <a:pt x="3536" y="1071"/>
                  </a:lnTo>
                  <a:lnTo>
                    <a:pt x="3976" y="954"/>
                  </a:lnTo>
                  <a:lnTo>
                    <a:pt x="4446" y="851"/>
                  </a:lnTo>
                  <a:lnTo>
                    <a:pt x="4930" y="778"/>
                  </a:lnTo>
                  <a:lnTo>
                    <a:pt x="5443" y="719"/>
                  </a:lnTo>
                  <a:lnTo>
                    <a:pt x="5986" y="690"/>
                  </a:lnTo>
                  <a:close/>
                  <a:moveTo>
                    <a:pt x="6558" y="0"/>
                  </a:moveTo>
                  <a:lnTo>
                    <a:pt x="5942" y="15"/>
                  </a:lnTo>
                  <a:lnTo>
                    <a:pt x="5355" y="44"/>
                  </a:lnTo>
                  <a:lnTo>
                    <a:pt x="4798" y="103"/>
                  </a:lnTo>
                  <a:lnTo>
                    <a:pt x="4270" y="191"/>
                  </a:lnTo>
                  <a:lnTo>
                    <a:pt x="3771" y="294"/>
                  </a:lnTo>
                  <a:lnTo>
                    <a:pt x="3301" y="426"/>
                  </a:lnTo>
                  <a:lnTo>
                    <a:pt x="2861" y="587"/>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7456" y="45745"/>
                  </a:lnTo>
                  <a:lnTo>
                    <a:pt x="85901" y="44073"/>
                  </a:lnTo>
                  <a:lnTo>
                    <a:pt x="84287" y="42371"/>
                  </a:lnTo>
                  <a:lnTo>
                    <a:pt x="82688" y="40698"/>
                  </a:lnTo>
                  <a:lnTo>
                    <a:pt x="79856" y="37779"/>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3738" y="118"/>
                  </a:lnTo>
                  <a:lnTo>
                    <a:pt x="73254" y="147"/>
                  </a:lnTo>
                  <a:lnTo>
                    <a:pt x="72785" y="191"/>
                  </a:lnTo>
                  <a:lnTo>
                    <a:pt x="72653" y="206"/>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6">
              <a:extLst>
                <a:ext uri="{FF2B5EF4-FFF2-40B4-BE49-F238E27FC236}">
                  <a16:creationId xmlns:a16="http://schemas.microsoft.com/office/drawing/2014/main" id="{B61806C2-0D46-07C9-9A40-22811A7CA637}"/>
                </a:ext>
              </a:extLst>
            </p:cNvPr>
            <p:cNvSpPr/>
            <p:nvPr/>
          </p:nvSpPr>
          <p:spPr>
            <a:xfrm>
              <a:off x="1401700" y="2012600"/>
              <a:ext cx="2188975" cy="1467900"/>
            </a:xfrm>
            <a:custGeom>
              <a:avLst/>
              <a:gdLst/>
              <a:ahLst/>
              <a:cxnLst/>
              <a:rect l="l" t="t" r="r" b="b"/>
              <a:pathLst>
                <a:path w="87559" h="58716" fill="none" extrusionOk="0">
                  <a:moveTo>
                    <a:pt x="5736" y="1"/>
                  </a:moveTo>
                  <a:lnTo>
                    <a:pt x="5736" y="1"/>
                  </a:lnTo>
                  <a:lnTo>
                    <a:pt x="6162" y="1"/>
                  </a:lnTo>
                  <a:lnTo>
                    <a:pt x="6587" y="15"/>
                  </a:lnTo>
                  <a:lnTo>
                    <a:pt x="7042" y="45"/>
                  </a:lnTo>
                  <a:lnTo>
                    <a:pt x="7497" y="74"/>
                  </a:lnTo>
                  <a:lnTo>
                    <a:pt x="7967" y="133"/>
                  </a:lnTo>
                  <a:lnTo>
                    <a:pt x="8451" y="191"/>
                  </a:lnTo>
                  <a:lnTo>
                    <a:pt x="9448" y="338"/>
                  </a:lnTo>
                  <a:lnTo>
                    <a:pt x="10490" y="529"/>
                  </a:lnTo>
                  <a:lnTo>
                    <a:pt x="11561" y="749"/>
                  </a:lnTo>
                  <a:lnTo>
                    <a:pt x="12661" y="1013"/>
                  </a:lnTo>
                  <a:lnTo>
                    <a:pt x="13806" y="1306"/>
                  </a:lnTo>
                  <a:lnTo>
                    <a:pt x="14979" y="1644"/>
                  </a:lnTo>
                  <a:lnTo>
                    <a:pt x="16168" y="2011"/>
                  </a:lnTo>
                  <a:lnTo>
                    <a:pt x="17400" y="2421"/>
                  </a:lnTo>
                  <a:lnTo>
                    <a:pt x="18647" y="2847"/>
                  </a:lnTo>
                  <a:lnTo>
                    <a:pt x="19909" y="3316"/>
                  </a:lnTo>
                  <a:lnTo>
                    <a:pt x="21200" y="3815"/>
                  </a:lnTo>
                  <a:lnTo>
                    <a:pt x="22506" y="4343"/>
                  </a:lnTo>
                  <a:lnTo>
                    <a:pt x="23826" y="4886"/>
                  </a:lnTo>
                  <a:lnTo>
                    <a:pt x="25147" y="5473"/>
                  </a:lnTo>
                  <a:lnTo>
                    <a:pt x="26496" y="6075"/>
                  </a:lnTo>
                  <a:lnTo>
                    <a:pt x="27831" y="6705"/>
                  </a:lnTo>
                  <a:lnTo>
                    <a:pt x="29181" y="7351"/>
                  </a:lnTo>
                  <a:lnTo>
                    <a:pt x="30546" y="8026"/>
                  </a:lnTo>
                  <a:lnTo>
                    <a:pt x="31895" y="8730"/>
                  </a:lnTo>
                  <a:lnTo>
                    <a:pt x="33245" y="9449"/>
                  </a:lnTo>
                  <a:lnTo>
                    <a:pt x="34595" y="10183"/>
                  </a:lnTo>
                  <a:lnTo>
                    <a:pt x="35930" y="10931"/>
                  </a:lnTo>
                  <a:lnTo>
                    <a:pt x="37265" y="11708"/>
                  </a:lnTo>
                  <a:lnTo>
                    <a:pt x="38585" y="12501"/>
                  </a:lnTo>
                  <a:lnTo>
                    <a:pt x="39891" y="13293"/>
                  </a:lnTo>
                  <a:lnTo>
                    <a:pt x="41182" y="14114"/>
                  </a:lnTo>
                  <a:lnTo>
                    <a:pt x="42459" y="14936"/>
                  </a:lnTo>
                  <a:lnTo>
                    <a:pt x="43706" y="15787"/>
                  </a:lnTo>
                  <a:lnTo>
                    <a:pt x="44938" y="16638"/>
                  </a:lnTo>
                  <a:lnTo>
                    <a:pt x="44938" y="16638"/>
                  </a:lnTo>
                  <a:lnTo>
                    <a:pt x="45628" y="17107"/>
                  </a:lnTo>
                  <a:lnTo>
                    <a:pt x="46317" y="17548"/>
                  </a:lnTo>
                  <a:lnTo>
                    <a:pt x="46977" y="17944"/>
                  </a:lnTo>
                  <a:lnTo>
                    <a:pt x="47652" y="18310"/>
                  </a:lnTo>
                  <a:lnTo>
                    <a:pt x="48312" y="18633"/>
                  </a:lnTo>
                  <a:lnTo>
                    <a:pt x="48958" y="18941"/>
                  </a:lnTo>
                  <a:lnTo>
                    <a:pt x="49589" y="19205"/>
                  </a:lnTo>
                  <a:lnTo>
                    <a:pt x="50220" y="19440"/>
                  </a:lnTo>
                  <a:lnTo>
                    <a:pt x="50836" y="19646"/>
                  </a:lnTo>
                  <a:lnTo>
                    <a:pt x="51437" y="19822"/>
                  </a:lnTo>
                  <a:lnTo>
                    <a:pt x="52024" y="19968"/>
                  </a:lnTo>
                  <a:lnTo>
                    <a:pt x="52611" y="20086"/>
                  </a:lnTo>
                  <a:lnTo>
                    <a:pt x="53183" y="20174"/>
                  </a:lnTo>
                  <a:lnTo>
                    <a:pt x="53726" y="20232"/>
                  </a:lnTo>
                  <a:lnTo>
                    <a:pt x="54284" y="20276"/>
                  </a:lnTo>
                  <a:lnTo>
                    <a:pt x="54812" y="20276"/>
                  </a:lnTo>
                  <a:lnTo>
                    <a:pt x="54812" y="20276"/>
                  </a:lnTo>
                  <a:lnTo>
                    <a:pt x="55267" y="20276"/>
                  </a:lnTo>
                  <a:lnTo>
                    <a:pt x="55721" y="20247"/>
                  </a:lnTo>
                  <a:lnTo>
                    <a:pt x="56162" y="20203"/>
                  </a:lnTo>
                  <a:lnTo>
                    <a:pt x="56587" y="20130"/>
                  </a:lnTo>
                  <a:lnTo>
                    <a:pt x="56998" y="20056"/>
                  </a:lnTo>
                  <a:lnTo>
                    <a:pt x="57409" y="19954"/>
                  </a:lnTo>
                  <a:lnTo>
                    <a:pt x="57805" y="19851"/>
                  </a:lnTo>
                  <a:lnTo>
                    <a:pt x="58186" y="19719"/>
                  </a:lnTo>
                  <a:lnTo>
                    <a:pt x="58553" y="19587"/>
                  </a:lnTo>
                  <a:lnTo>
                    <a:pt x="58905" y="19425"/>
                  </a:lnTo>
                  <a:lnTo>
                    <a:pt x="59257" y="19249"/>
                  </a:lnTo>
                  <a:lnTo>
                    <a:pt x="59580" y="19073"/>
                  </a:lnTo>
                  <a:lnTo>
                    <a:pt x="59903" y="18883"/>
                  </a:lnTo>
                  <a:lnTo>
                    <a:pt x="60211" y="18677"/>
                  </a:lnTo>
                  <a:lnTo>
                    <a:pt x="60504" y="18457"/>
                  </a:lnTo>
                  <a:lnTo>
                    <a:pt x="60783" y="18222"/>
                  </a:lnTo>
                  <a:lnTo>
                    <a:pt x="61047" y="17988"/>
                  </a:lnTo>
                  <a:lnTo>
                    <a:pt x="61311" y="17738"/>
                  </a:lnTo>
                  <a:lnTo>
                    <a:pt x="61546" y="17489"/>
                  </a:lnTo>
                  <a:lnTo>
                    <a:pt x="61766" y="17225"/>
                  </a:lnTo>
                  <a:lnTo>
                    <a:pt x="61971" y="16946"/>
                  </a:lnTo>
                  <a:lnTo>
                    <a:pt x="62177" y="16667"/>
                  </a:lnTo>
                  <a:lnTo>
                    <a:pt x="62353" y="16374"/>
                  </a:lnTo>
                  <a:lnTo>
                    <a:pt x="62514" y="16080"/>
                  </a:lnTo>
                  <a:lnTo>
                    <a:pt x="62661" y="15787"/>
                  </a:lnTo>
                  <a:lnTo>
                    <a:pt x="62793" y="15479"/>
                  </a:lnTo>
                  <a:lnTo>
                    <a:pt x="62910" y="15171"/>
                  </a:lnTo>
                  <a:lnTo>
                    <a:pt x="63013" y="14863"/>
                  </a:lnTo>
                  <a:lnTo>
                    <a:pt x="63101" y="14540"/>
                  </a:lnTo>
                  <a:lnTo>
                    <a:pt x="63174" y="14217"/>
                  </a:lnTo>
                  <a:lnTo>
                    <a:pt x="63233" y="13894"/>
                  </a:lnTo>
                  <a:lnTo>
                    <a:pt x="63262" y="13572"/>
                  </a:lnTo>
                  <a:lnTo>
                    <a:pt x="63262" y="13572"/>
                  </a:lnTo>
                  <a:lnTo>
                    <a:pt x="63307" y="13161"/>
                  </a:lnTo>
                  <a:lnTo>
                    <a:pt x="63351" y="12750"/>
                  </a:lnTo>
                  <a:lnTo>
                    <a:pt x="63424" y="12339"/>
                  </a:lnTo>
                  <a:lnTo>
                    <a:pt x="63483" y="11943"/>
                  </a:lnTo>
                  <a:lnTo>
                    <a:pt x="63571" y="11547"/>
                  </a:lnTo>
                  <a:lnTo>
                    <a:pt x="63659" y="11166"/>
                  </a:lnTo>
                  <a:lnTo>
                    <a:pt x="63761" y="10784"/>
                  </a:lnTo>
                  <a:lnTo>
                    <a:pt x="63864" y="10417"/>
                  </a:lnTo>
                  <a:lnTo>
                    <a:pt x="63967" y="10051"/>
                  </a:lnTo>
                  <a:lnTo>
                    <a:pt x="64099" y="9698"/>
                  </a:lnTo>
                  <a:lnTo>
                    <a:pt x="64363" y="9009"/>
                  </a:lnTo>
                  <a:lnTo>
                    <a:pt x="64642" y="8334"/>
                  </a:lnTo>
                  <a:lnTo>
                    <a:pt x="64964" y="7688"/>
                  </a:lnTo>
                  <a:lnTo>
                    <a:pt x="65287" y="7072"/>
                  </a:lnTo>
                  <a:lnTo>
                    <a:pt x="65639" y="6485"/>
                  </a:lnTo>
                  <a:lnTo>
                    <a:pt x="66006" y="5928"/>
                  </a:lnTo>
                  <a:lnTo>
                    <a:pt x="66373" y="5385"/>
                  </a:lnTo>
                  <a:lnTo>
                    <a:pt x="66754" y="4872"/>
                  </a:lnTo>
                  <a:lnTo>
                    <a:pt x="67150" y="4387"/>
                  </a:lnTo>
                  <a:lnTo>
                    <a:pt x="67546" y="3933"/>
                  </a:lnTo>
                  <a:lnTo>
                    <a:pt x="67943" y="3507"/>
                  </a:lnTo>
                  <a:lnTo>
                    <a:pt x="68324" y="3096"/>
                  </a:lnTo>
                  <a:lnTo>
                    <a:pt x="68720" y="2730"/>
                  </a:lnTo>
                  <a:lnTo>
                    <a:pt x="69102" y="2377"/>
                  </a:lnTo>
                  <a:lnTo>
                    <a:pt x="69468" y="2040"/>
                  </a:lnTo>
                  <a:lnTo>
                    <a:pt x="69821" y="1747"/>
                  </a:lnTo>
                  <a:lnTo>
                    <a:pt x="70158" y="1468"/>
                  </a:lnTo>
                  <a:lnTo>
                    <a:pt x="70774" y="998"/>
                  </a:lnTo>
                  <a:lnTo>
                    <a:pt x="71302" y="646"/>
                  </a:lnTo>
                  <a:lnTo>
                    <a:pt x="71698" y="382"/>
                  </a:lnTo>
                  <a:lnTo>
                    <a:pt x="72036" y="177"/>
                  </a:lnTo>
                  <a:lnTo>
                    <a:pt x="72036" y="177"/>
                  </a:lnTo>
                  <a:lnTo>
                    <a:pt x="72461" y="133"/>
                  </a:lnTo>
                  <a:lnTo>
                    <a:pt x="72931" y="118"/>
                  </a:lnTo>
                  <a:lnTo>
                    <a:pt x="73518" y="103"/>
                  </a:lnTo>
                  <a:lnTo>
                    <a:pt x="73518" y="103"/>
                  </a:lnTo>
                  <a:lnTo>
                    <a:pt x="73899" y="103"/>
                  </a:lnTo>
                  <a:lnTo>
                    <a:pt x="74310" y="133"/>
                  </a:lnTo>
                  <a:lnTo>
                    <a:pt x="74735" y="162"/>
                  </a:lnTo>
                  <a:lnTo>
                    <a:pt x="75146" y="221"/>
                  </a:lnTo>
                  <a:lnTo>
                    <a:pt x="75542" y="294"/>
                  </a:lnTo>
                  <a:lnTo>
                    <a:pt x="75924" y="397"/>
                  </a:lnTo>
                  <a:lnTo>
                    <a:pt x="76115" y="456"/>
                  </a:lnTo>
                  <a:lnTo>
                    <a:pt x="76276" y="529"/>
                  </a:lnTo>
                  <a:lnTo>
                    <a:pt x="76437" y="602"/>
                  </a:lnTo>
                  <a:lnTo>
                    <a:pt x="76599" y="690"/>
                  </a:lnTo>
                  <a:lnTo>
                    <a:pt x="76731" y="778"/>
                  </a:lnTo>
                  <a:lnTo>
                    <a:pt x="76863" y="881"/>
                  </a:lnTo>
                  <a:lnTo>
                    <a:pt x="76965" y="998"/>
                  </a:lnTo>
                  <a:lnTo>
                    <a:pt x="77068" y="1116"/>
                  </a:lnTo>
                  <a:lnTo>
                    <a:pt x="77142" y="1248"/>
                  </a:lnTo>
                  <a:lnTo>
                    <a:pt x="77200" y="1394"/>
                  </a:lnTo>
                  <a:lnTo>
                    <a:pt x="77230" y="1541"/>
                  </a:lnTo>
                  <a:lnTo>
                    <a:pt x="77259" y="1717"/>
                  </a:lnTo>
                  <a:lnTo>
                    <a:pt x="77244" y="1893"/>
                  </a:lnTo>
                  <a:lnTo>
                    <a:pt x="77215" y="2069"/>
                  </a:lnTo>
                  <a:lnTo>
                    <a:pt x="77171" y="2275"/>
                  </a:lnTo>
                  <a:lnTo>
                    <a:pt x="77097" y="2495"/>
                  </a:lnTo>
                  <a:lnTo>
                    <a:pt x="76995" y="2715"/>
                  </a:lnTo>
                  <a:lnTo>
                    <a:pt x="76863" y="2964"/>
                  </a:lnTo>
                  <a:lnTo>
                    <a:pt x="76701" y="3214"/>
                  </a:lnTo>
                  <a:lnTo>
                    <a:pt x="76511" y="3478"/>
                  </a:lnTo>
                  <a:lnTo>
                    <a:pt x="76511" y="3478"/>
                  </a:lnTo>
                  <a:lnTo>
                    <a:pt x="76217" y="3889"/>
                  </a:lnTo>
                  <a:lnTo>
                    <a:pt x="75938" y="4299"/>
                  </a:lnTo>
                  <a:lnTo>
                    <a:pt x="75660" y="4725"/>
                  </a:lnTo>
                  <a:lnTo>
                    <a:pt x="75381" y="5180"/>
                  </a:lnTo>
                  <a:lnTo>
                    <a:pt x="75117" y="5634"/>
                  </a:lnTo>
                  <a:lnTo>
                    <a:pt x="74867" y="6104"/>
                  </a:lnTo>
                  <a:lnTo>
                    <a:pt x="74618" y="6588"/>
                  </a:lnTo>
                  <a:lnTo>
                    <a:pt x="74383" y="7072"/>
                  </a:lnTo>
                  <a:lnTo>
                    <a:pt x="74149" y="7571"/>
                  </a:lnTo>
                  <a:lnTo>
                    <a:pt x="73943" y="8070"/>
                  </a:lnTo>
                  <a:lnTo>
                    <a:pt x="73738" y="8583"/>
                  </a:lnTo>
                  <a:lnTo>
                    <a:pt x="73547" y="9097"/>
                  </a:lnTo>
                  <a:lnTo>
                    <a:pt x="73371" y="9610"/>
                  </a:lnTo>
                  <a:lnTo>
                    <a:pt x="73210" y="10139"/>
                  </a:lnTo>
                  <a:lnTo>
                    <a:pt x="73078" y="10652"/>
                  </a:lnTo>
                  <a:lnTo>
                    <a:pt x="72946" y="11166"/>
                  </a:lnTo>
                  <a:lnTo>
                    <a:pt x="72843" y="11694"/>
                  </a:lnTo>
                  <a:lnTo>
                    <a:pt x="72755" y="12207"/>
                  </a:lnTo>
                  <a:lnTo>
                    <a:pt x="72681" y="12706"/>
                  </a:lnTo>
                  <a:lnTo>
                    <a:pt x="72637" y="13220"/>
                  </a:lnTo>
                  <a:lnTo>
                    <a:pt x="72608" y="13704"/>
                  </a:lnTo>
                  <a:lnTo>
                    <a:pt x="72608" y="14202"/>
                  </a:lnTo>
                  <a:lnTo>
                    <a:pt x="72637" y="14672"/>
                  </a:lnTo>
                  <a:lnTo>
                    <a:pt x="72681" y="15141"/>
                  </a:lnTo>
                  <a:lnTo>
                    <a:pt x="72740" y="15596"/>
                  </a:lnTo>
                  <a:lnTo>
                    <a:pt x="72843" y="16051"/>
                  </a:lnTo>
                  <a:lnTo>
                    <a:pt x="72960" y="16477"/>
                  </a:lnTo>
                  <a:lnTo>
                    <a:pt x="73122" y="16887"/>
                  </a:lnTo>
                  <a:lnTo>
                    <a:pt x="73298" y="17283"/>
                  </a:lnTo>
                  <a:lnTo>
                    <a:pt x="73400" y="17474"/>
                  </a:lnTo>
                  <a:lnTo>
                    <a:pt x="73518" y="17665"/>
                  </a:lnTo>
                  <a:lnTo>
                    <a:pt x="73620" y="17841"/>
                  </a:lnTo>
                  <a:lnTo>
                    <a:pt x="73752" y="18017"/>
                  </a:lnTo>
                  <a:lnTo>
                    <a:pt x="73884" y="18193"/>
                  </a:lnTo>
                  <a:lnTo>
                    <a:pt x="74031" y="18369"/>
                  </a:lnTo>
                  <a:lnTo>
                    <a:pt x="74031" y="18369"/>
                  </a:lnTo>
                  <a:lnTo>
                    <a:pt x="74427" y="18839"/>
                  </a:lnTo>
                  <a:lnTo>
                    <a:pt x="74809" y="19337"/>
                  </a:lnTo>
                  <a:lnTo>
                    <a:pt x="75161" y="19866"/>
                  </a:lnTo>
                  <a:lnTo>
                    <a:pt x="75484" y="20408"/>
                  </a:lnTo>
                  <a:lnTo>
                    <a:pt x="75792" y="20951"/>
                  </a:lnTo>
                  <a:lnTo>
                    <a:pt x="76085" y="21523"/>
                  </a:lnTo>
                  <a:lnTo>
                    <a:pt x="76349" y="22096"/>
                  </a:lnTo>
                  <a:lnTo>
                    <a:pt x="76599" y="22697"/>
                  </a:lnTo>
                  <a:lnTo>
                    <a:pt x="76819" y="23284"/>
                  </a:lnTo>
                  <a:lnTo>
                    <a:pt x="77009" y="23900"/>
                  </a:lnTo>
                  <a:lnTo>
                    <a:pt x="77200" y="24502"/>
                  </a:lnTo>
                  <a:lnTo>
                    <a:pt x="77347" y="25118"/>
                  </a:lnTo>
                  <a:lnTo>
                    <a:pt x="77494" y="25734"/>
                  </a:lnTo>
                  <a:lnTo>
                    <a:pt x="77596" y="26350"/>
                  </a:lnTo>
                  <a:lnTo>
                    <a:pt x="77699" y="26967"/>
                  </a:lnTo>
                  <a:lnTo>
                    <a:pt x="77772" y="27568"/>
                  </a:lnTo>
                  <a:lnTo>
                    <a:pt x="77816" y="28170"/>
                  </a:lnTo>
                  <a:lnTo>
                    <a:pt x="77860" y="28756"/>
                  </a:lnTo>
                  <a:lnTo>
                    <a:pt x="77860" y="29343"/>
                  </a:lnTo>
                  <a:lnTo>
                    <a:pt x="77860" y="29915"/>
                  </a:lnTo>
                  <a:lnTo>
                    <a:pt x="77831" y="30473"/>
                  </a:lnTo>
                  <a:lnTo>
                    <a:pt x="77787" y="31030"/>
                  </a:lnTo>
                  <a:lnTo>
                    <a:pt x="77714" y="31544"/>
                  </a:lnTo>
                  <a:lnTo>
                    <a:pt x="77626" y="32057"/>
                  </a:lnTo>
                  <a:lnTo>
                    <a:pt x="77523" y="32542"/>
                  </a:lnTo>
                  <a:lnTo>
                    <a:pt x="77406" y="33011"/>
                  </a:lnTo>
                  <a:lnTo>
                    <a:pt x="77259" y="33451"/>
                  </a:lnTo>
                  <a:lnTo>
                    <a:pt x="77097" y="33877"/>
                  </a:lnTo>
                  <a:lnTo>
                    <a:pt x="76921" y="34258"/>
                  </a:lnTo>
                  <a:lnTo>
                    <a:pt x="76716" y="34625"/>
                  </a:lnTo>
                  <a:lnTo>
                    <a:pt x="76496" y="34948"/>
                  </a:lnTo>
                  <a:lnTo>
                    <a:pt x="76379" y="35094"/>
                  </a:lnTo>
                  <a:lnTo>
                    <a:pt x="76261" y="35241"/>
                  </a:lnTo>
                  <a:lnTo>
                    <a:pt x="76261" y="35241"/>
                  </a:lnTo>
                  <a:lnTo>
                    <a:pt x="77435" y="36430"/>
                  </a:lnTo>
                  <a:lnTo>
                    <a:pt x="78726" y="37750"/>
                  </a:lnTo>
                  <a:lnTo>
                    <a:pt x="80340" y="39408"/>
                  </a:lnTo>
                  <a:lnTo>
                    <a:pt x="82144" y="41286"/>
                  </a:lnTo>
                  <a:lnTo>
                    <a:pt x="84022" y="43266"/>
                  </a:lnTo>
                  <a:lnTo>
                    <a:pt x="85871" y="45232"/>
                  </a:lnTo>
                  <a:lnTo>
                    <a:pt x="86751" y="46186"/>
                  </a:lnTo>
                  <a:lnTo>
                    <a:pt x="87558" y="47096"/>
                  </a:lnTo>
                  <a:lnTo>
                    <a:pt x="87558" y="47096"/>
                  </a:lnTo>
                  <a:lnTo>
                    <a:pt x="85930" y="48475"/>
                  </a:lnTo>
                  <a:lnTo>
                    <a:pt x="84418" y="49766"/>
                  </a:lnTo>
                  <a:lnTo>
                    <a:pt x="83039" y="50969"/>
                  </a:lnTo>
                  <a:lnTo>
                    <a:pt x="81763" y="52098"/>
                  </a:lnTo>
                  <a:lnTo>
                    <a:pt x="80604" y="53140"/>
                  </a:lnTo>
                  <a:lnTo>
                    <a:pt x="79562" y="54094"/>
                  </a:lnTo>
                  <a:lnTo>
                    <a:pt x="78623" y="54959"/>
                  </a:lnTo>
                  <a:lnTo>
                    <a:pt x="77802" y="55737"/>
                  </a:lnTo>
                  <a:lnTo>
                    <a:pt x="76452" y="57028"/>
                  </a:lnTo>
                  <a:lnTo>
                    <a:pt x="75528" y="57952"/>
                  </a:lnTo>
                  <a:lnTo>
                    <a:pt x="74970" y="58524"/>
                  </a:lnTo>
                  <a:lnTo>
                    <a:pt x="74794" y="58715"/>
                  </a:lnTo>
                  <a:lnTo>
                    <a:pt x="74794" y="58715"/>
                  </a:lnTo>
                  <a:lnTo>
                    <a:pt x="73840" y="57351"/>
                  </a:lnTo>
                  <a:lnTo>
                    <a:pt x="72857" y="56016"/>
                  </a:lnTo>
                  <a:lnTo>
                    <a:pt x="71875" y="54695"/>
                  </a:lnTo>
                  <a:lnTo>
                    <a:pt x="70877" y="53404"/>
                  </a:lnTo>
                  <a:lnTo>
                    <a:pt x="69879" y="52142"/>
                  </a:lnTo>
                  <a:lnTo>
                    <a:pt x="68867" y="50881"/>
                  </a:lnTo>
                  <a:lnTo>
                    <a:pt x="67840" y="49663"/>
                  </a:lnTo>
                  <a:lnTo>
                    <a:pt x="66813" y="48460"/>
                  </a:lnTo>
                  <a:lnTo>
                    <a:pt x="65771" y="47272"/>
                  </a:lnTo>
                  <a:lnTo>
                    <a:pt x="64730" y="46113"/>
                  </a:lnTo>
                  <a:lnTo>
                    <a:pt x="63688" y="44968"/>
                  </a:lnTo>
                  <a:lnTo>
                    <a:pt x="62632" y="43853"/>
                  </a:lnTo>
                  <a:lnTo>
                    <a:pt x="61575" y="42753"/>
                  </a:lnTo>
                  <a:lnTo>
                    <a:pt x="60519" y="41682"/>
                  </a:lnTo>
                  <a:lnTo>
                    <a:pt x="59463" y="40625"/>
                  </a:lnTo>
                  <a:lnTo>
                    <a:pt x="58392" y="39584"/>
                  </a:lnTo>
                  <a:lnTo>
                    <a:pt x="57335" y="38572"/>
                  </a:lnTo>
                  <a:lnTo>
                    <a:pt x="56264" y="37574"/>
                  </a:lnTo>
                  <a:lnTo>
                    <a:pt x="55208" y="36606"/>
                  </a:lnTo>
                  <a:lnTo>
                    <a:pt x="54137" y="35652"/>
                  </a:lnTo>
                  <a:lnTo>
                    <a:pt x="53081" y="34713"/>
                  </a:lnTo>
                  <a:lnTo>
                    <a:pt x="52010" y="33803"/>
                  </a:lnTo>
                  <a:lnTo>
                    <a:pt x="50953" y="32908"/>
                  </a:lnTo>
                  <a:lnTo>
                    <a:pt x="49912" y="32028"/>
                  </a:lnTo>
                  <a:lnTo>
                    <a:pt x="48855" y="31177"/>
                  </a:lnTo>
                  <a:lnTo>
                    <a:pt x="47814" y="30341"/>
                  </a:lnTo>
                  <a:lnTo>
                    <a:pt x="46772" y="29519"/>
                  </a:lnTo>
                  <a:lnTo>
                    <a:pt x="45745" y="28727"/>
                  </a:lnTo>
                  <a:lnTo>
                    <a:pt x="44718" y="27949"/>
                  </a:lnTo>
                  <a:lnTo>
                    <a:pt x="43691" y="27187"/>
                  </a:lnTo>
                  <a:lnTo>
                    <a:pt x="42693" y="26453"/>
                  </a:lnTo>
                  <a:lnTo>
                    <a:pt x="41696" y="25734"/>
                  </a:lnTo>
                  <a:lnTo>
                    <a:pt x="40698" y="25030"/>
                  </a:lnTo>
                  <a:lnTo>
                    <a:pt x="39715" y="24355"/>
                  </a:lnTo>
                  <a:lnTo>
                    <a:pt x="37793" y="23035"/>
                  </a:lnTo>
                  <a:lnTo>
                    <a:pt x="35915" y="21802"/>
                  </a:lnTo>
                  <a:lnTo>
                    <a:pt x="34111" y="20629"/>
                  </a:lnTo>
                  <a:lnTo>
                    <a:pt x="32350" y="19528"/>
                  </a:lnTo>
                  <a:lnTo>
                    <a:pt x="30663" y="18501"/>
                  </a:lnTo>
                  <a:lnTo>
                    <a:pt x="29034" y="17548"/>
                  </a:lnTo>
                  <a:lnTo>
                    <a:pt x="27494" y="16653"/>
                  </a:lnTo>
                  <a:lnTo>
                    <a:pt x="26042" y="15831"/>
                  </a:lnTo>
                  <a:lnTo>
                    <a:pt x="24677" y="15068"/>
                  </a:lnTo>
                  <a:lnTo>
                    <a:pt x="23401" y="14364"/>
                  </a:lnTo>
                  <a:lnTo>
                    <a:pt x="22227" y="13733"/>
                  </a:lnTo>
                  <a:lnTo>
                    <a:pt x="20202" y="12662"/>
                  </a:lnTo>
                  <a:lnTo>
                    <a:pt x="18647" y="11826"/>
                  </a:lnTo>
                  <a:lnTo>
                    <a:pt x="18647" y="11826"/>
                  </a:lnTo>
                  <a:lnTo>
                    <a:pt x="17283" y="11092"/>
                  </a:lnTo>
                  <a:lnTo>
                    <a:pt x="15830" y="10344"/>
                  </a:lnTo>
                  <a:lnTo>
                    <a:pt x="14334" y="9581"/>
                  </a:lnTo>
                  <a:lnTo>
                    <a:pt x="12779" y="8818"/>
                  </a:lnTo>
                  <a:lnTo>
                    <a:pt x="11224" y="8070"/>
                  </a:lnTo>
                  <a:lnTo>
                    <a:pt x="9668" y="7322"/>
                  </a:lnTo>
                  <a:lnTo>
                    <a:pt x="6705" y="5928"/>
                  </a:lnTo>
                  <a:lnTo>
                    <a:pt x="4049" y="4710"/>
                  </a:lnTo>
                  <a:lnTo>
                    <a:pt x="1937" y="3757"/>
                  </a:lnTo>
                  <a:lnTo>
                    <a:pt x="0" y="2891"/>
                  </a:lnTo>
                  <a:lnTo>
                    <a:pt x="0" y="2891"/>
                  </a:lnTo>
                  <a:lnTo>
                    <a:pt x="59" y="2715"/>
                  </a:lnTo>
                  <a:lnTo>
                    <a:pt x="132" y="2539"/>
                  </a:lnTo>
                  <a:lnTo>
                    <a:pt x="205" y="2363"/>
                  </a:lnTo>
                  <a:lnTo>
                    <a:pt x="279" y="2187"/>
                  </a:lnTo>
                  <a:lnTo>
                    <a:pt x="381" y="2040"/>
                  </a:lnTo>
                  <a:lnTo>
                    <a:pt x="484" y="1879"/>
                  </a:lnTo>
                  <a:lnTo>
                    <a:pt x="587" y="1732"/>
                  </a:lnTo>
                  <a:lnTo>
                    <a:pt x="704" y="1600"/>
                  </a:lnTo>
                  <a:lnTo>
                    <a:pt x="836" y="1453"/>
                  </a:lnTo>
                  <a:lnTo>
                    <a:pt x="968" y="1336"/>
                  </a:lnTo>
                  <a:lnTo>
                    <a:pt x="1100" y="1204"/>
                  </a:lnTo>
                  <a:lnTo>
                    <a:pt x="1262" y="1086"/>
                  </a:lnTo>
                  <a:lnTo>
                    <a:pt x="1408" y="984"/>
                  </a:lnTo>
                  <a:lnTo>
                    <a:pt x="1585" y="881"/>
                  </a:lnTo>
                  <a:lnTo>
                    <a:pt x="1937" y="690"/>
                  </a:lnTo>
                  <a:lnTo>
                    <a:pt x="2303" y="529"/>
                  </a:lnTo>
                  <a:lnTo>
                    <a:pt x="2714" y="382"/>
                  </a:lnTo>
                  <a:lnTo>
                    <a:pt x="3154" y="265"/>
                  </a:lnTo>
                  <a:lnTo>
                    <a:pt x="3624" y="162"/>
                  </a:lnTo>
                  <a:lnTo>
                    <a:pt x="4108" y="89"/>
                  </a:lnTo>
                  <a:lnTo>
                    <a:pt x="4621" y="30"/>
                  </a:lnTo>
                  <a:lnTo>
                    <a:pt x="5164" y="1"/>
                  </a:lnTo>
                  <a:lnTo>
                    <a:pt x="573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6">
              <a:extLst>
                <a:ext uri="{FF2B5EF4-FFF2-40B4-BE49-F238E27FC236}">
                  <a16:creationId xmlns:a16="http://schemas.microsoft.com/office/drawing/2014/main" id="{90F17358-9217-87E5-999E-28EF1B1D2EE9}"/>
                </a:ext>
              </a:extLst>
            </p:cNvPr>
            <p:cNvSpPr/>
            <p:nvPr/>
          </p:nvSpPr>
          <p:spPr>
            <a:xfrm>
              <a:off x="1381150" y="1995375"/>
              <a:ext cx="2234100" cy="1512250"/>
            </a:xfrm>
            <a:custGeom>
              <a:avLst/>
              <a:gdLst/>
              <a:ahLst/>
              <a:cxnLst/>
              <a:rect l="l" t="t" r="r" b="b"/>
              <a:pathLst>
                <a:path w="89364" h="60490" fill="none" extrusionOk="0">
                  <a:moveTo>
                    <a:pt x="6558" y="0"/>
                  </a:moveTo>
                  <a:lnTo>
                    <a:pt x="6558" y="0"/>
                  </a:lnTo>
                  <a:lnTo>
                    <a:pt x="5942" y="15"/>
                  </a:lnTo>
                  <a:lnTo>
                    <a:pt x="5355" y="44"/>
                  </a:lnTo>
                  <a:lnTo>
                    <a:pt x="4798" y="103"/>
                  </a:lnTo>
                  <a:lnTo>
                    <a:pt x="4270" y="191"/>
                  </a:lnTo>
                  <a:lnTo>
                    <a:pt x="3771" y="294"/>
                  </a:lnTo>
                  <a:lnTo>
                    <a:pt x="3301" y="426"/>
                  </a:lnTo>
                  <a:lnTo>
                    <a:pt x="2861" y="587"/>
                  </a:lnTo>
                  <a:lnTo>
                    <a:pt x="2451" y="763"/>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19146" y="13116"/>
                  </a:lnTo>
                  <a:lnTo>
                    <a:pt x="20980" y="14099"/>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8894" y="47330"/>
                  </a:lnTo>
                  <a:lnTo>
                    <a:pt x="87456" y="45745"/>
                  </a:lnTo>
                  <a:lnTo>
                    <a:pt x="85901" y="44073"/>
                  </a:lnTo>
                  <a:lnTo>
                    <a:pt x="84287" y="42371"/>
                  </a:lnTo>
                  <a:lnTo>
                    <a:pt x="82688" y="40698"/>
                  </a:lnTo>
                  <a:lnTo>
                    <a:pt x="79856" y="37779"/>
                  </a:lnTo>
                  <a:lnTo>
                    <a:pt x="77993" y="35871"/>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4340" y="118"/>
                  </a:lnTo>
                  <a:lnTo>
                    <a:pt x="74340" y="118"/>
                  </a:lnTo>
                  <a:lnTo>
                    <a:pt x="73738" y="118"/>
                  </a:lnTo>
                  <a:lnTo>
                    <a:pt x="73254" y="147"/>
                  </a:lnTo>
                  <a:lnTo>
                    <a:pt x="72785" y="191"/>
                  </a:lnTo>
                  <a:lnTo>
                    <a:pt x="72653" y="206"/>
                  </a:lnTo>
                  <a:lnTo>
                    <a:pt x="72535" y="264"/>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lnTo>
                    <a:pt x="6558" y="0"/>
                  </a:lnTo>
                  <a:lnTo>
                    <a:pt x="6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6">
              <a:extLst>
                <a:ext uri="{FF2B5EF4-FFF2-40B4-BE49-F238E27FC236}">
                  <a16:creationId xmlns:a16="http://schemas.microsoft.com/office/drawing/2014/main" id="{34E4EB38-E660-BE6E-7479-A3EA576FF19F}"/>
                </a:ext>
              </a:extLst>
            </p:cNvPr>
            <p:cNvSpPr/>
            <p:nvPr/>
          </p:nvSpPr>
          <p:spPr>
            <a:xfrm>
              <a:off x="3301975" y="3622050"/>
              <a:ext cx="95400" cy="95375"/>
            </a:xfrm>
            <a:custGeom>
              <a:avLst/>
              <a:gdLst/>
              <a:ahLst/>
              <a:cxnLst/>
              <a:rect l="l" t="t" r="r" b="b"/>
              <a:pathLst>
                <a:path w="3816" h="3815" extrusionOk="0">
                  <a:moveTo>
                    <a:pt x="1937" y="0"/>
                  </a:moveTo>
                  <a:lnTo>
                    <a:pt x="1747" y="15"/>
                  </a:lnTo>
                  <a:lnTo>
                    <a:pt x="1571" y="30"/>
                  </a:lnTo>
                  <a:lnTo>
                    <a:pt x="1395" y="74"/>
                  </a:lnTo>
                  <a:lnTo>
                    <a:pt x="1219" y="132"/>
                  </a:lnTo>
                  <a:lnTo>
                    <a:pt x="1042" y="206"/>
                  </a:lnTo>
                  <a:lnTo>
                    <a:pt x="881" y="294"/>
                  </a:lnTo>
                  <a:lnTo>
                    <a:pt x="734" y="411"/>
                  </a:lnTo>
                  <a:lnTo>
                    <a:pt x="602" y="528"/>
                  </a:lnTo>
                  <a:lnTo>
                    <a:pt x="470" y="661"/>
                  </a:lnTo>
                  <a:lnTo>
                    <a:pt x="353" y="807"/>
                  </a:lnTo>
                  <a:lnTo>
                    <a:pt x="250" y="954"/>
                  </a:lnTo>
                  <a:lnTo>
                    <a:pt x="162" y="1130"/>
                  </a:lnTo>
                  <a:lnTo>
                    <a:pt x="104" y="1306"/>
                  </a:lnTo>
                  <a:lnTo>
                    <a:pt x="45" y="1497"/>
                  </a:lnTo>
                  <a:lnTo>
                    <a:pt x="15" y="1688"/>
                  </a:lnTo>
                  <a:lnTo>
                    <a:pt x="1" y="1878"/>
                  </a:lnTo>
                  <a:lnTo>
                    <a:pt x="1" y="2069"/>
                  </a:lnTo>
                  <a:lnTo>
                    <a:pt x="30" y="2245"/>
                  </a:lnTo>
                  <a:lnTo>
                    <a:pt x="74" y="2436"/>
                  </a:lnTo>
                  <a:lnTo>
                    <a:pt x="133" y="2612"/>
                  </a:lnTo>
                  <a:lnTo>
                    <a:pt x="206" y="2773"/>
                  </a:lnTo>
                  <a:lnTo>
                    <a:pt x="294" y="2935"/>
                  </a:lnTo>
                  <a:lnTo>
                    <a:pt x="397" y="3081"/>
                  </a:lnTo>
                  <a:lnTo>
                    <a:pt x="514" y="3228"/>
                  </a:lnTo>
                  <a:lnTo>
                    <a:pt x="661" y="3345"/>
                  </a:lnTo>
                  <a:lnTo>
                    <a:pt x="793" y="3463"/>
                  </a:lnTo>
                  <a:lnTo>
                    <a:pt x="954" y="3565"/>
                  </a:lnTo>
                  <a:lnTo>
                    <a:pt x="1131" y="3653"/>
                  </a:lnTo>
                  <a:lnTo>
                    <a:pt x="1307" y="3727"/>
                  </a:lnTo>
                  <a:lnTo>
                    <a:pt x="1497" y="3771"/>
                  </a:lnTo>
                  <a:lnTo>
                    <a:pt x="1688" y="3815"/>
                  </a:lnTo>
                  <a:lnTo>
                    <a:pt x="2069" y="3815"/>
                  </a:lnTo>
                  <a:lnTo>
                    <a:pt x="2246" y="3785"/>
                  </a:lnTo>
                  <a:lnTo>
                    <a:pt x="2436" y="3741"/>
                  </a:lnTo>
                  <a:lnTo>
                    <a:pt x="2612" y="3683"/>
                  </a:lnTo>
                  <a:lnTo>
                    <a:pt x="2774" y="3609"/>
                  </a:lnTo>
                  <a:lnTo>
                    <a:pt x="2935" y="3521"/>
                  </a:lnTo>
                  <a:lnTo>
                    <a:pt x="3082" y="3419"/>
                  </a:lnTo>
                  <a:lnTo>
                    <a:pt x="3214" y="3301"/>
                  </a:lnTo>
                  <a:lnTo>
                    <a:pt x="3346" y="3169"/>
                  </a:lnTo>
                  <a:lnTo>
                    <a:pt x="3463" y="3023"/>
                  </a:lnTo>
                  <a:lnTo>
                    <a:pt x="3566" y="2861"/>
                  </a:lnTo>
                  <a:lnTo>
                    <a:pt x="3654" y="2700"/>
                  </a:lnTo>
                  <a:lnTo>
                    <a:pt x="3727" y="2524"/>
                  </a:lnTo>
                  <a:lnTo>
                    <a:pt x="3771" y="2333"/>
                  </a:lnTo>
                  <a:lnTo>
                    <a:pt x="3801" y="2142"/>
                  </a:lnTo>
                  <a:lnTo>
                    <a:pt x="3815" y="1952"/>
                  </a:lnTo>
                  <a:lnTo>
                    <a:pt x="3815" y="1761"/>
                  </a:lnTo>
                  <a:lnTo>
                    <a:pt x="3786" y="1570"/>
                  </a:lnTo>
                  <a:lnTo>
                    <a:pt x="3742" y="1394"/>
                  </a:lnTo>
                  <a:lnTo>
                    <a:pt x="3683" y="1218"/>
                  </a:lnTo>
                  <a:lnTo>
                    <a:pt x="3610" y="1042"/>
                  </a:lnTo>
                  <a:lnTo>
                    <a:pt x="3522" y="895"/>
                  </a:lnTo>
                  <a:lnTo>
                    <a:pt x="3419" y="734"/>
                  </a:lnTo>
                  <a:lnTo>
                    <a:pt x="3302" y="602"/>
                  </a:lnTo>
                  <a:lnTo>
                    <a:pt x="3170" y="470"/>
                  </a:lnTo>
                  <a:lnTo>
                    <a:pt x="3023" y="352"/>
                  </a:lnTo>
                  <a:lnTo>
                    <a:pt x="2862" y="250"/>
                  </a:lnTo>
                  <a:lnTo>
                    <a:pt x="2700" y="176"/>
                  </a:lnTo>
                  <a:lnTo>
                    <a:pt x="2510" y="103"/>
                  </a:lnTo>
                  <a:lnTo>
                    <a:pt x="2319" y="44"/>
                  </a:lnTo>
                  <a:lnTo>
                    <a:pt x="2128" y="15"/>
                  </a:lnTo>
                  <a:lnTo>
                    <a:pt x="19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6">
              <a:extLst>
                <a:ext uri="{FF2B5EF4-FFF2-40B4-BE49-F238E27FC236}">
                  <a16:creationId xmlns:a16="http://schemas.microsoft.com/office/drawing/2014/main" id="{0A42A769-A79F-0DE4-EC7B-8A0B92647408}"/>
                </a:ext>
              </a:extLst>
            </p:cNvPr>
            <p:cNvSpPr/>
            <p:nvPr/>
          </p:nvSpPr>
          <p:spPr>
            <a:xfrm>
              <a:off x="984650" y="340450"/>
              <a:ext cx="3078050" cy="1528775"/>
            </a:xfrm>
            <a:custGeom>
              <a:avLst/>
              <a:gdLst/>
              <a:ahLst/>
              <a:cxnLst/>
              <a:rect l="l" t="t" r="r" b="b"/>
              <a:pathLst>
                <a:path w="123122" h="61151" extrusionOk="0">
                  <a:moveTo>
                    <a:pt x="61781" y="0"/>
                  </a:moveTo>
                  <a:lnTo>
                    <a:pt x="61004" y="15"/>
                  </a:lnTo>
                  <a:lnTo>
                    <a:pt x="60212" y="15"/>
                  </a:lnTo>
                  <a:lnTo>
                    <a:pt x="59419" y="44"/>
                  </a:lnTo>
                  <a:lnTo>
                    <a:pt x="58642" y="74"/>
                  </a:lnTo>
                  <a:lnTo>
                    <a:pt x="57864" y="118"/>
                  </a:lnTo>
                  <a:lnTo>
                    <a:pt x="57087" y="162"/>
                  </a:lnTo>
                  <a:lnTo>
                    <a:pt x="56309" y="220"/>
                  </a:lnTo>
                  <a:lnTo>
                    <a:pt x="55532" y="294"/>
                  </a:lnTo>
                  <a:lnTo>
                    <a:pt x="54754" y="382"/>
                  </a:lnTo>
                  <a:lnTo>
                    <a:pt x="53991" y="470"/>
                  </a:lnTo>
                  <a:lnTo>
                    <a:pt x="53228" y="558"/>
                  </a:lnTo>
                  <a:lnTo>
                    <a:pt x="52465" y="675"/>
                  </a:lnTo>
                  <a:lnTo>
                    <a:pt x="51702" y="793"/>
                  </a:lnTo>
                  <a:lnTo>
                    <a:pt x="50954" y="910"/>
                  </a:lnTo>
                  <a:lnTo>
                    <a:pt x="50206" y="1057"/>
                  </a:lnTo>
                  <a:lnTo>
                    <a:pt x="49458" y="1203"/>
                  </a:lnTo>
                  <a:lnTo>
                    <a:pt x="48709" y="1350"/>
                  </a:lnTo>
                  <a:lnTo>
                    <a:pt x="47961" y="1511"/>
                  </a:lnTo>
                  <a:lnTo>
                    <a:pt x="47228" y="1687"/>
                  </a:lnTo>
                  <a:lnTo>
                    <a:pt x="46494" y="1864"/>
                  </a:lnTo>
                  <a:lnTo>
                    <a:pt x="45760" y="2054"/>
                  </a:lnTo>
                  <a:lnTo>
                    <a:pt x="45027" y="2245"/>
                  </a:lnTo>
                  <a:lnTo>
                    <a:pt x="44308" y="2465"/>
                  </a:lnTo>
                  <a:lnTo>
                    <a:pt x="43574" y="2670"/>
                  </a:lnTo>
                  <a:lnTo>
                    <a:pt x="42856" y="2891"/>
                  </a:lnTo>
                  <a:lnTo>
                    <a:pt x="42151" y="3125"/>
                  </a:lnTo>
                  <a:lnTo>
                    <a:pt x="41432" y="3375"/>
                  </a:lnTo>
                  <a:lnTo>
                    <a:pt x="40728" y="3624"/>
                  </a:lnTo>
                  <a:lnTo>
                    <a:pt x="40024" y="3874"/>
                  </a:lnTo>
                  <a:lnTo>
                    <a:pt x="39334" y="4138"/>
                  </a:lnTo>
                  <a:lnTo>
                    <a:pt x="38630" y="4416"/>
                  </a:lnTo>
                  <a:lnTo>
                    <a:pt x="37941" y="4695"/>
                  </a:lnTo>
                  <a:lnTo>
                    <a:pt x="37266" y="4989"/>
                  </a:lnTo>
                  <a:lnTo>
                    <a:pt x="36576" y="5282"/>
                  </a:lnTo>
                  <a:lnTo>
                    <a:pt x="35901" y="5590"/>
                  </a:lnTo>
                  <a:lnTo>
                    <a:pt x="35226" y="5913"/>
                  </a:lnTo>
                  <a:lnTo>
                    <a:pt x="34566" y="6221"/>
                  </a:lnTo>
                  <a:lnTo>
                    <a:pt x="33891" y="6558"/>
                  </a:lnTo>
                  <a:lnTo>
                    <a:pt x="33231" y="6896"/>
                  </a:lnTo>
                  <a:lnTo>
                    <a:pt x="32586" y="7233"/>
                  </a:lnTo>
                  <a:lnTo>
                    <a:pt x="31925" y="7585"/>
                  </a:lnTo>
                  <a:lnTo>
                    <a:pt x="31280" y="7952"/>
                  </a:lnTo>
                  <a:lnTo>
                    <a:pt x="30649" y="8319"/>
                  </a:lnTo>
                  <a:lnTo>
                    <a:pt x="30004" y="8700"/>
                  </a:lnTo>
                  <a:lnTo>
                    <a:pt x="29373" y="9082"/>
                  </a:lnTo>
                  <a:lnTo>
                    <a:pt x="28756" y="9463"/>
                  </a:lnTo>
                  <a:lnTo>
                    <a:pt x="28126" y="9859"/>
                  </a:lnTo>
                  <a:lnTo>
                    <a:pt x="27509" y="10270"/>
                  </a:lnTo>
                  <a:lnTo>
                    <a:pt x="26292" y="11092"/>
                  </a:lnTo>
                  <a:lnTo>
                    <a:pt x="25103" y="11957"/>
                  </a:lnTo>
                  <a:lnTo>
                    <a:pt x="23930" y="12838"/>
                  </a:lnTo>
                  <a:lnTo>
                    <a:pt x="22771" y="13762"/>
                  </a:lnTo>
                  <a:lnTo>
                    <a:pt x="21656" y="14701"/>
                  </a:lnTo>
                  <a:lnTo>
                    <a:pt x="20541" y="15655"/>
                  </a:lnTo>
                  <a:lnTo>
                    <a:pt x="19455" y="16652"/>
                  </a:lnTo>
                  <a:lnTo>
                    <a:pt x="18399" y="17665"/>
                  </a:lnTo>
                  <a:lnTo>
                    <a:pt x="17372" y="18706"/>
                  </a:lnTo>
                  <a:lnTo>
                    <a:pt x="16359" y="19777"/>
                  </a:lnTo>
                  <a:lnTo>
                    <a:pt x="15376" y="20863"/>
                  </a:lnTo>
                  <a:lnTo>
                    <a:pt x="14408" y="21978"/>
                  </a:lnTo>
                  <a:lnTo>
                    <a:pt x="13484" y="23108"/>
                  </a:lnTo>
                  <a:lnTo>
                    <a:pt x="12574" y="24267"/>
                  </a:lnTo>
                  <a:lnTo>
                    <a:pt x="11694" y="25455"/>
                  </a:lnTo>
                  <a:lnTo>
                    <a:pt x="10843" y="26658"/>
                  </a:lnTo>
                  <a:lnTo>
                    <a:pt x="10432" y="27260"/>
                  </a:lnTo>
                  <a:lnTo>
                    <a:pt x="10021" y="27876"/>
                  </a:lnTo>
                  <a:lnTo>
                    <a:pt x="9625" y="28492"/>
                  </a:lnTo>
                  <a:lnTo>
                    <a:pt x="9229" y="29123"/>
                  </a:lnTo>
                  <a:lnTo>
                    <a:pt x="8848" y="29754"/>
                  </a:lnTo>
                  <a:lnTo>
                    <a:pt x="8466" y="30385"/>
                  </a:lnTo>
                  <a:lnTo>
                    <a:pt x="8099" y="31015"/>
                  </a:lnTo>
                  <a:lnTo>
                    <a:pt x="7733" y="31661"/>
                  </a:lnTo>
                  <a:lnTo>
                    <a:pt x="7380" y="32306"/>
                  </a:lnTo>
                  <a:lnTo>
                    <a:pt x="7028" y="32967"/>
                  </a:lnTo>
                  <a:lnTo>
                    <a:pt x="6691" y="33627"/>
                  </a:lnTo>
                  <a:lnTo>
                    <a:pt x="6353" y="34287"/>
                  </a:lnTo>
                  <a:lnTo>
                    <a:pt x="6031" y="34947"/>
                  </a:lnTo>
                  <a:lnTo>
                    <a:pt x="5708" y="35622"/>
                  </a:lnTo>
                  <a:lnTo>
                    <a:pt x="5400" y="36297"/>
                  </a:lnTo>
                  <a:lnTo>
                    <a:pt x="5106" y="36987"/>
                  </a:lnTo>
                  <a:lnTo>
                    <a:pt x="4813" y="37661"/>
                  </a:lnTo>
                  <a:lnTo>
                    <a:pt x="4520" y="38351"/>
                  </a:lnTo>
                  <a:lnTo>
                    <a:pt x="4241" y="39041"/>
                  </a:lnTo>
                  <a:lnTo>
                    <a:pt x="3977" y="39745"/>
                  </a:lnTo>
                  <a:lnTo>
                    <a:pt x="3713" y="40449"/>
                  </a:lnTo>
                  <a:lnTo>
                    <a:pt x="3463" y="41153"/>
                  </a:lnTo>
                  <a:lnTo>
                    <a:pt x="3214" y="41857"/>
                  </a:lnTo>
                  <a:lnTo>
                    <a:pt x="2979" y="42576"/>
                  </a:lnTo>
                  <a:lnTo>
                    <a:pt x="2759" y="43295"/>
                  </a:lnTo>
                  <a:lnTo>
                    <a:pt x="2539" y="44014"/>
                  </a:lnTo>
                  <a:lnTo>
                    <a:pt x="2319" y="44733"/>
                  </a:lnTo>
                  <a:lnTo>
                    <a:pt x="2128" y="45467"/>
                  </a:lnTo>
                  <a:lnTo>
                    <a:pt x="1937" y="46200"/>
                  </a:lnTo>
                  <a:lnTo>
                    <a:pt x="1747" y="46934"/>
                  </a:lnTo>
                  <a:lnTo>
                    <a:pt x="1571" y="47667"/>
                  </a:lnTo>
                  <a:lnTo>
                    <a:pt x="1409" y="48416"/>
                  </a:lnTo>
                  <a:lnTo>
                    <a:pt x="1248" y="49149"/>
                  </a:lnTo>
                  <a:lnTo>
                    <a:pt x="1101" y="49897"/>
                  </a:lnTo>
                  <a:lnTo>
                    <a:pt x="954" y="50660"/>
                  </a:lnTo>
                  <a:lnTo>
                    <a:pt x="837" y="51408"/>
                  </a:lnTo>
                  <a:lnTo>
                    <a:pt x="705" y="52171"/>
                  </a:lnTo>
                  <a:lnTo>
                    <a:pt x="602" y="52934"/>
                  </a:lnTo>
                  <a:lnTo>
                    <a:pt x="500" y="53697"/>
                  </a:lnTo>
                  <a:lnTo>
                    <a:pt x="397" y="54460"/>
                  </a:lnTo>
                  <a:lnTo>
                    <a:pt x="324" y="55238"/>
                  </a:lnTo>
                  <a:lnTo>
                    <a:pt x="250" y="56001"/>
                  </a:lnTo>
                  <a:lnTo>
                    <a:pt x="177" y="56778"/>
                  </a:lnTo>
                  <a:lnTo>
                    <a:pt x="118" y="57556"/>
                  </a:lnTo>
                  <a:lnTo>
                    <a:pt x="74" y="58348"/>
                  </a:lnTo>
                  <a:lnTo>
                    <a:pt x="45" y="59126"/>
                  </a:lnTo>
                  <a:lnTo>
                    <a:pt x="15" y="59918"/>
                  </a:lnTo>
                  <a:lnTo>
                    <a:pt x="1" y="60695"/>
                  </a:lnTo>
                  <a:lnTo>
                    <a:pt x="123122" y="61150"/>
                  </a:lnTo>
                  <a:lnTo>
                    <a:pt x="123107" y="60373"/>
                  </a:lnTo>
                  <a:lnTo>
                    <a:pt x="123093" y="59580"/>
                  </a:lnTo>
                  <a:lnTo>
                    <a:pt x="123063" y="58803"/>
                  </a:lnTo>
                  <a:lnTo>
                    <a:pt x="123019" y="58011"/>
                  </a:lnTo>
                  <a:lnTo>
                    <a:pt x="122975" y="57233"/>
                  </a:lnTo>
                  <a:lnTo>
                    <a:pt x="122917" y="56455"/>
                  </a:lnTo>
                  <a:lnTo>
                    <a:pt x="122843" y="55693"/>
                  </a:lnTo>
                  <a:lnTo>
                    <a:pt x="122770" y="54915"/>
                  </a:lnTo>
                  <a:lnTo>
                    <a:pt x="122682" y="54152"/>
                  </a:lnTo>
                  <a:lnTo>
                    <a:pt x="122579" y="53389"/>
                  </a:lnTo>
                  <a:lnTo>
                    <a:pt x="122476" y="52626"/>
                  </a:lnTo>
                  <a:lnTo>
                    <a:pt x="122359" y="51863"/>
                  </a:lnTo>
                  <a:lnTo>
                    <a:pt x="122242" y="51100"/>
                  </a:lnTo>
                  <a:lnTo>
                    <a:pt x="122110" y="50352"/>
                  </a:lnTo>
                  <a:lnTo>
                    <a:pt x="121963" y="49604"/>
                  </a:lnTo>
                  <a:lnTo>
                    <a:pt x="121816" y="48856"/>
                  </a:lnTo>
                  <a:lnTo>
                    <a:pt x="121655" y="48107"/>
                  </a:lnTo>
                  <a:lnTo>
                    <a:pt x="121479" y="47374"/>
                  </a:lnTo>
                  <a:lnTo>
                    <a:pt x="121303" y="46640"/>
                  </a:lnTo>
                  <a:lnTo>
                    <a:pt x="121112" y="45907"/>
                  </a:lnTo>
                  <a:lnTo>
                    <a:pt x="120921" y="45173"/>
                  </a:lnTo>
                  <a:lnTo>
                    <a:pt x="120716" y="44440"/>
                  </a:lnTo>
                  <a:lnTo>
                    <a:pt x="120496" y="43721"/>
                  </a:lnTo>
                  <a:lnTo>
                    <a:pt x="120276" y="43002"/>
                  </a:lnTo>
                  <a:lnTo>
                    <a:pt x="120041" y="42298"/>
                  </a:lnTo>
                  <a:lnTo>
                    <a:pt x="119806" y="41579"/>
                  </a:lnTo>
                  <a:lnTo>
                    <a:pt x="119557" y="40874"/>
                  </a:lnTo>
                  <a:lnTo>
                    <a:pt x="119307" y="40170"/>
                  </a:lnTo>
                  <a:lnTo>
                    <a:pt x="119043" y="39466"/>
                  </a:lnTo>
                  <a:lnTo>
                    <a:pt x="118765" y="38777"/>
                  </a:lnTo>
                  <a:lnTo>
                    <a:pt x="118486" y="38087"/>
                  </a:lnTo>
                  <a:lnTo>
                    <a:pt x="118192" y="37397"/>
                  </a:lnTo>
                  <a:lnTo>
                    <a:pt x="117899" y="36723"/>
                  </a:lnTo>
                  <a:lnTo>
                    <a:pt x="117591" y="36033"/>
                  </a:lnTo>
                  <a:lnTo>
                    <a:pt x="117283" y="35358"/>
                  </a:lnTo>
                  <a:lnTo>
                    <a:pt x="116960" y="34698"/>
                  </a:lnTo>
                  <a:lnTo>
                    <a:pt x="116637" y="34023"/>
                  </a:lnTo>
                  <a:lnTo>
                    <a:pt x="116300" y="33363"/>
                  </a:lnTo>
                  <a:lnTo>
                    <a:pt x="115962" y="32717"/>
                  </a:lnTo>
                  <a:lnTo>
                    <a:pt x="115610" y="32057"/>
                  </a:lnTo>
                  <a:lnTo>
                    <a:pt x="115244" y="31412"/>
                  </a:lnTo>
                  <a:lnTo>
                    <a:pt x="114877" y="30781"/>
                  </a:lnTo>
                  <a:lnTo>
                    <a:pt x="114510" y="30135"/>
                  </a:lnTo>
                  <a:lnTo>
                    <a:pt x="114129" y="29504"/>
                  </a:lnTo>
                  <a:lnTo>
                    <a:pt x="113732" y="28873"/>
                  </a:lnTo>
                  <a:lnTo>
                    <a:pt x="113336" y="28257"/>
                  </a:lnTo>
                  <a:lnTo>
                    <a:pt x="112529" y="27025"/>
                  </a:lnTo>
                  <a:lnTo>
                    <a:pt x="111693" y="25822"/>
                  </a:lnTo>
                  <a:lnTo>
                    <a:pt x="110813" y="24633"/>
                  </a:lnTo>
                  <a:lnTo>
                    <a:pt x="109918" y="23474"/>
                  </a:lnTo>
                  <a:lnTo>
                    <a:pt x="108994" y="22330"/>
                  </a:lnTo>
                  <a:lnTo>
                    <a:pt x="108040" y="21200"/>
                  </a:lnTo>
                  <a:lnTo>
                    <a:pt x="107072" y="20115"/>
                  </a:lnTo>
                  <a:lnTo>
                    <a:pt x="106074" y="19044"/>
                  </a:lnTo>
                  <a:lnTo>
                    <a:pt x="105047" y="17987"/>
                  </a:lnTo>
                  <a:lnTo>
                    <a:pt x="103991" y="16960"/>
                  </a:lnTo>
                  <a:lnTo>
                    <a:pt x="102920" y="15963"/>
                  </a:lnTo>
                  <a:lnTo>
                    <a:pt x="101819" y="14994"/>
                  </a:lnTo>
                  <a:lnTo>
                    <a:pt x="100690" y="14041"/>
                  </a:lnTo>
                  <a:lnTo>
                    <a:pt x="99545" y="13116"/>
                  </a:lnTo>
                  <a:lnTo>
                    <a:pt x="98386" y="12221"/>
                  </a:lnTo>
                  <a:lnTo>
                    <a:pt x="97198" y="11356"/>
                  </a:lnTo>
                  <a:lnTo>
                    <a:pt x="95980" y="10520"/>
                  </a:lnTo>
                  <a:lnTo>
                    <a:pt x="95364" y="10109"/>
                  </a:lnTo>
                  <a:lnTo>
                    <a:pt x="94748" y="9713"/>
                  </a:lnTo>
                  <a:lnTo>
                    <a:pt x="94132" y="9317"/>
                  </a:lnTo>
                  <a:lnTo>
                    <a:pt x="93501" y="8935"/>
                  </a:lnTo>
                  <a:lnTo>
                    <a:pt x="92870" y="8554"/>
                  </a:lnTo>
                  <a:lnTo>
                    <a:pt x="92224" y="8172"/>
                  </a:lnTo>
                  <a:lnTo>
                    <a:pt x="91593" y="7805"/>
                  </a:lnTo>
                  <a:lnTo>
                    <a:pt x="90933" y="7453"/>
                  </a:lnTo>
                  <a:lnTo>
                    <a:pt x="90288" y="7101"/>
                  </a:lnTo>
                  <a:lnTo>
                    <a:pt x="89628" y="6764"/>
                  </a:lnTo>
                  <a:lnTo>
                    <a:pt x="88967" y="6426"/>
                  </a:lnTo>
                  <a:lnTo>
                    <a:pt x="88307" y="6104"/>
                  </a:lnTo>
                  <a:lnTo>
                    <a:pt x="87632" y="5781"/>
                  </a:lnTo>
                  <a:lnTo>
                    <a:pt x="86957" y="5473"/>
                  </a:lnTo>
                  <a:lnTo>
                    <a:pt x="86282" y="5165"/>
                  </a:lnTo>
                  <a:lnTo>
                    <a:pt x="85593" y="4871"/>
                  </a:lnTo>
                  <a:lnTo>
                    <a:pt x="84903" y="4592"/>
                  </a:lnTo>
                  <a:lnTo>
                    <a:pt x="84214" y="4314"/>
                  </a:lnTo>
                  <a:lnTo>
                    <a:pt x="83524" y="4035"/>
                  </a:lnTo>
                  <a:lnTo>
                    <a:pt x="82820" y="3771"/>
                  </a:lnTo>
                  <a:lnTo>
                    <a:pt x="82116" y="3521"/>
                  </a:lnTo>
                  <a:lnTo>
                    <a:pt x="81397" y="3272"/>
                  </a:lnTo>
                  <a:lnTo>
                    <a:pt x="80693" y="3037"/>
                  </a:lnTo>
                  <a:lnTo>
                    <a:pt x="79974" y="2803"/>
                  </a:lnTo>
                  <a:lnTo>
                    <a:pt x="79255" y="2582"/>
                  </a:lnTo>
                  <a:lnTo>
                    <a:pt x="78536" y="2377"/>
                  </a:lnTo>
                  <a:lnTo>
                    <a:pt x="77802" y="2172"/>
                  </a:lnTo>
                  <a:lnTo>
                    <a:pt x="77069" y="1981"/>
                  </a:lnTo>
                  <a:lnTo>
                    <a:pt x="76335" y="1790"/>
                  </a:lnTo>
                  <a:lnTo>
                    <a:pt x="75602" y="1614"/>
                  </a:lnTo>
                  <a:lnTo>
                    <a:pt x="74854" y="1453"/>
                  </a:lnTo>
                  <a:lnTo>
                    <a:pt x="74120" y="1291"/>
                  </a:lnTo>
                  <a:lnTo>
                    <a:pt x="73372" y="1145"/>
                  </a:lnTo>
                  <a:lnTo>
                    <a:pt x="72609" y="998"/>
                  </a:lnTo>
                  <a:lnTo>
                    <a:pt x="71861" y="866"/>
                  </a:lnTo>
                  <a:lnTo>
                    <a:pt x="71098" y="749"/>
                  </a:lnTo>
                  <a:lnTo>
                    <a:pt x="70335" y="631"/>
                  </a:lnTo>
                  <a:lnTo>
                    <a:pt x="69572" y="528"/>
                  </a:lnTo>
                  <a:lnTo>
                    <a:pt x="68809" y="426"/>
                  </a:lnTo>
                  <a:lnTo>
                    <a:pt x="68046" y="338"/>
                  </a:lnTo>
                  <a:lnTo>
                    <a:pt x="67269" y="264"/>
                  </a:lnTo>
                  <a:lnTo>
                    <a:pt x="66491" y="206"/>
                  </a:lnTo>
                  <a:lnTo>
                    <a:pt x="65713" y="147"/>
                  </a:lnTo>
                  <a:lnTo>
                    <a:pt x="64936" y="103"/>
                  </a:lnTo>
                  <a:lnTo>
                    <a:pt x="64158" y="59"/>
                  </a:lnTo>
                  <a:lnTo>
                    <a:pt x="63366" y="30"/>
                  </a:lnTo>
                  <a:lnTo>
                    <a:pt x="62574" y="15"/>
                  </a:lnTo>
                  <a:lnTo>
                    <a:pt x="617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6">
              <a:extLst>
                <a:ext uri="{FF2B5EF4-FFF2-40B4-BE49-F238E27FC236}">
                  <a16:creationId xmlns:a16="http://schemas.microsoft.com/office/drawing/2014/main" id="{1775803A-274A-3AEB-9DAD-21DDD3E63B5A}"/>
                </a:ext>
              </a:extLst>
            </p:cNvPr>
            <p:cNvSpPr/>
            <p:nvPr/>
          </p:nvSpPr>
          <p:spPr>
            <a:xfrm>
              <a:off x="2426850" y="238125"/>
              <a:ext cx="193675" cy="194050"/>
            </a:xfrm>
            <a:custGeom>
              <a:avLst/>
              <a:gdLst/>
              <a:ahLst/>
              <a:cxnLst/>
              <a:rect l="l" t="t" r="r" b="b"/>
              <a:pathLst>
                <a:path w="7747" h="7762" extrusionOk="0">
                  <a:moveTo>
                    <a:pt x="3697" y="0"/>
                  </a:moveTo>
                  <a:lnTo>
                    <a:pt x="3507" y="15"/>
                  </a:lnTo>
                  <a:lnTo>
                    <a:pt x="3331" y="44"/>
                  </a:lnTo>
                  <a:lnTo>
                    <a:pt x="3140" y="73"/>
                  </a:lnTo>
                  <a:lnTo>
                    <a:pt x="2949" y="117"/>
                  </a:lnTo>
                  <a:lnTo>
                    <a:pt x="2773" y="161"/>
                  </a:lnTo>
                  <a:lnTo>
                    <a:pt x="2597" y="220"/>
                  </a:lnTo>
                  <a:lnTo>
                    <a:pt x="2421" y="279"/>
                  </a:lnTo>
                  <a:lnTo>
                    <a:pt x="2245" y="352"/>
                  </a:lnTo>
                  <a:lnTo>
                    <a:pt x="2084" y="440"/>
                  </a:lnTo>
                  <a:lnTo>
                    <a:pt x="1922" y="528"/>
                  </a:lnTo>
                  <a:lnTo>
                    <a:pt x="1761" y="631"/>
                  </a:lnTo>
                  <a:lnTo>
                    <a:pt x="1599" y="734"/>
                  </a:lnTo>
                  <a:lnTo>
                    <a:pt x="1453" y="851"/>
                  </a:lnTo>
                  <a:lnTo>
                    <a:pt x="1321" y="968"/>
                  </a:lnTo>
                  <a:lnTo>
                    <a:pt x="1174" y="1086"/>
                  </a:lnTo>
                  <a:lnTo>
                    <a:pt x="1042" y="1218"/>
                  </a:lnTo>
                  <a:lnTo>
                    <a:pt x="924" y="1364"/>
                  </a:lnTo>
                  <a:lnTo>
                    <a:pt x="807" y="1511"/>
                  </a:lnTo>
                  <a:lnTo>
                    <a:pt x="690" y="1658"/>
                  </a:lnTo>
                  <a:lnTo>
                    <a:pt x="587" y="1819"/>
                  </a:lnTo>
                  <a:lnTo>
                    <a:pt x="484" y="1981"/>
                  </a:lnTo>
                  <a:lnTo>
                    <a:pt x="396" y="2157"/>
                  </a:lnTo>
                  <a:lnTo>
                    <a:pt x="323" y="2333"/>
                  </a:lnTo>
                  <a:lnTo>
                    <a:pt x="250" y="2509"/>
                  </a:lnTo>
                  <a:lnTo>
                    <a:pt x="176" y="2700"/>
                  </a:lnTo>
                  <a:lnTo>
                    <a:pt x="132" y="2876"/>
                  </a:lnTo>
                  <a:lnTo>
                    <a:pt x="74" y="3081"/>
                  </a:lnTo>
                  <a:lnTo>
                    <a:pt x="44" y="3272"/>
                  </a:lnTo>
                  <a:lnTo>
                    <a:pt x="15" y="3462"/>
                  </a:lnTo>
                  <a:lnTo>
                    <a:pt x="0" y="3668"/>
                  </a:lnTo>
                  <a:lnTo>
                    <a:pt x="0" y="3859"/>
                  </a:lnTo>
                  <a:lnTo>
                    <a:pt x="0" y="4049"/>
                  </a:lnTo>
                  <a:lnTo>
                    <a:pt x="15" y="4240"/>
                  </a:lnTo>
                  <a:lnTo>
                    <a:pt x="30" y="4431"/>
                  </a:lnTo>
                  <a:lnTo>
                    <a:pt x="59" y="4621"/>
                  </a:lnTo>
                  <a:lnTo>
                    <a:pt x="103" y="4798"/>
                  </a:lnTo>
                  <a:lnTo>
                    <a:pt x="162" y="4988"/>
                  </a:lnTo>
                  <a:lnTo>
                    <a:pt x="220" y="5164"/>
                  </a:lnTo>
                  <a:lnTo>
                    <a:pt x="279" y="5340"/>
                  </a:lnTo>
                  <a:lnTo>
                    <a:pt x="352" y="5502"/>
                  </a:lnTo>
                  <a:lnTo>
                    <a:pt x="440" y="5678"/>
                  </a:lnTo>
                  <a:lnTo>
                    <a:pt x="528" y="5839"/>
                  </a:lnTo>
                  <a:lnTo>
                    <a:pt x="631" y="6001"/>
                  </a:lnTo>
                  <a:lnTo>
                    <a:pt x="734" y="6147"/>
                  </a:lnTo>
                  <a:lnTo>
                    <a:pt x="836" y="6294"/>
                  </a:lnTo>
                  <a:lnTo>
                    <a:pt x="954" y="6441"/>
                  </a:lnTo>
                  <a:lnTo>
                    <a:pt x="1086" y="6573"/>
                  </a:lnTo>
                  <a:lnTo>
                    <a:pt x="1218" y="6705"/>
                  </a:lnTo>
                  <a:lnTo>
                    <a:pt x="1365" y="6837"/>
                  </a:lnTo>
                  <a:lnTo>
                    <a:pt x="1511" y="6954"/>
                  </a:lnTo>
                  <a:lnTo>
                    <a:pt x="1658" y="7057"/>
                  </a:lnTo>
                  <a:lnTo>
                    <a:pt x="1819" y="7174"/>
                  </a:lnTo>
                  <a:lnTo>
                    <a:pt x="1981" y="7262"/>
                  </a:lnTo>
                  <a:lnTo>
                    <a:pt x="2142" y="7350"/>
                  </a:lnTo>
                  <a:lnTo>
                    <a:pt x="2318" y="7438"/>
                  </a:lnTo>
                  <a:lnTo>
                    <a:pt x="2509" y="7512"/>
                  </a:lnTo>
                  <a:lnTo>
                    <a:pt x="2685" y="7570"/>
                  </a:lnTo>
                  <a:lnTo>
                    <a:pt x="2876" y="7629"/>
                  </a:lnTo>
                  <a:lnTo>
                    <a:pt x="3066" y="7673"/>
                  </a:lnTo>
                  <a:lnTo>
                    <a:pt x="3272" y="7717"/>
                  </a:lnTo>
                  <a:lnTo>
                    <a:pt x="3463" y="7732"/>
                  </a:lnTo>
                  <a:lnTo>
                    <a:pt x="3653" y="7746"/>
                  </a:lnTo>
                  <a:lnTo>
                    <a:pt x="3859" y="7761"/>
                  </a:lnTo>
                  <a:lnTo>
                    <a:pt x="4049" y="7761"/>
                  </a:lnTo>
                  <a:lnTo>
                    <a:pt x="4240" y="7746"/>
                  </a:lnTo>
                  <a:lnTo>
                    <a:pt x="4431" y="7717"/>
                  </a:lnTo>
                  <a:lnTo>
                    <a:pt x="4607" y="7688"/>
                  </a:lnTo>
                  <a:lnTo>
                    <a:pt x="4798" y="7644"/>
                  </a:lnTo>
                  <a:lnTo>
                    <a:pt x="4974" y="7600"/>
                  </a:lnTo>
                  <a:lnTo>
                    <a:pt x="5150" y="7541"/>
                  </a:lnTo>
                  <a:lnTo>
                    <a:pt x="5326" y="7468"/>
                  </a:lnTo>
                  <a:lnTo>
                    <a:pt x="5502" y="7394"/>
                  </a:lnTo>
                  <a:lnTo>
                    <a:pt x="5663" y="7321"/>
                  </a:lnTo>
                  <a:lnTo>
                    <a:pt x="5825" y="7233"/>
                  </a:lnTo>
                  <a:lnTo>
                    <a:pt x="5986" y="7130"/>
                  </a:lnTo>
                  <a:lnTo>
                    <a:pt x="6147" y="7028"/>
                  </a:lnTo>
                  <a:lnTo>
                    <a:pt x="6294" y="6910"/>
                  </a:lnTo>
                  <a:lnTo>
                    <a:pt x="6441" y="6793"/>
                  </a:lnTo>
                  <a:lnTo>
                    <a:pt x="6573" y="6661"/>
                  </a:lnTo>
                  <a:lnTo>
                    <a:pt x="6705" y="6529"/>
                  </a:lnTo>
                  <a:lnTo>
                    <a:pt x="6822" y="6397"/>
                  </a:lnTo>
                  <a:lnTo>
                    <a:pt x="6940" y="6250"/>
                  </a:lnTo>
                  <a:lnTo>
                    <a:pt x="7057" y="6089"/>
                  </a:lnTo>
                  <a:lnTo>
                    <a:pt x="7160" y="5942"/>
                  </a:lnTo>
                  <a:lnTo>
                    <a:pt x="7262" y="5780"/>
                  </a:lnTo>
                  <a:lnTo>
                    <a:pt x="7350" y="5604"/>
                  </a:lnTo>
                  <a:lnTo>
                    <a:pt x="7424" y="5428"/>
                  </a:lnTo>
                  <a:lnTo>
                    <a:pt x="7497" y="5252"/>
                  </a:lnTo>
                  <a:lnTo>
                    <a:pt x="7571" y="5062"/>
                  </a:lnTo>
                  <a:lnTo>
                    <a:pt x="7629" y="4871"/>
                  </a:lnTo>
                  <a:lnTo>
                    <a:pt x="7673" y="4680"/>
                  </a:lnTo>
                  <a:lnTo>
                    <a:pt x="7703" y="4489"/>
                  </a:lnTo>
                  <a:lnTo>
                    <a:pt x="7732" y="4284"/>
                  </a:lnTo>
                  <a:lnTo>
                    <a:pt x="7747" y="4093"/>
                  </a:lnTo>
                  <a:lnTo>
                    <a:pt x="7747" y="3903"/>
                  </a:lnTo>
                  <a:lnTo>
                    <a:pt x="7747" y="3712"/>
                  </a:lnTo>
                  <a:lnTo>
                    <a:pt x="7732" y="3521"/>
                  </a:lnTo>
                  <a:lnTo>
                    <a:pt x="7717" y="3330"/>
                  </a:lnTo>
                  <a:lnTo>
                    <a:pt x="7688" y="3140"/>
                  </a:lnTo>
                  <a:lnTo>
                    <a:pt x="7644" y="2964"/>
                  </a:lnTo>
                  <a:lnTo>
                    <a:pt x="7600" y="2773"/>
                  </a:lnTo>
                  <a:lnTo>
                    <a:pt x="7541" y="2597"/>
                  </a:lnTo>
                  <a:lnTo>
                    <a:pt x="7468" y="2421"/>
                  </a:lnTo>
                  <a:lnTo>
                    <a:pt x="7395" y="2259"/>
                  </a:lnTo>
                  <a:lnTo>
                    <a:pt x="7306" y="2083"/>
                  </a:lnTo>
                  <a:lnTo>
                    <a:pt x="7218" y="1922"/>
                  </a:lnTo>
                  <a:lnTo>
                    <a:pt x="7130" y="1761"/>
                  </a:lnTo>
                  <a:lnTo>
                    <a:pt x="7013" y="1614"/>
                  </a:lnTo>
                  <a:lnTo>
                    <a:pt x="6910" y="1467"/>
                  </a:lnTo>
                  <a:lnTo>
                    <a:pt x="6793" y="1320"/>
                  </a:lnTo>
                  <a:lnTo>
                    <a:pt x="6661" y="1188"/>
                  </a:lnTo>
                  <a:lnTo>
                    <a:pt x="6529" y="1056"/>
                  </a:lnTo>
                  <a:lnTo>
                    <a:pt x="6382" y="924"/>
                  </a:lnTo>
                  <a:lnTo>
                    <a:pt x="6250" y="807"/>
                  </a:lnTo>
                  <a:lnTo>
                    <a:pt x="6089" y="690"/>
                  </a:lnTo>
                  <a:lnTo>
                    <a:pt x="5927" y="587"/>
                  </a:lnTo>
                  <a:lnTo>
                    <a:pt x="5766" y="499"/>
                  </a:lnTo>
                  <a:lnTo>
                    <a:pt x="5605" y="411"/>
                  </a:lnTo>
                  <a:lnTo>
                    <a:pt x="5429" y="323"/>
                  </a:lnTo>
                  <a:lnTo>
                    <a:pt x="5252" y="249"/>
                  </a:lnTo>
                  <a:lnTo>
                    <a:pt x="5062" y="191"/>
                  </a:lnTo>
                  <a:lnTo>
                    <a:pt x="4871" y="132"/>
                  </a:lnTo>
                  <a:lnTo>
                    <a:pt x="4680" y="88"/>
                  </a:lnTo>
                  <a:lnTo>
                    <a:pt x="4475" y="44"/>
                  </a:lnTo>
                  <a:lnTo>
                    <a:pt x="4284" y="29"/>
                  </a:lnTo>
                  <a:lnTo>
                    <a:pt x="40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6">
              <a:extLst>
                <a:ext uri="{FF2B5EF4-FFF2-40B4-BE49-F238E27FC236}">
                  <a16:creationId xmlns:a16="http://schemas.microsoft.com/office/drawing/2014/main" id="{ECB60CB0-8021-BB84-5206-E85C1EC2337E}"/>
                </a:ext>
              </a:extLst>
            </p:cNvPr>
            <p:cNvSpPr/>
            <p:nvPr/>
          </p:nvSpPr>
          <p:spPr>
            <a:xfrm>
              <a:off x="823275" y="1826650"/>
              <a:ext cx="3400825" cy="184525"/>
            </a:xfrm>
            <a:custGeom>
              <a:avLst/>
              <a:gdLst/>
              <a:ahLst/>
              <a:cxnLst/>
              <a:rect l="l" t="t" r="r" b="b"/>
              <a:pathLst>
                <a:path w="136033" h="7381" extrusionOk="0">
                  <a:moveTo>
                    <a:pt x="3448" y="0"/>
                  </a:moveTo>
                  <a:lnTo>
                    <a:pt x="3272" y="15"/>
                  </a:lnTo>
                  <a:lnTo>
                    <a:pt x="3096" y="30"/>
                  </a:lnTo>
                  <a:lnTo>
                    <a:pt x="2759" y="74"/>
                  </a:lnTo>
                  <a:lnTo>
                    <a:pt x="2436" y="162"/>
                  </a:lnTo>
                  <a:lnTo>
                    <a:pt x="2113" y="279"/>
                  </a:lnTo>
                  <a:lnTo>
                    <a:pt x="1820" y="426"/>
                  </a:lnTo>
                  <a:lnTo>
                    <a:pt x="1526" y="602"/>
                  </a:lnTo>
                  <a:lnTo>
                    <a:pt x="1262" y="793"/>
                  </a:lnTo>
                  <a:lnTo>
                    <a:pt x="1013" y="1013"/>
                  </a:lnTo>
                  <a:lnTo>
                    <a:pt x="793" y="1262"/>
                  </a:lnTo>
                  <a:lnTo>
                    <a:pt x="602" y="1526"/>
                  </a:lnTo>
                  <a:lnTo>
                    <a:pt x="426" y="1805"/>
                  </a:lnTo>
                  <a:lnTo>
                    <a:pt x="279" y="2113"/>
                  </a:lnTo>
                  <a:lnTo>
                    <a:pt x="162" y="2421"/>
                  </a:lnTo>
                  <a:lnTo>
                    <a:pt x="74" y="2759"/>
                  </a:lnTo>
                  <a:lnTo>
                    <a:pt x="15" y="3096"/>
                  </a:lnTo>
                  <a:lnTo>
                    <a:pt x="15" y="3272"/>
                  </a:lnTo>
                  <a:lnTo>
                    <a:pt x="0" y="3448"/>
                  </a:lnTo>
                  <a:lnTo>
                    <a:pt x="0" y="3624"/>
                  </a:lnTo>
                  <a:lnTo>
                    <a:pt x="15" y="3800"/>
                  </a:lnTo>
                  <a:lnTo>
                    <a:pt x="74" y="4138"/>
                  </a:lnTo>
                  <a:lnTo>
                    <a:pt x="147" y="4460"/>
                  </a:lnTo>
                  <a:lnTo>
                    <a:pt x="265" y="4783"/>
                  </a:lnTo>
                  <a:lnTo>
                    <a:pt x="411" y="5091"/>
                  </a:lnTo>
                  <a:lnTo>
                    <a:pt x="587" y="5370"/>
                  </a:lnTo>
                  <a:lnTo>
                    <a:pt x="778" y="5634"/>
                  </a:lnTo>
                  <a:lnTo>
                    <a:pt x="998" y="5884"/>
                  </a:lnTo>
                  <a:lnTo>
                    <a:pt x="1247" y="6104"/>
                  </a:lnTo>
                  <a:lnTo>
                    <a:pt x="1512" y="6309"/>
                  </a:lnTo>
                  <a:lnTo>
                    <a:pt x="1790" y="6485"/>
                  </a:lnTo>
                  <a:lnTo>
                    <a:pt x="2098" y="6632"/>
                  </a:lnTo>
                  <a:lnTo>
                    <a:pt x="2407" y="6749"/>
                  </a:lnTo>
                  <a:lnTo>
                    <a:pt x="2744" y="6822"/>
                  </a:lnTo>
                  <a:lnTo>
                    <a:pt x="3081" y="6881"/>
                  </a:lnTo>
                  <a:lnTo>
                    <a:pt x="3257" y="6896"/>
                  </a:lnTo>
                  <a:lnTo>
                    <a:pt x="3434" y="6896"/>
                  </a:lnTo>
                  <a:lnTo>
                    <a:pt x="132585" y="7380"/>
                  </a:lnTo>
                  <a:lnTo>
                    <a:pt x="132761" y="7380"/>
                  </a:lnTo>
                  <a:lnTo>
                    <a:pt x="132937" y="7365"/>
                  </a:lnTo>
                  <a:lnTo>
                    <a:pt x="133274" y="7307"/>
                  </a:lnTo>
                  <a:lnTo>
                    <a:pt x="133612" y="7219"/>
                  </a:lnTo>
                  <a:lnTo>
                    <a:pt x="133920" y="7116"/>
                  </a:lnTo>
                  <a:lnTo>
                    <a:pt x="134228" y="6969"/>
                  </a:lnTo>
                  <a:lnTo>
                    <a:pt x="134507" y="6793"/>
                  </a:lnTo>
                  <a:lnTo>
                    <a:pt x="134771" y="6588"/>
                  </a:lnTo>
                  <a:lnTo>
                    <a:pt x="135020" y="6368"/>
                  </a:lnTo>
                  <a:lnTo>
                    <a:pt x="135240" y="6133"/>
                  </a:lnTo>
                  <a:lnTo>
                    <a:pt x="135431" y="5869"/>
                  </a:lnTo>
                  <a:lnTo>
                    <a:pt x="135607" y="5575"/>
                  </a:lnTo>
                  <a:lnTo>
                    <a:pt x="135754" y="5282"/>
                  </a:lnTo>
                  <a:lnTo>
                    <a:pt x="135871" y="4959"/>
                  </a:lnTo>
                  <a:lnTo>
                    <a:pt x="135959" y="4636"/>
                  </a:lnTo>
                  <a:lnTo>
                    <a:pt x="136018" y="4299"/>
                  </a:lnTo>
                  <a:lnTo>
                    <a:pt x="136032" y="4123"/>
                  </a:lnTo>
                  <a:lnTo>
                    <a:pt x="136032" y="3947"/>
                  </a:lnTo>
                  <a:lnTo>
                    <a:pt x="136032" y="3771"/>
                  </a:lnTo>
                  <a:lnTo>
                    <a:pt x="136018" y="3595"/>
                  </a:lnTo>
                  <a:lnTo>
                    <a:pt x="135959" y="3257"/>
                  </a:lnTo>
                  <a:lnTo>
                    <a:pt x="135886" y="2920"/>
                  </a:lnTo>
                  <a:lnTo>
                    <a:pt x="135768" y="2597"/>
                  </a:lnTo>
                  <a:lnTo>
                    <a:pt x="135622" y="2304"/>
                  </a:lnTo>
                  <a:lnTo>
                    <a:pt x="135446" y="2010"/>
                  </a:lnTo>
                  <a:lnTo>
                    <a:pt x="135255" y="1746"/>
                  </a:lnTo>
                  <a:lnTo>
                    <a:pt x="135035" y="1511"/>
                  </a:lnTo>
                  <a:lnTo>
                    <a:pt x="134785" y="1277"/>
                  </a:lnTo>
                  <a:lnTo>
                    <a:pt x="134521" y="1086"/>
                  </a:lnTo>
                  <a:lnTo>
                    <a:pt x="134242" y="910"/>
                  </a:lnTo>
                  <a:lnTo>
                    <a:pt x="133934" y="763"/>
                  </a:lnTo>
                  <a:lnTo>
                    <a:pt x="133626" y="646"/>
                  </a:lnTo>
                  <a:lnTo>
                    <a:pt x="133289" y="558"/>
                  </a:lnTo>
                  <a:lnTo>
                    <a:pt x="132951" y="499"/>
                  </a:lnTo>
                  <a:lnTo>
                    <a:pt x="132775" y="485"/>
                  </a:lnTo>
                  <a:lnTo>
                    <a:pt x="132599" y="485"/>
                  </a:lnTo>
                  <a:lnTo>
                    <a:pt x="3448"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8" name="Google Shape;2038;p26">
            <a:extLst>
              <a:ext uri="{FF2B5EF4-FFF2-40B4-BE49-F238E27FC236}">
                <a16:creationId xmlns:a16="http://schemas.microsoft.com/office/drawing/2014/main" id="{590064A4-9570-66F5-1383-5F7E2E4DFDF3}"/>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User Stories </a:t>
            </a:r>
            <a:endParaRPr dirty="0"/>
          </a:p>
        </p:txBody>
      </p:sp>
      <p:sp>
        <p:nvSpPr>
          <p:cNvPr id="4" name="Google Shape;47;p15">
            <a:extLst>
              <a:ext uri="{FF2B5EF4-FFF2-40B4-BE49-F238E27FC236}">
                <a16:creationId xmlns:a16="http://schemas.microsoft.com/office/drawing/2014/main" id="{11A483D6-0D1B-F877-F78E-50A421BA01C0}"/>
              </a:ext>
            </a:extLst>
          </p:cNvPr>
          <p:cNvSpPr txBox="1">
            <a:spLocks/>
          </p:cNvSpPr>
          <p:nvPr/>
        </p:nvSpPr>
        <p:spPr>
          <a:xfrm>
            <a:off x="460910" y="871472"/>
            <a:ext cx="6375444" cy="431443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fontAlgn="ctr"/>
            <a:r>
              <a:rPr lang="en-US" b="1" dirty="0"/>
              <a:t>4) As an Owner</a:t>
            </a:r>
          </a:p>
          <a:p>
            <a:pPr fontAlgn="ctr"/>
            <a:r>
              <a:rPr lang="en-US" dirty="0"/>
              <a:t>I want to see the weekly and monthly reports regarding the summary of total sales, most ordered items, and the turnover rate of a table by the restaurant,</a:t>
            </a:r>
          </a:p>
          <a:p>
            <a:pPr fontAlgn="ctr"/>
            <a:r>
              <a:rPr lang="en-US" dirty="0"/>
              <a:t>So that I can make data-driven decisions in order to improve the profitability and operational efficiency of the establishment.</a:t>
            </a:r>
          </a:p>
          <a:p>
            <a:pPr fontAlgn="ctr"/>
            <a:endParaRPr lang="en-US" b="1" dirty="0"/>
          </a:p>
          <a:p>
            <a:pPr fontAlgn="ctr"/>
            <a:r>
              <a:rPr lang="en-US" b="1" dirty="0"/>
              <a:t>5) As a Waiter</a:t>
            </a:r>
          </a:p>
          <a:p>
            <a:pPr fontAlgn="ctr"/>
            <a:r>
              <a:rPr lang="en-US" dirty="0"/>
              <a:t>I want to receive and update customer orders through the application,</a:t>
            </a:r>
          </a:p>
          <a:p>
            <a:pPr fontAlgn="ctr"/>
            <a:r>
              <a:rPr lang="en-US" dirty="0"/>
              <a:t>So that I can reduce any manual errors and improve order processing speed.</a:t>
            </a:r>
          </a:p>
          <a:p>
            <a:pPr fontAlgn="ctr"/>
            <a:endParaRPr lang="en-US" dirty="0"/>
          </a:p>
          <a:p>
            <a:pPr fontAlgn="ctr"/>
            <a:r>
              <a:rPr lang="en-US" b="1" dirty="0"/>
              <a:t>6) As a Customer</a:t>
            </a:r>
          </a:p>
          <a:p>
            <a:pPr fontAlgn="ctr"/>
            <a:r>
              <a:rPr lang="en-US" dirty="0"/>
              <a:t>I want to view the entire menu with item descriptions and prices within the application,</a:t>
            </a:r>
          </a:p>
          <a:p>
            <a:pPr fontAlgn="ctr"/>
            <a:r>
              <a:rPr lang="en-US" dirty="0"/>
              <a:t>So that I can make informed ordering decisions without waiting for a physical menu.</a:t>
            </a:r>
          </a:p>
          <a:p>
            <a:pPr fontAlgn="ctr"/>
            <a:endParaRPr lang="en-US" dirty="0"/>
          </a:p>
          <a:p>
            <a:pPr fontAlgn="ctr"/>
            <a:endParaRPr lang="en-US" dirty="0"/>
          </a:p>
        </p:txBody>
      </p:sp>
    </p:spTree>
    <p:extLst>
      <p:ext uri="{BB962C8B-B14F-4D97-AF65-F5344CB8AC3E}">
        <p14:creationId xmlns:p14="http://schemas.microsoft.com/office/powerpoint/2010/main" val="517864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4">
          <a:extLst>
            <a:ext uri="{FF2B5EF4-FFF2-40B4-BE49-F238E27FC236}">
              <a16:creationId xmlns:a16="http://schemas.microsoft.com/office/drawing/2014/main" id="{CF7C9577-C49B-9B88-81DC-F3F1C271ED3A}"/>
            </a:ext>
          </a:extLst>
        </p:cNvPr>
        <p:cNvGrpSpPr/>
        <p:nvPr/>
      </p:nvGrpSpPr>
      <p:grpSpPr>
        <a:xfrm>
          <a:off x="0" y="0"/>
          <a:ext cx="0" cy="0"/>
          <a:chOff x="0" y="0"/>
          <a:chExt cx="0" cy="0"/>
        </a:xfrm>
      </p:grpSpPr>
      <p:grpSp>
        <p:nvGrpSpPr>
          <p:cNvPr id="2025" name="Google Shape;2025;p26">
            <a:extLst>
              <a:ext uri="{FF2B5EF4-FFF2-40B4-BE49-F238E27FC236}">
                <a16:creationId xmlns:a16="http://schemas.microsoft.com/office/drawing/2014/main" id="{EBC10034-6886-2515-D115-B73985D3CDF4}"/>
              </a:ext>
            </a:extLst>
          </p:cNvPr>
          <p:cNvGrpSpPr/>
          <p:nvPr/>
        </p:nvGrpSpPr>
        <p:grpSpPr>
          <a:xfrm>
            <a:off x="6832659" y="1554183"/>
            <a:ext cx="3745580" cy="3346995"/>
            <a:chOff x="823275" y="238125"/>
            <a:chExt cx="5955825" cy="5228500"/>
          </a:xfrm>
        </p:grpSpPr>
        <p:sp>
          <p:nvSpPr>
            <p:cNvPr id="2026" name="Google Shape;2026;p26">
              <a:extLst>
                <a:ext uri="{FF2B5EF4-FFF2-40B4-BE49-F238E27FC236}">
                  <a16:creationId xmlns:a16="http://schemas.microsoft.com/office/drawing/2014/main" id="{AAF0A9FB-2BC5-4C89-1E82-13F7CDA8D2D5}"/>
                </a:ext>
              </a:extLst>
            </p:cNvPr>
            <p:cNvSpPr/>
            <p:nvPr/>
          </p:nvSpPr>
          <p:spPr>
            <a:xfrm>
              <a:off x="3138775" y="3174575"/>
              <a:ext cx="3640325" cy="2292050"/>
            </a:xfrm>
            <a:custGeom>
              <a:avLst/>
              <a:gdLst/>
              <a:ahLst/>
              <a:cxnLst/>
              <a:rect l="l" t="t" r="r" b="b"/>
              <a:pathLst>
                <a:path w="145613" h="91682" extrusionOk="0">
                  <a:moveTo>
                    <a:pt x="18545" y="0"/>
                  </a:moveTo>
                  <a:lnTo>
                    <a:pt x="0" y="19513"/>
                  </a:lnTo>
                  <a:lnTo>
                    <a:pt x="71361" y="91681"/>
                  </a:lnTo>
                  <a:lnTo>
                    <a:pt x="145612" y="58656"/>
                  </a:lnTo>
                  <a:lnTo>
                    <a:pt x="144219" y="58304"/>
                  </a:lnTo>
                  <a:lnTo>
                    <a:pt x="142839" y="57937"/>
                  </a:lnTo>
                  <a:lnTo>
                    <a:pt x="141446" y="57570"/>
                  </a:lnTo>
                  <a:lnTo>
                    <a:pt x="140052" y="57189"/>
                  </a:lnTo>
                  <a:lnTo>
                    <a:pt x="137250" y="56382"/>
                  </a:lnTo>
                  <a:lnTo>
                    <a:pt x="134448" y="55561"/>
                  </a:lnTo>
                  <a:lnTo>
                    <a:pt x="131645" y="54695"/>
                  </a:lnTo>
                  <a:lnTo>
                    <a:pt x="128828" y="53785"/>
                  </a:lnTo>
                  <a:lnTo>
                    <a:pt x="126012" y="52846"/>
                  </a:lnTo>
                  <a:lnTo>
                    <a:pt x="123195" y="51878"/>
                  </a:lnTo>
                  <a:lnTo>
                    <a:pt x="120378" y="50895"/>
                  </a:lnTo>
                  <a:lnTo>
                    <a:pt x="117576" y="49868"/>
                  </a:lnTo>
                  <a:lnTo>
                    <a:pt x="114759" y="48812"/>
                  </a:lnTo>
                  <a:lnTo>
                    <a:pt x="111956" y="47741"/>
                  </a:lnTo>
                  <a:lnTo>
                    <a:pt x="109169" y="46655"/>
                  </a:lnTo>
                  <a:lnTo>
                    <a:pt x="106381" y="45540"/>
                  </a:lnTo>
                  <a:lnTo>
                    <a:pt x="103609" y="44396"/>
                  </a:lnTo>
                  <a:lnTo>
                    <a:pt x="100850" y="43251"/>
                  </a:lnTo>
                  <a:lnTo>
                    <a:pt x="98107" y="42078"/>
                  </a:lnTo>
                  <a:lnTo>
                    <a:pt x="95378" y="40889"/>
                  </a:lnTo>
                  <a:lnTo>
                    <a:pt x="92664" y="39701"/>
                  </a:lnTo>
                  <a:lnTo>
                    <a:pt x="89979" y="38498"/>
                  </a:lnTo>
                  <a:lnTo>
                    <a:pt x="87309" y="37280"/>
                  </a:lnTo>
                  <a:lnTo>
                    <a:pt x="84668" y="36062"/>
                  </a:lnTo>
                  <a:lnTo>
                    <a:pt x="82042" y="34830"/>
                  </a:lnTo>
                  <a:lnTo>
                    <a:pt x="79460" y="33598"/>
                  </a:lnTo>
                  <a:lnTo>
                    <a:pt x="76892" y="32351"/>
                  </a:lnTo>
                  <a:lnTo>
                    <a:pt x="74369" y="31118"/>
                  </a:lnTo>
                  <a:lnTo>
                    <a:pt x="71875" y="29886"/>
                  </a:lnTo>
                  <a:lnTo>
                    <a:pt x="69410" y="28653"/>
                  </a:lnTo>
                  <a:lnTo>
                    <a:pt x="66974" y="27421"/>
                  </a:lnTo>
                  <a:lnTo>
                    <a:pt x="64598" y="26203"/>
                  </a:lnTo>
                  <a:lnTo>
                    <a:pt x="62236" y="24986"/>
                  </a:lnTo>
                  <a:lnTo>
                    <a:pt x="59932" y="23782"/>
                  </a:lnTo>
                  <a:lnTo>
                    <a:pt x="57673" y="22579"/>
                  </a:lnTo>
                  <a:lnTo>
                    <a:pt x="55457" y="21406"/>
                  </a:lnTo>
                  <a:lnTo>
                    <a:pt x="53271" y="20232"/>
                  </a:lnTo>
                  <a:lnTo>
                    <a:pt x="51159" y="19073"/>
                  </a:lnTo>
                  <a:lnTo>
                    <a:pt x="47051" y="16828"/>
                  </a:lnTo>
                  <a:lnTo>
                    <a:pt x="43178" y="14657"/>
                  </a:lnTo>
                  <a:lnTo>
                    <a:pt x="39524" y="12588"/>
                  </a:lnTo>
                  <a:lnTo>
                    <a:pt x="36121" y="10622"/>
                  </a:lnTo>
                  <a:lnTo>
                    <a:pt x="32966" y="8788"/>
                  </a:lnTo>
                  <a:lnTo>
                    <a:pt x="30091" y="7087"/>
                  </a:lnTo>
                  <a:lnTo>
                    <a:pt x="27494" y="5531"/>
                  </a:lnTo>
                  <a:lnTo>
                    <a:pt x="25205" y="4152"/>
                  </a:lnTo>
                  <a:lnTo>
                    <a:pt x="23225" y="2935"/>
                  </a:lnTo>
                  <a:lnTo>
                    <a:pt x="21582" y="1922"/>
                  </a:lnTo>
                  <a:lnTo>
                    <a:pt x="19322" y="499"/>
                  </a:lnTo>
                  <a:lnTo>
                    <a:pt x="18545" y="0"/>
                  </a:lnTo>
                  <a:close/>
                </a:path>
              </a:pathLst>
            </a:custGeom>
            <a:solidFill>
              <a:schemeClr val="accent4"/>
            </a:solidFill>
            <a:ln w="168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6">
              <a:extLst>
                <a:ext uri="{FF2B5EF4-FFF2-40B4-BE49-F238E27FC236}">
                  <a16:creationId xmlns:a16="http://schemas.microsoft.com/office/drawing/2014/main" id="{5FC7331A-2AC2-05B5-9FB6-B16D0D022D6D}"/>
                </a:ext>
              </a:extLst>
            </p:cNvPr>
            <p:cNvSpPr/>
            <p:nvPr/>
          </p:nvSpPr>
          <p:spPr>
            <a:xfrm>
              <a:off x="2477825" y="1765400"/>
              <a:ext cx="222300" cy="777600"/>
            </a:xfrm>
            <a:custGeom>
              <a:avLst/>
              <a:gdLst/>
              <a:ahLst/>
              <a:cxnLst/>
              <a:rect l="l" t="t" r="r" b="b"/>
              <a:pathLst>
                <a:path w="8892" h="31104" extrusionOk="0">
                  <a:moveTo>
                    <a:pt x="2187" y="0"/>
                  </a:moveTo>
                  <a:lnTo>
                    <a:pt x="2010" y="15"/>
                  </a:lnTo>
                  <a:lnTo>
                    <a:pt x="1834" y="30"/>
                  </a:lnTo>
                  <a:lnTo>
                    <a:pt x="1658" y="74"/>
                  </a:lnTo>
                  <a:lnTo>
                    <a:pt x="1482" y="132"/>
                  </a:lnTo>
                  <a:lnTo>
                    <a:pt x="1306" y="191"/>
                  </a:lnTo>
                  <a:lnTo>
                    <a:pt x="1145" y="279"/>
                  </a:lnTo>
                  <a:lnTo>
                    <a:pt x="983" y="382"/>
                  </a:lnTo>
                  <a:lnTo>
                    <a:pt x="822" y="514"/>
                  </a:lnTo>
                  <a:lnTo>
                    <a:pt x="675" y="660"/>
                  </a:lnTo>
                  <a:lnTo>
                    <a:pt x="543" y="822"/>
                  </a:lnTo>
                  <a:lnTo>
                    <a:pt x="426" y="1027"/>
                  </a:lnTo>
                  <a:lnTo>
                    <a:pt x="309" y="1247"/>
                  </a:lnTo>
                  <a:lnTo>
                    <a:pt x="206" y="1497"/>
                  </a:lnTo>
                  <a:lnTo>
                    <a:pt x="133" y="1775"/>
                  </a:lnTo>
                  <a:lnTo>
                    <a:pt x="74" y="2084"/>
                  </a:lnTo>
                  <a:lnTo>
                    <a:pt x="30" y="2421"/>
                  </a:lnTo>
                  <a:lnTo>
                    <a:pt x="0" y="2788"/>
                  </a:lnTo>
                  <a:lnTo>
                    <a:pt x="0" y="3199"/>
                  </a:lnTo>
                  <a:lnTo>
                    <a:pt x="30" y="3653"/>
                  </a:lnTo>
                  <a:lnTo>
                    <a:pt x="103" y="4768"/>
                  </a:lnTo>
                  <a:lnTo>
                    <a:pt x="206" y="6250"/>
                  </a:lnTo>
                  <a:lnTo>
                    <a:pt x="411" y="10021"/>
                  </a:lnTo>
                  <a:lnTo>
                    <a:pt x="631" y="14495"/>
                  </a:lnTo>
                  <a:lnTo>
                    <a:pt x="866" y="19205"/>
                  </a:lnTo>
                  <a:lnTo>
                    <a:pt x="1248" y="27450"/>
                  </a:lnTo>
                  <a:lnTo>
                    <a:pt x="1394" y="31045"/>
                  </a:lnTo>
                  <a:lnTo>
                    <a:pt x="8891" y="31103"/>
                  </a:lnTo>
                  <a:lnTo>
                    <a:pt x="8818" y="29856"/>
                  </a:lnTo>
                  <a:lnTo>
                    <a:pt x="8715" y="28419"/>
                  </a:lnTo>
                  <a:lnTo>
                    <a:pt x="8569" y="26555"/>
                  </a:lnTo>
                  <a:lnTo>
                    <a:pt x="8392" y="24340"/>
                  </a:lnTo>
                  <a:lnTo>
                    <a:pt x="8158" y="21860"/>
                  </a:lnTo>
                  <a:lnTo>
                    <a:pt x="7894" y="19176"/>
                  </a:lnTo>
                  <a:lnTo>
                    <a:pt x="7747" y="17797"/>
                  </a:lnTo>
                  <a:lnTo>
                    <a:pt x="7586" y="16403"/>
                  </a:lnTo>
                  <a:lnTo>
                    <a:pt x="7409" y="15009"/>
                  </a:lnTo>
                  <a:lnTo>
                    <a:pt x="7233" y="13601"/>
                  </a:lnTo>
                  <a:lnTo>
                    <a:pt x="7043" y="12221"/>
                  </a:lnTo>
                  <a:lnTo>
                    <a:pt x="6837" y="10872"/>
                  </a:lnTo>
                  <a:lnTo>
                    <a:pt x="6632" y="9537"/>
                  </a:lnTo>
                  <a:lnTo>
                    <a:pt x="6412" y="8260"/>
                  </a:lnTo>
                  <a:lnTo>
                    <a:pt x="6177" y="7042"/>
                  </a:lnTo>
                  <a:lnTo>
                    <a:pt x="5928" y="5883"/>
                  </a:lnTo>
                  <a:lnTo>
                    <a:pt x="5678" y="4798"/>
                  </a:lnTo>
                  <a:lnTo>
                    <a:pt x="5414" y="3800"/>
                  </a:lnTo>
                  <a:lnTo>
                    <a:pt x="5267" y="3345"/>
                  </a:lnTo>
                  <a:lnTo>
                    <a:pt x="5135" y="2905"/>
                  </a:lnTo>
                  <a:lnTo>
                    <a:pt x="4989" y="2494"/>
                  </a:lnTo>
                  <a:lnTo>
                    <a:pt x="4842" y="2113"/>
                  </a:lnTo>
                  <a:lnTo>
                    <a:pt x="4695" y="1761"/>
                  </a:lnTo>
                  <a:lnTo>
                    <a:pt x="4549" y="1438"/>
                  </a:lnTo>
                  <a:lnTo>
                    <a:pt x="4387" y="1145"/>
                  </a:lnTo>
                  <a:lnTo>
                    <a:pt x="4240" y="895"/>
                  </a:lnTo>
                  <a:lnTo>
                    <a:pt x="4079" y="660"/>
                  </a:lnTo>
                  <a:lnTo>
                    <a:pt x="3918" y="484"/>
                  </a:lnTo>
                  <a:lnTo>
                    <a:pt x="3756" y="323"/>
                  </a:lnTo>
                  <a:lnTo>
                    <a:pt x="3595" y="206"/>
                  </a:lnTo>
                  <a:lnTo>
                    <a:pt x="3419" y="162"/>
                  </a:lnTo>
                  <a:lnTo>
                    <a:pt x="3228" y="103"/>
                  </a:lnTo>
                  <a:lnTo>
                    <a:pt x="2979" y="59"/>
                  </a:lnTo>
                  <a:lnTo>
                    <a:pt x="2685" y="15"/>
                  </a:lnTo>
                  <a:lnTo>
                    <a:pt x="2363"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6">
              <a:extLst>
                <a:ext uri="{FF2B5EF4-FFF2-40B4-BE49-F238E27FC236}">
                  <a16:creationId xmlns:a16="http://schemas.microsoft.com/office/drawing/2014/main" id="{0A7C6D02-09D1-2EBE-6300-0257B0FE500B}"/>
                </a:ext>
              </a:extLst>
            </p:cNvPr>
            <p:cNvSpPr/>
            <p:nvPr/>
          </p:nvSpPr>
          <p:spPr>
            <a:xfrm>
              <a:off x="1939750" y="1701200"/>
              <a:ext cx="594575" cy="840325"/>
            </a:xfrm>
            <a:custGeom>
              <a:avLst/>
              <a:gdLst/>
              <a:ahLst/>
              <a:cxnLst/>
              <a:rect l="l" t="t" r="r" b="b"/>
              <a:pathLst>
                <a:path w="23783" h="33613" extrusionOk="0">
                  <a:moveTo>
                    <a:pt x="2964" y="1"/>
                  </a:moveTo>
                  <a:lnTo>
                    <a:pt x="2759" y="30"/>
                  </a:lnTo>
                  <a:lnTo>
                    <a:pt x="2524" y="59"/>
                  </a:lnTo>
                  <a:lnTo>
                    <a:pt x="2245" y="133"/>
                  </a:lnTo>
                  <a:lnTo>
                    <a:pt x="1908" y="236"/>
                  </a:lnTo>
                  <a:lnTo>
                    <a:pt x="1732" y="294"/>
                  </a:lnTo>
                  <a:lnTo>
                    <a:pt x="1556" y="382"/>
                  </a:lnTo>
                  <a:lnTo>
                    <a:pt x="1380" y="456"/>
                  </a:lnTo>
                  <a:lnTo>
                    <a:pt x="1204" y="558"/>
                  </a:lnTo>
                  <a:lnTo>
                    <a:pt x="1028" y="676"/>
                  </a:lnTo>
                  <a:lnTo>
                    <a:pt x="866" y="808"/>
                  </a:lnTo>
                  <a:lnTo>
                    <a:pt x="705" y="940"/>
                  </a:lnTo>
                  <a:lnTo>
                    <a:pt x="558" y="1101"/>
                  </a:lnTo>
                  <a:lnTo>
                    <a:pt x="412" y="1277"/>
                  </a:lnTo>
                  <a:lnTo>
                    <a:pt x="294" y="1468"/>
                  </a:lnTo>
                  <a:lnTo>
                    <a:pt x="191" y="1673"/>
                  </a:lnTo>
                  <a:lnTo>
                    <a:pt x="118" y="1908"/>
                  </a:lnTo>
                  <a:lnTo>
                    <a:pt x="59" y="2143"/>
                  </a:lnTo>
                  <a:lnTo>
                    <a:pt x="15" y="2422"/>
                  </a:lnTo>
                  <a:lnTo>
                    <a:pt x="1" y="2700"/>
                  </a:lnTo>
                  <a:lnTo>
                    <a:pt x="30" y="3008"/>
                  </a:lnTo>
                  <a:lnTo>
                    <a:pt x="74" y="3346"/>
                  </a:lnTo>
                  <a:lnTo>
                    <a:pt x="162" y="3698"/>
                  </a:lnTo>
                  <a:lnTo>
                    <a:pt x="294" y="4079"/>
                  </a:lnTo>
                  <a:lnTo>
                    <a:pt x="456" y="4490"/>
                  </a:lnTo>
                  <a:lnTo>
                    <a:pt x="646" y="4916"/>
                  </a:lnTo>
                  <a:lnTo>
                    <a:pt x="896" y="5385"/>
                  </a:lnTo>
                  <a:lnTo>
                    <a:pt x="1541" y="6529"/>
                  </a:lnTo>
                  <a:lnTo>
                    <a:pt x="2363" y="8041"/>
                  </a:lnTo>
                  <a:lnTo>
                    <a:pt x="4431" y="11914"/>
                  </a:lnTo>
                  <a:lnTo>
                    <a:pt x="6882" y="16521"/>
                  </a:lnTo>
                  <a:lnTo>
                    <a:pt x="9434" y="21392"/>
                  </a:lnTo>
                  <a:lnTo>
                    <a:pt x="13909" y="29916"/>
                  </a:lnTo>
                  <a:lnTo>
                    <a:pt x="15831" y="33613"/>
                  </a:lnTo>
                  <a:lnTo>
                    <a:pt x="23783" y="29989"/>
                  </a:lnTo>
                  <a:lnTo>
                    <a:pt x="23079" y="28712"/>
                  </a:lnTo>
                  <a:lnTo>
                    <a:pt x="22272" y="27245"/>
                  </a:lnTo>
                  <a:lnTo>
                    <a:pt x="21201" y="25353"/>
                  </a:lnTo>
                  <a:lnTo>
                    <a:pt x="19910" y="23093"/>
                  </a:lnTo>
                  <a:lnTo>
                    <a:pt x="18443" y="20585"/>
                  </a:lnTo>
                  <a:lnTo>
                    <a:pt x="16858" y="17900"/>
                  </a:lnTo>
                  <a:lnTo>
                    <a:pt x="16022" y="16521"/>
                  </a:lnTo>
                  <a:lnTo>
                    <a:pt x="15156" y="15127"/>
                  </a:lnTo>
                  <a:lnTo>
                    <a:pt x="14291" y="13733"/>
                  </a:lnTo>
                  <a:lnTo>
                    <a:pt x="13410" y="12339"/>
                  </a:lnTo>
                  <a:lnTo>
                    <a:pt x="12530" y="10975"/>
                  </a:lnTo>
                  <a:lnTo>
                    <a:pt x="11650" y="9640"/>
                  </a:lnTo>
                  <a:lnTo>
                    <a:pt x="10769" y="8349"/>
                  </a:lnTo>
                  <a:lnTo>
                    <a:pt x="9904" y="7116"/>
                  </a:lnTo>
                  <a:lnTo>
                    <a:pt x="9053" y="5928"/>
                  </a:lnTo>
                  <a:lnTo>
                    <a:pt x="8231" y="4828"/>
                  </a:lnTo>
                  <a:lnTo>
                    <a:pt x="7424" y="3815"/>
                  </a:lnTo>
                  <a:lnTo>
                    <a:pt x="7043" y="3346"/>
                  </a:lnTo>
                  <a:lnTo>
                    <a:pt x="6662" y="2891"/>
                  </a:lnTo>
                  <a:lnTo>
                    <a:pt x="6280" y="2480"/>
                  </a:lnTo>
                  <a:lnTo>
                    <a:pt x="5928" y="2084"/>
                  </a:lnTo>
                  <a:lnTo>
                    <a:pt x="5576" y="1717"/>
                  </a:lnTo>
                  <a:lnTo>
                    <a:pt x="5224" y="1395"/>
                  </a:lnTo>
                  <a:lnTo>
                    <a:pt x="4901" y="1086"/>
                  </a:lnTo>
                  <a:lnTo>
                    <a:pt x="4578" y="822"/>
                  </a:lnTo>
                  <a:lnTo>
                    <a:pt x="4270" y="588"/>
                  </a:lnTo>
                  <a:lnTo>
                    <a:pt x="3977" y="397"/>
                  </a:lnTo>
                  <a:lnTo>
                    <a:pt x="3713" y="236"/>
                  </a:lnTo>
                  <a:lnTo>
                    <a:pt x="3449" y="118"/>
                  </a:lnTo>
                  <a:lnTo>
                    <a:pt x="3199" y="45"/>
                  </a:lnTo>
                  <a:lnTo>
                    <a:pt x="3082" y="15"/>
                  </a:lnTo>
                  <a:lnTo>
                    <a:pt x="2964" y="1"/>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6">
              <a:extLst>
                <a:ext uri="{FF2B5EF4-FFF2-40B4-BE49-F238E27FC236}">
                  <a16:creationId xmlns:a16="http://schemas.microsoft.com/office/drawing/2014/main" id="{450FD3CF-9E61-8FF2-5012-91468717299A}"/>
                </a:ext>
              </a:extLst>
            </p:cNvPr>
            <p:cNvSpPr/>
            <p:nvPr/>
          </p:nvSpPr>
          <p:spPr>
            <a:xfrm>
              <a:off x="1494125" y="1826650"/>
              <a:ext cx="828200" cy="636750"/>
            </a:xfrm>
            <a:custGeom>
              <a:avLst/>
              <a:gdLst/>
              <a:ahLst/>
              <a:cxnLst/>
              <a:rect l="l" t="t" r="r" b="b"/>
              <a:pathLst>
                <a:path w="33128" h="25470" extrusionOk="0">
                  <a:moveTo>
                    <a:pt x="2333" y="0"/>
                  </a:moveTo>
                  <a:lnTo>
                    <a:pt x="2069" y="30"/>
                  </a:lnTo>
                  <a:lnTo>
                    <a:pt x="1951" y="59"/>
                  </a:lnTo>
                  <a:lnTo>
                    <a:pt x="1849" y="88"/>
                  </a:lnTo>
                  <a:lnTo>
                    <a:pt x="1673" y="206"/>
                  </a:lnTo>
                  <a:lnTo>
                    <a:pt x="1482" y="338"/>
                  </a:lnTo>
                  <a:lnTo>
                    <a:pt x="1233" y="514"/>
                  </a:lnTo>
                  <a:lnTo>
                    <a:pt x="983" y="734"/>
                  </a:lnTo>
                  <a:lnTo>
                    <a:pt x="851" y="866"/>
                  </a:lnTo>
                  <a:lnTo>
                    <a:pt x="719" y="1013"/>
                  </a:lnTo>
                  <a:lnTo>
                    <a:pt x="587" y="1159"/>
                  </a:lnTo>
                  <a:lnTo>
                    <a:pt x="470" y="1335"/>
                  </a:lnTo>
                  <a:lnTo>
                    <a:pt x="352" y="1497"/>
                  </a:lnTo>
                  <a:lnTo>
                    <a:pt x="250" y="1688"/>
                  </a:lnTo>
                  <a:lnTo>
                    <a:pt x="176" y="1878"/>
                  </a:lnTo>
                  <a:lnTo>
                    <a:pt x="103" y="2084"/>
                  </a:lnTo>
                  <a:lnTo>
                    <a:pt x="44" y="2304"/>
                  </a:lnTo>
                  <a:lnTo>
                    <a:pt x="15" y="2524"/>
                  </a:lnTo>
                  <a:lnTo>
                    <a:pt x="0" y="2759"/>
                  </a:lnTo>
                  <a:lnTo>
                    <a:pt x="30" y="2993"/>
                  </a:lnTo>
                  <a:lnTo>
                    <a:pt x="74" y="3243"/>
                  </a:lnTo>
                  <a:lnTo>
                    <a:pt x="147" y="3507"/>
                  </a:lnTo>
                  <a:lnTo>
                    <a:pt x="264" y="3771"/>
                  </a:lnTo>
                  <a:lnTo>
                    <a:pt x="411" y="4050"/>
                  </a:lnTo>
                  <a:lnTo>
                    <a:pt x="587" y="4328"/>
                  </a:lnTo>
                  <a:lnTo>
                    <a:pt x="807" y="4622"/>
                  </a:lnTo>
                  <a:lnTo>
                    <a:pt x="1086" y="4915"/>
                  </a:lnTo>
                  <a:lnTo>
                    <a:pt x="1394" y="5223"/>
                  </a:lnTo>
                  <a:lnTo>
                    <a:pt x="1761" y="5531"/>
                  </a:lnTo>
                  <a:lnTo>
                    <a:pt x="2172" y="5854"/>
                  </a:lnTo>
                  <a:lnTo>
                    <a:pt x="3213" y="6632"/>
                  </a:lnTo>
                  <a:lnTo>
                    <a:pt x="4592" y="7673"/>
                  </a:lnTo>
                  <a:lnTo>
                    <a:pt x="8069" y="10358"/>
                  </a:lnTo>
                  <a:lnTo>
                    <a:pt x="12192" y="13557"/>
                  </a:lnTo>
                  <a:lnTo>
                    <a:pt x="16520" y="16946"/>
                  </a:lnTo>
                  <a:lnTo>
                    <a:pt x="24090" y="22888"/>
                  </a:lnTo>
                  <a:lnTo>
                    <a:pt x="27377" y="25470"/>
                  </a:lnTo>
                  <a:lnTo>
                    <a:pt x="33128" y="18897"/>
                  </a:lnTo>
                  <a:lnTo>
                    <a:pt x="31969" y="18031"/>
                  </a:lnTo>
                  <a:lnTo>
                    <a:pt x="30619" y="17034"/>
                  </a:lnTo>
                  <a:lnTo>
                    <a:pt x="28873" y="15728"/>
                  </a:lnTo>
                  <a:lnTo>
                    <a:pt x="26775" y="14217"/>
                  </a:lnTo>
                  <a:lnTo>
                    <a:pt x="24413" y="12515"/>
                  </a:lnTo>
                  <a:lnTo>
                    <a:pt x="21860" y="10725"/>
                  </a:lnTo>
                  <a:lnTo>
                    <a:pt x="20525" y="9801"/>
                  </a:lnTo>
                  <a:lnTo>
                    <a:pt x="19176" y="8891"/>
                  </a:lnTo>
                  <a:lnTo>
                    <a:pt x="17811" y="7967"/>
                  </a:lnTo>
                  <a:lnTo>
                    <a:pt x="16432" y="7072"/>
                  </a:lnTo>
                  <a:lnTo>
                    <a:pt x="15068" y="6177"/>
                  </a:lnTo>
                  <a:lnTo>
                    <a:pt x="13718" y="5326"/>
                  </a:lnTo>
                  <a:lnTo>
                    <a:pt x="12383" y="4504"/>
                  </a:lnTo>
                  <a:lnTo>
                    <a:pt x="11092" y="3727"/>
                  </a:lnTo>
                  <a:lnTo>
                    <a:pt x="9830" y="3008"/>
                  </a:lnTo>
                  <a:lnTo>
                    <a:pt x="8627" y="2348"/>
                  </a:lnTo>
                  <a:lnTo>
                    <a:pt x="7483" y="1746"/>
                  </a:lnTo>
                  <a:lnTo>
                    <a:pt x="6940" y="1467"/>
                  </a:lnTo>
                  <a:lnTo>
                    <a:pt x="6397" y="1218"/>
                  </a:lnTo>
                  <a:lnTo>
                    <a:pt x="5883" y="998"/>
                  </a:lnTo>
                  <a:lnTo>
                    <a:pt x="5399" y="778"/>
                  </a:lnTo>
                  <a:lnTo>
                    <a:pt x="4930" y="602"/>
                  </a:lnTo>
                  <a:lnTo>
                    <a:pt x="4475" y="426"/>
                  </a:lnTo>
                  <a:lnTo>
                    <a:pt x="4049" y="294"/>
                  </a:lnTo>
                  <a:lnTo>
                    <a:pt x="3653" y="176"/>
                  </a:lnTo>
                  <a:lnTo>
                    <a:pt x="3287" y="88"/>
                  </a:lnTo>
                  <a:lnTo>
                    <a:pt x="2934" y="30"/>
                  </a:lnTo>
                  <a:lnTo>
                    <a:pt x="2626" y="0"/>
                  </a:lnTo>
                  <a:close/>
                </a:path>
              </a:pathLst>
            </a:custGeom>
            <a:solidFill>
              <a:srgbClr val="D679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6">
              <a:extLst>
                <a:ext uri="{FF2B5EF4-FFF2-40B4-BE49-F238E27FC236}">
                  <a16:creationId xmlns:a16="http://schemas.microsoft.com/office/drawing/2014/main" id="{8331875B-8F69-5C96-0014-2FA2098F9C5B}"/>
                </a:ext>
              </a:extLst>
            </p:cNvPr>
            <p:cNvSpPr/>
            <p:nvPr/>
          </p:nvSpPr>
          <p:spPr>
            <a:xfrm>
              <a:off x="1391425" y="2003800"/>
              <a:ext cx="2211700" cy="1490275"/>
            </a:xfrm>
            <a:custGeom>
              <a:avLst/>
              <a:gdLst/>
              <a:ahLst/>
              <a:cxnLst/>
              <a:rect l="l" t="t" r="r" b="b"/>
              <a:pathLst>
                <a:path w="88468" h="59611" extrusionOk="0">
                  <a:moveTo>
                    <a:pt x="6147" y="1"/>
                  </a:moveTo>
                  <a:lnTo>
                    <a:pt x="5546" y="15"/>
                  </a:lnTo>
                  <a:lnTo>
                    <a:pt x="4974" y="45"/>
                  </a:lnTo>
                  <a:lnTo>
                    <a:pt x="4446" y="103"/>
                  </a:lnTo>
                  <a:lnTo>
                    <a:pt x="3932" y="191"/>
                  </a:lnTo>
                  <a:lnTo>
                    <a:pt x="3448" y="294"/>
                  </a:lnTo>
                  <a:lnTo>
                    <a:pt x="3008" y="411"/>
                  </a:lnTo>
                  <a:lnTo>
                    <a:pt x="2582" y="558"/>
                  </a:lnTo>
                  <a:lnTo>
                    <a:pt x="2186" y="734"/>
                  </a:lnTo>
                  <a:lnTo>
                    <a:pt x="1996" y="837"/>
                  </a:lnTo>
                  <a:lnTo>
                    <a:pt x="1805" y="954"/>
                  </a:lnTo>
                  <a:lnTo>
                    <a:pt x="1614" y="1057"/>
                  </a:lnTo>
                  <a:lnTo>
                    <a:pt x="1453" y="1189"/>
                  </a:lnTo>
                  <a:lnTo>
                    <a:pt x="1277" y="1321"/>
                  </a:lnTo>
                  <a:lnTo>
                    <a:pt x="1130" y="1453"/>
                  </a:lnTo>
                  <a:lnTo>
                    <a:pt x="983" y="1585"/>
                  </a:lnTo>
                  <a:lnTo>
                    <a:pt x="851" y="1746"/>
                  </a:lnTo>
                  <a:lnTo>
                    <a:pt x="719" y="1893"/>
                  </a:lnTo>
                  <a:lnTo>
                    <a:pt x="602" y="2055"/>
                  </a:lnTo>
                  <a:lnTo>
                    <a:pt x="484" y="2231"/>
                  </a:lnTo>
                  <a:lnTo>
                    <a:pt x="396" y="2392"/>
                  </a:lnTo>
                  <a:lnTo>
                    <a:pt x="294" y="2583"/>
                  </a:lnTo>
                  <a:lnTo>
                    <a:pt x="220" y="2759"/>
                  </a:lnTo>
                  <a:lnTo>
                    <a:pt x="147" y="2950"/>
                  </a:lnTo>
                  <a:lnTo>
                    <a:pt x="88" y="3155"/>
                  </a:lnTo>
                  <a:lnTo>
                    <a:pt x="0" y="3448"/>
                  </a:lnTo>
                  <a:lnTo>
                    <a:pt x="279" y="3566"/>
                  </a:lnTo>
                  <a:lnTo>
                    <a:pt x="2260" y="4446"/>
                  </a:lnTo>
                  <a:lnTo>
                    <a:pt x="4402" y="5414"/>
                  </a:lnTo>
                  <a:lnTo>
                    <a:pt x="7042" y="6632"/>
                  </a:lnTo>
                  <a:lnTo>
                    <a:pt x="10006" y="8011"/>
                  </a:lnTo>
                  <a:lnTo>
                    <a:pt x="11547" y="8745"/>
                  </a:lnTo>
                  <a:lnTo>
                    <a:pt x="13087" y="9508"/>
                  </a:lnTo>
                  <a:lnTo>
                    <a:pt x="14627" y="10256"/>
                  </a:lnTo>
                  <a:lnTo>
                    <a:pt x="16109" y="11019"/>
                  </a:lnTo>
                  <a:lnTo>
                    <a:pt x="17547" y="11752"/>
                  </a:lnTo>
                  <a:lnTo>
                    <a:pt x="18897" y="12471"/>
                  </a:lnTo>
                  <a:lnTo>
                    <a:pt x="20731" y="13469"/>
                  </a:lnTo>
                  <a:lnTo>
                    <a:pt x="22682" y="14496"/>
                  </a:lnTo>
                  <a:lnTo>
                    <a:pt x="24971" y="15743"/>
                  </a:lnTo>
                  <a:lnTo>
                    <a:pt x="26247" y="16447"/>
                  </a:lnTo>
                  <a:lnTo>
                    <a:pt x="27582" y="17210"/>
                  </a:lnTo>
                  <a:lnTo>
                    <a:pt x="28991" y="18017"/>
                  </a:lnTo>
                  <a:lnTo>
                    <a:pt x="30472" y="18897"/>
                  </a:lnTo>
                  <a:lnTo>
                    <a:pt x="32013" y="19821"/>
                  </a:lnTo>
                  <a:lnTo>
                    <a:pt x="33612" y="20819"/>
                  </a:lnTo>
                  <a:lnTo>
                    <a:pt x="35270" y="21861"/>
                  </a:lnTo>
                  <a:lnTo>
                    <a:pt x="36972" y="22976"/>
                  </a:lnTo>
                  <a:lnTo>
                    <a:pt x="38718" y="24150"/>
                  </a:lnTo>
                  <a:lnTo>
                    <a:pt x="40522" y="25382"/>
                  </a:lnTo>
                  <a:lnTo>
                    <a:pt x="42341" y="26688"/>
                  </a:lnTo>
                  <a:lnTo>
                    <a:pt x="44219" y="28052"/>
                  </a:lnTo>
                  <a:lnTo>
                    <a:pt x="45364" y="28903"/>
                  </a:lnTo>
                  <a:lnTo>
                    <a:pt x="46493" y="29783"/>
                  </a:lnTo>
                  <a:lnTo>
                    <a:pt x="47623" y="30649"/>
                  </a:lnTo>
                  <a:lnTo>
                    <a:pt x="48738" y="31544"/>
                  </a:lnTo>
                  <a:lnTo>
                    <a:pt x="49838" y="32439"/>
                  </a:lnTo>
                  <a:lnTo>
                    <a:pt x="50924" y="33334"/>
                  </a:lnTo>
                  <a:lnTo>
                    <a:pt x="52010" y="34243"/>
                  </a:lnTo>
                  <a:lnTo>
                    <a:pt x="53066" y="35153"/>
                  </a:lnTo>
                  <a:lnTo>
                    <a:pt x="54122" y="36077"/>
                  </a:lnTo>
                  <a:lnTo>
                    <a:pt x="55164" y="37016"/>
                  </a:lnTo>
                  <a:lnTo>
                    <a:pt x="56191" y="37941"/>
                  </a:lnTo>
                  <a:lnTo>
                    <a:pt x="57218" y="38894"/>
                  </a:lnTo>
                  <a:lnTo>
                    <a:pt x="58216" y="39848"/>
                  </a:lnTo>
                  <a:lnTo>
                    <a:pt x="59213" y="40801"/>
                  </a:lnTo>
                  <a:lnTo>
                    <a:pt x="60196" y="41770"/>
                  </a:lnTo>
                  <a:lnTo>
                    <a:pt x="61165" y="42738"/>
                  </a:lnTo>
                  <a:lnTo>
                    <a:pt x="62118" y="43721"/>
                  </a:lnTo>
                  <a:lnTo>
                    <a:pt x="63057" y="44719"/>
                  </a:lnTo>
                  <a:lnTo>
                    <a:pt x="63996" y="45716"/>
                  </a:lnTo>
                  <a:lnTo>
                    <a:pt x="64906" y="46714"/>
                  </a:lnTo>
                  <a:lnTo>
                    <a:pt x="65815" y="47726"/>
                  </a:lnTo>
                  <a:lnTo>
                    <a:pt x="66710" y="48739"/>
                  </a:lnTo>
                  <a:lnTo>
                    <a:pt x="67591" y="49766"/>
                  </a:lnTo>
                  <a:lnTo>
                    <a:pt x="68456" y="50793"/>
                  </a:lnTo>
                  <a:lnTo>
                    <a:pt x="69307" y="51820"/>
                  </a:lnTo>
                  <a:lnTo>
                    <a:pt x="70158" y="52861"/>
                  </a:lnTo>
                  <a:lnTo>
                    <a:pt x="70980" y="53918"/>
                  </a:lnTo>
                  <a:lnTo>
                    <a:pt x="71801" y="54974"/>
                  </a:lnTo>
                  <a:lnTo>
                    <a:pt x="72594" y="56030"/>
                  </a:lnTo>
                  <a:lnTo>
                    <a:pt x="73386" y="57101"/>
                  </a:lnTo>
                  <a:lnTo>
                    <a:pt x="74163" y="58172"/>
                  </a:lnTo>
                  <a:lnTo>
                    <a:pt x="74926" y="59258"/>
                  </a:lnTo>
                  <a:lnTo>
                    <a:pt x="75176" y="59610"/>
                  </a:lnTo>
                  <a:lnTo>
                    <a:pt x="75455" y="59287"/>
                  </a:lnTo>
                  <a:lnTo>
                    <a:pt x="75660" y="59097"/>
                  </a:lnTo>
                  <a:lnTo>
                    <a:pt x="76217" y="58510"/>
                  </a:lnTo>
                  <a:lnTo>
                    <a:pt x="77156" y="57571"/>
                  </a:lnTo>
                  <a:lnTo>
                    <a:pt x="78506" y="56280"/>
                  </a:lnTo>
                  <a:lnTo>
                    <a:pt x="79328" y="55502"/>
                  </a:lnTo>
                  <a:lnTo>
                    <a:pt x="80267" y="54636"/>
                  </a:lnTo>
                  <a:lnTo>
                    <a:pt x="81308" y="53697"/>
                  </a:lnTo>
                  <a:lnTo>
                    <a:pt x="82453" y="52656"/>
                  </a:lnTo>
                  <a:lnTo>
                    <a:pt x="83714" y="51541"/>
                  </a:lnTo>
                  <a:lnTo>
                    <a:pt x="85094" y="50338"/>
                  </a:lnTo>
                  <a:lnTo>
                    <a:pt x="86590" y="49061"/>
                  </a:lnTo>
                  <a:lnTo>
                    <a:pt x="88189" y="47697"/>
                  </a:lnTo>
                  <a:lnTo>
                    <a:pt x="88468" y="47477"/>
                  </a:lnTo>
                  <a:lnTo>
                    <a:pt x="88233" y="47213"/>
                  </a:lnTo>
                  <a:lnTo>
                    <a:pt x="86722" y="45570"/>
                  </a:lnTo>
                  <a:lnTo>
                    <a:pt x="85079" y="43809"/>
                  </a:lnTo>
                  <a:lnTo>
                    <a:pt x="83392" y="42019"/>
                  </a:lnTo>
                  <a:lnTo>
                    <a:pt x="81734" y="40288"/>
                  </a:lnTo>
                  <a:lnTo>
                    <a:pt x="80193" y="38689"/>
                  </a:lnTo>
                  <a:lnTo>
                    <a:pt x="78858" y="37324"/>
                  </a:lnTo>
                  <a:lnTo>
                    <a:pt x="77127" y="35564"/>
                  </a:lnTo>
                  <a:lnTo>
                    <a:pt x="77347" y="35256"/>
                  </a:lnTo>
                  <a:lnTo>
                    <a:pt x="77553" y="34918"/>
                  </a:lnTo>
                  <a:lnTo>
                    <a:pt x="77729" y="34551"/>
                  </a:lnTo>
                  <a:lnTo>
                    <a:pt x="77905" y="34155"/>
                  </a:lnTo>
                  <a:lnTo>
                    <a:pt x="78051" y="33730"/>
                  </a:lnTo>
                  <a:lnTo>
                    <a:pt x="78183" y="33290"/>
                  </a:lnTo>
                  <a:lnTo>
                    <a:pt x="78301" y="32820"/>
                  </a:lnTo>
                  <a:lnTo>
                    <a:pt x="78403" y="32336"/>
                  </a:lnTo>
                  <a:lnTo>
                    <a:pt x="78477" y="31837"/>
                  </a:lnTo>
                  <a:lnTo>
                    <a:pt x="78535" y="31309"/>
                  </a:lnTo>
                  <a:lnTo>
                    <a:pt x="78579" y="30766"/>
                  </a:lnTo>
                  <a:lnTo>
                    <a:pt x="78609" y="30209"/>
                  </a:lnTo>
                  <a:lnTo>
                    <a:pt x="78624" y="29651"/>
                  </a:lnTo>
                  <a:lnTo>
                    <a:pt x="78609" y="29064"/>
                  </a:lnTo>
                  <a:lnTo>
                    <a:pt x="78565" y="28478"/>
                  </a:lnTo>
                  <a:lnTo>
                    <a:pt x="78521" y="27891"/>
                  </a:lnTo>
                  <a:lnTo>
                    <a:pt x="78433" y="27201"/>
                  </a:lnTo>
                  <a:lnTo>
                    <a:pt x="78330" y="26526"/>
                  </a:lnTo>
                  <a:lnTo>
                    <a:pt x="78198" y="25866"/>
                  </a:lnTo>
                  <a:lnTo>
                    <a:pt x="78051" y="25206"/>
                  </a:lnTo>
                  <a:lnTo>
                    <a:pt x="77875" y="24560"/>
                  </a:lnTo>
                  <a:lnTo>
                    <a:pt x="77685" y="23929"/>
                  </a:lnTo>
                  <a:lnTo>
                    <a:pt x="77464" y="23313"/>
                  </a:lnTo>
                  <a:lnTo>
                    <a:pt x="77230" y="22697"/>
                  </a:lnTo>
                  <a:lnTo>
                    <a:pt x="76980" y="22110"/>
                  </a:lnTo>
                  <a:lnTo>
                    <a:pt x="76702" y="21523"/>
                  </a:lnTo>
                  <a:lnTo>
                    <a:pt x="76408" y="20966"/>
                  </a:lnTo>
                  <a:lnTo>
                    <a:pt x="76100" y="20438"/>
                  </a:lnTo>
                  <a:lnTo>
                    <a:pt x="75777" y="19910"/>
                  </a:lnTo>
                  <a:lnTo>
                    <a:pt x="75425" y="19411"/>
                  </a:lnTo>
                  <a:lnTo>
                    <a:pt x="75073" y="18941"/>
                  </a:lnTo>
                  <a:lnTo>
                    <a:pt x="74692" y="18486"/>
                  </a:lnTo>
                  <a:lnTo>
                    <a:pt x="74516" y="18281"/>
                  </a:lnTo>
                  <a:lnTo>
                    <a:pt x="74354" y="18046"/>
                  </a:lnTo>
                  <a:lnTo>
                    <a:pt x="74178" y="17782"/>
                  </a:lnTo>
                  <a:lnTo>
                    <a:pt x="74031" y="17503"/>
                  </a:lnTo>
                  <a:lnTo>
                    <a:pt x="73885" y="17195"/>
                  </a:lnTo>
                  <a:lnTo>
                    <a:pt x="73738" y="16843"/>
                  </a:lnTo>
                  <a:lnTo>
                    <a:pt x="73621" y="16476"/>
                  </a:lnTo>
                  <a:lnTo>
                    <a:pt x="73533" y="16066"/>
                  </a:lnTo>
                  <a:lnTo>
                    <a:pt x="73445" y="15640"/>
                  </a:lnTo>
                  <a:lnTo>
                    <a:pt x="73386" y="15171"/>
                  </a:lnTo>
                  <a:lnTo>
                    <a:pt x="73357" y="14657"/>
                  </a:lnTo>
                  <a:lnTo>
                    <a:pt x="73357" y="14129"/>
                  </a:lnTo>
                  <a:lnTo>
                    <a:pt x="73386" y="13557"/>
                  </a:lnTo>
                  <a:lnTo>
                    <a:pt x="73459" y="12941"/>
                  </a:lnTo>
                  <a:lnTo>
                    <a:pt x="73547" y="12280"/>
                  </a:lnTo>
                  <a:lnTo>
                    <a:pt x="73694" y="11591"/>
                  </a:lnTo>
                  <a:lnTo>
                    <a:pt x="73811" y="11107"/>
                  </a:lnTo>
                  <a:lnTo>
                    <a:pt x="73943" y="10623"/>
                  </a:lnTo>
                  <a:lnTo>
                    <a:pt x="74090" y="10138"/>
                  </a:lnTo>
                  <a:lnTo>
                    <a:pt x="74251" y="9640"/>
                  </a:lnTo>
                  <a:lnTo>
                    <a:pt x="74428" y="9141"/>
                  </a:lnTo>
                  <a:lnTo>
                    <a:pt x="74618" y="8657"/>
                  </a:lnTo>
                  <a:lnTo>
                    <a:pt x="74824" y="8158"/>
                  </a:lnTo>
                  <a:lnTo>
                    <a:pt x="75044" y="7674"/>
                  </a:lnTo>
                  <a:lnTo>
                    <a:pt x="75278" y="7190"/>
                  </a:lnTo>
                  <a:lnTo>
                    <a:pt x="75528" y="6705"/>
                  </a:lnTo>
                  <a:lnTo>
                    <a:pt x="75777" y="6236"/>
                  </a:lnTo>
                  <a:lnTo>
                    <a:pt x="76041" y="5781"/>
                  </a:lnTo>
                  <a:lnTo>
                    <a:pt x="76320" y="5326"/>
                  </a:lnTo>
                  <a:lnTo>
                    <a:pt x="76599" y="4886"/>
                  </a:lnTo>
                  <a:lnTo>
                    <a:pt x="76892" y="4461"/>
                  </a:lnTo>
                  <a:lnTo>
                    <a:pt x="77186" y="4035"/>
                  </a:lnTo>
                  <a:lnTo>
                    <a:pt x="77464" y="3654"/>
                  </a:lnTo>
                  <a:lnTo>
                    <a:pt x="77567" y="3478"/>
                  </a:lnTo>
                  <a:lnTo>
                    <a:pt x="77670" y="3287"/>
                  </a:lnTo>
                  <a:lnTo>
                    <a:pt x="77758" y="3111"/>
                  </a:lnTo>
                  <a:lnTo>
                    <a:pt x="77831" y="2935"/>
                  </a:lnTo>
                  <a:lnTo>
                    <a:pt x="77890" y="2773"/>
                  </a:lnTo>
                  <a:lnTo>
                    <a:pt x="77934" y="2597"/>
                  </a:lnTo>
                  <a:lnTo>
                    <a:pt x="77978" y="2451"/>
                  </a:lnTo>
                  <a:lnTo>
                    <a:pt x="77993" y="2289"/>
                  </a:lnTo>
                  <a:lnTo>
                    <a:pt x="78007" y="2128"/>
                  </a:lnTo>
                  <a:lnTo>
                    <a:pt x="78007" y="1981"/>
                  </a:lnTo>
                  <a:lnTo>
                    <a:pt x="77978" y="1849"/>
                  </a:lnTo>
                  <a:lnTo>
                    <a:pt x="77949" y="1702"/>
                  </a:lnTo>
                  <a:lnTo>
                    <a:pt x="77905" y="1570"/>
                  </a:lnTo>
                  <a:lnTo>
                    <a:pt x="77846" y="1438"/>
                  </a:lnTo>
                  <a:lnTo>
                    <a:pt x="77758" y="1277"/>
                  </a:lnTo>
                  <a:lnTo>
                    <a:pt x="77641" y="1130"/>
                  </a:lnTo>
                  <a:lnTo>
                    <a:pt x="77508" y="998"/>
                  </a:lnTo>
                  <a:lnTo>
                    <a:pt x="77347" y="866"/>
                  </a:lnTo>
                  <a:lnTo>
                    <a:pt x="77186" y="749"/>
                  </a:lnTo>
                  <a:lnTo>
                    <a:pt x="76980" y="631"/>
                  </a:lnTo>
                  <a:lnTo>
                    <a:pt x="76775" y="529"/>
                  </a:lnTo>
                  <a:lnTo>
                    <a:pt x="76526" y="441"/>
                  </a:lnTo>
                  <a:lnTo>
                    <a:pt x="76276" y="367"/>
                  </a:lnTo>
                  <a:lnTo>
                    <a:pt x="75997" y="309"/>
                  </a:lnTo>
                  <a:lnTo>
                    <a:pt x="75704" y="250"/>
                  </a:lnTo>
                  <a:lnTo>
                    <a:pt x="75381" y="191"/>
                  </a:lnTo>
                  <a:lnTo>
                    <a:pt x="75044" y="162"/>
                  </a:lnTo>
                  <a:lnTo>
                    <a:pt x="74692" y="133"/>
                  </a:lnTo>
                  <a:lnTo>
                    <a:pt x="74325" y="118"/>
                  </a:lnTo>
                  <a:lnTo>
                    <a:pt x="73929" y="118"/>
                  </a:lnTo>
                  <a:lnTo>
                    <a:pt x="73342" y="133"/>
                  </a:lnTo>
                  <a:lnTo>
                    <a:pt x="72858" y="147"/>
                  </a:lnTo>
                  <a:lnTo>
                    <a:pt x="72418" y="191"/>
                  </a:lnTo>
                  <a:lnTo>
                    <a:pt x="72344" y="191"/>
                  </a:lnTo>
                  <a:lnTo>
                    <a:pt x="72286" y="235"/>
                  </a:lnTo>
                  <a:lnTo>
                    <a:pt x="72168" y="294"/>
                  </a:lnTo>
                  <a:lnTo>
                    <a:pt x="71889" y="470"/>
                  </a:lnTo>
                  <a:lnTo>
                    <a:pt x="71479" y="734"/>
                  </a:lnTo>
                  <a:lnTo>
                    <a:pt x="70950" y="1101"/>
                  </a:lnTo>
                  <a:lnTo>
                    <a:pt x="70334" y="1570"/>
                  </a:lnTo>
                  <a:lnTo>
                    <a:pt x="69997" y="1849"/>
                  </a:lnTo>
                  <a:lnTo>
                    <a:pt x="69630" y="2157"/>
                  </a:lnTo>
                  <a:lnTo>
                    <a:pt x="69263" y="2480"/>
                  </a:lnTo>
                  <a:lnTo>
                    <a:pt x="68882" y="2832"/>
                  </a:lnTo>
                  <a:lnTo>
                    <a:pt x="68500" y="3214"/>
                  </a:lnTo>
                  <a:lnTo>
                    <a:pt x="68104" y="3624"/>
                  </a:lnTo>
                  <a:lnTo>
                    <a:pt x="67649" y="4123"/>
                  </a:lnTo>
                  <a:lnTo>
                    <a:pt x="67209" y="4637"/>
                  </a:lnTo>
                  <a:lnTo>
                    <a:pt x="66798" y="5150"/>
                  </a:lnTo>
                  <a:lnTo>
                    <a:pt x="66402" y="5678"/>
                  </a:lnTo>
                  <a:lnTo>
                    <a:pt x="66036" y="6221"/>
                  </a:lnTo>
                  <a:lnTo>
                    <a:pt x="65698" y="6764"/>
                  </a:lnTo>
                  <a:lnTo>
                    <a:pt x="65361" y="7322"/>
                  </a:lnTo>
                  <a:lnTo>
                    <a:pt x="65067" y="7894"/>
                  </a:lnTo>
                  <a:lnTo>
                    <a:pt x="64891" y="8246"/>
                  </a:lnTo>
                  <a:lnTo>
                    <a:pt x="64715" y="8598"/>
                  </a:lnTo>
                  <a:lnTo>
                    <a:pt x="64554" y="8965"/>
                  </a:lnTo>
                  <a:lnTo>
                    <a:pt x="64407" y="9332"/>
                  </a:lnTo>
                  <a:lnTo>
                    <a:pt x="64275" y="9698"/>
                  </a:lnTo>
                  <a:lnTo>
                    <a:pt x="64143" y="10065"/>
                  </a:lnTo>
                  <a:lnTo>
                    <a:pt x="64011" y="10447"/>
                  </a:lnTo>
                  <a:lnTo>
                    <a:pt x="63908" y="10813"/>
                  </a:lnTo>
                  <a:lnTo>
                    <a:pt x="63806" y="11195"/>
                  </a:lnTo>
                  <a:lnTo>
                    <a:pt x="63703" y="11576"/>
                  </a:lnTo>
                  <a:lnTo>
                    <a:pt x="63615" y="11958"/>
                  </a:lnTo>
                  <a:lnTo>
                    <a:pt x="63541" y="12339"/>
                  </a:lnTo>
                  <a:lnTo>
                    <a:pt x="63483" y="12735"/>
                  </a:lnTo>
                  <a:lnTo>
                    <a:pt x="63424" y="13117"/>
                  </a:lnTo>
                  <a:lnTo>
                    <a:pt x="63380" y="13513"/>
                  </a:lnTo>
                  <a:lnTo>
                    <a:pt x="63336" y="13894"/>
                  </a:lnTo>
                  <a:lnTo>
                    <a:pt x="63307" y="14217"/>
                  </a:lnTo>
                  <a:lnTo>
                    <a:pt x="63248" y="14525"/>
                  </a:lnTo>
                  <a:lnTo>
                    <a:pt x="63189" y="14833"/>
                  </a:lnTo>
                  <a:lnTo>
                    <a:pt x="63101" y="15127"/>
                  </a:lnTo>
                  <a:lnTo>
                    <a:pt x="62999" y="15435"/>
                  </a:lnTo>
                  <a:lnTo>
                    <a:pt x="62896" y="15728"/>
                  </a:lnTo>
                  <a:lnTo>
                    <a:pt x="62764" y="16007"/>
                  </a:lnTo>
                  <a:lnTo>
                    <a:pt x="62617" y="16300"/>
                  </a:lnTo>
                  <a:lnTo>
                    <a:pt x="62456" y="16579"/>
                  </a:lnTo>
                  <a:lnTo>
                    <a:pt x="62294" y="16843"/>
                  </a:lnTo>
                  <a:lnTo>
                    <a:pt x="62104" y="17107"/>
                  </a:lnTo>
                  <a:lnTo>
                    <a:pt x="61913" y="17371"/>
                  </a:lnTo>
                  <a:lnTo>
                    <a:pt x="61693" y="17621"/>
                  </a:lnTo>
                  <a:lnTo>
                    <a:pt x="61473" y="17856"/>
                  </a:lnTo>
                  <a:lnTo>
                    <a:pt x="61223" y="18090"/>
                  </a:lnTo>
                  <a:lnTo>
                    <a:pt x="60974" y="18325"/>
                  </a:lnTo>
                  <a:lnTo>
                    <a:pt x="60681" y="18560"/>
                  </a:lnTo>
                  <a:lnTo>
                    <a:pt x="60387" y="18780"/>
                  </a:lnTo>
                  <a:lnTo>
                    <a:pt x="60079" y="18985"/>
                  </a:lnTo>
                  <a:lnTo>
                    <a:pt x="59756" y="19176"/>
                  </a:lnTo>
                  <a:lnTo>
                    <a:pt x="59419" y="19352"/>
                  </a:lnTo>
                  <a:lnTo>
                    <a:pt x="59081" y="19513"/>
                  </a:lnTo>
                  <a:lnTo>
                    <a:pt x="58729" y="19660"/>
                  </a:lnTo>
                  <a:lnTo>
                    <a:pt x="58377" y="19792"/>
                  </a:lnTo>
                  <a:lnTo>
                    <a:pt x="58010" y="19910"/>
                  </a:lnTo>
                  <a:lnTo>
                    <a:pt x="57629" y="20012"/>
                  </a:lnTo>
                  <a:lnTo>
                    <a:pt x="57247" y="20100"/>
                  </a:lnTo>
                  <a:lnTo>
                    <a:pt x="56851" y="20174"/>
                  </a:lnTo>
                  <a:lnTo>
                    <a:pt x="56455" y="20218"/>
                  </a:lnTo>
                  <a:lnTo>
                    <a:pt x="56059" y="20262"/>
                  </a:lnTo>
                  <a:lnTo>
                    <a:pt x="55634" y="20291"/>
                  </a:lnTo>
                  <a:lnTo>
                    <a:pt x="55223" y="20291"/>
                  </a:lnTo>
                  <a:lnTo>
                    <a:pt x="54651" y="20276"/>
                  </a:lnTo>
                  <a:lnTo>
                    <a:pt x="54078" y="20232"/>
                  </a:lnTo>
                  <a:lnTo>
                    <a:pt x="53506" y="20159"/>
                  </a:lnTo>
                  <a:lnTo>
                    <a:pt x="52905" y="20056"/>
                  </a:lnTo>
                  <a:lnTo>
                    <a:pt x="52318" y="19939"/>
                  </a:lnTo>
                  <a:lnTo>
                    <a:pt x="51716" y="19777"/>
                  </a:lnTo>
                  <a:lnTo>
                    <a:pt x="51115" y="19587"/>
                  </a:lnTo>
                  <a:lnTo>
                    <a:pt x="50513" y="19381"/>
                  </a:lnTo>
                  <a:lnTo>
                    <a:pt x="49897" y="19147"/>
                  </a:lnTo>
                  <a:lnTo>
                    <a:pt x="49281" y="18868"/>
                  </a:lnTo>
                  <a:lnTo>
                    <a:pt x="48665" y="18574"/>
                  </a:lnTo>
                  <a:lnTo>
                    <a:pt x="48034" y="18252"/>
                  </a:lnTo>
                  <a:lnTo>
                    <a:pt x="47418" y="17914"/>
                  </a:lnTo>
                  <a:lnTo>
                    <a:pt x="46787" y="17533"/>
                  </a:lnTo>
                  <a:lnTo>
                    <a:pt x="46171" y="17137"/>
                  </a:lnTo>
                  <a:lnTo>
                    <a:pt x="45540" y="16711"/>
                  </a:lnTo>
                  <a:lnTo>
                    <a:pt x="44337" y="15875"/>
                  </a:lnTo>
                  <a:lnTo>
                    <a:pt x="43104" y="15039"/>
                  </a:lnTo>
                  <a:lnTo>
                    <a:pt x="41857" y="14217"/>
                  </a:lnTo>
                  <a:lnTo>
                    <a:pt x="40581" y="13410"/>
                  </a:lnTo>
                  <a:lnTo>
                    <a:pt x="39290" y="12618"/>
                  </a:lnTo>
                  <a:lnTo>
                    <a:pt x="37969" y="11840"/>
                  </a:lnTo>
                  <a:lnTo>
                    <a:pt x="36649" y="11063"/>
                  </a:lnTo>
                  <a:lnTo>
                    <a:pt x="35314" y="10314"/>
                  </a:lnTo>
                  <a:lnTo>
                    <a:pt x="33964" y="9566"/>
                  </a:lnTo>
                  <a:lnTo>
                    <a:pt x="32600" y="8847"/>
                  </a:lnTo>
                  <a:lnTo>
                    <a:pt x="31235" y="8143"/>
                  </a:lnTo>
                  <a:lnTo>
                    <a:pt x="29856" y="7454"/>
                  </a:lnTo>
                  <a:lnTo>
                    <a:pt x="28492" y="6793"/>
                  </a:lnTo>
                  <a:lnTo>
                    <a:pt x="27113" y="6148"/>
                  </a:lnTo>
                  <a:lnTo>
                    <a:pt x="25734" y="5532"/>
                  </a:lnTo>
                  <a:lnTo>
                    <a:pt x="24369" y="4930"/>
                  </a:lnTo>
                  <a:lnTo>
                    <a:pt x="22990" y="4343"/>
                  </a:lnTo>
                  <a:lnTo>
                    <a:pt x="21626" y="3800"/>
                  </a:lnTo>
                  <a:lnTo>
                    <a:pt x="20291" y="3302"/>
                  </a:lnTo>
                  <a:lnTo>
                    <a:pt x="19000" y="2817"/>
                  </a:lnTo>
                  <a:lnTo>
                    <a:pt x="17723" y="2377"/>
                  </a:lnTo>
                  <a:lnTo>
                    <a:pt x="16476" y="1981"/>
                  </a:lnTo>
                  <a:lnTo>
                    <a:pt x="15258" y="1614"/>
                  </a:lnTo>
                  <a:lnTo>
                    <a:pt x="14085" y="1277"/>
                  </a:lnTo>
                  <a:lnTo>
                    <a:pt x="12955" y="984"/>
                  </a:lnTo>
                  <a:lnTo>
                    <a:pt x="11855" y="719"/>
                  </a:lnTo>
                  <a:lnTo>
                    <a:pt x="10784" y="514"/>
                  </a:lnTo>
                  <a:lnTo>
                    <a:pt x="9771" y="323"/>
                  </a:lnTo>
                  <a:lnTo>
                    <a:pt x="8788" y="191"/>
                  </a:lnTo>
                  <a:lnTo>
                    <a:pt x="7864" y="89"/>
                  </a:lnTo>
                  <a:lnTo>
                    <a:pt x="7409" y="45"/>
                  </a:lnTo>
                  <a:lnTo>
                    <a:pt x="6984" y="30"/>
                  </a:lnTo>
                  <a:lnTo>
                    <a:pt x="6558" y="15"/>
                  </a:lnTo>
                  <a:lnTo>
                    <a:pt x="6147" y="1"/>
                  </a:lnTo>
                  <a:close/>
                </a:path>
              </a:pathLst>
            </a:custGeom>
            <a:solidFill>
              <a:srgbClr val="DB9F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6">
              <a:extLst>
                <a:ext uri="{FF2B5EF4-FFF2-40B4-BE49-F238E27FC236}">
                  <a16:creationId xmlns:a16="http://schemas.microsoft.com/office/drawing/2014/main" id="{A116AC6C-F529-194C-0D6C-3D0A8F2FC36C}"/>
                </a:ext>
              </a:extLst>
            </p:cNvPr>
            <p:cNvSpPr/>
            <p:nvPr/>
          </p:nvSpPr>
          <p:spPr>
            <a:xfrm>
              <a:off x="1381150" y="1995375"/>
              <a:ext cx="2234100" cy="1512250"/>
            </a:xfrm>
            <a:custGeom>
              <a:avLst/>
              <a:gdLst/>
              <a:ahLst/>
              <a:cxnLst/>
              <a:rect l="l" t="t" r="r" b="b"/>
              <a:pathLst>
                <a:path w="89364" h="60490" extrusionOk="0">
                  <a:moveTo>
                    <a:pt x="6984" y="690"/>
                  </a:moveTo>
                  <a:lnTo>
                    <a:pt x="7409" y="704"/>
                  </a:lnTo>
                  <a:lnTo>
                    <a:pt x="7864" y="734"/>
                  </a:lnTo>
                  <a:lnTo>
                    <a:pt x="8319" y="763"/>
                  </a:lnTo>
                  <a:lnTo>
                    <a:pt x="8789" y="822"/>
                  </a:lnTo>
                  <a:lnTo>
                    <a:pt x="9273" y="880"/>
                  </a:lnTo>
                  <a:lnTo>
                    <a:pt x="10270" y="1027"/>
                  </a:lnTo>
                  <a:lnTo>
                    <a:pt x="11312" y="1218"/>
                  </a:lnTo>
                  <a:lnTo>
                    <a:pt x="12383" y="1438"/>
                  </a:lnTo>
                  <a:lnTo>
                    <a:pt x="13483" y="1702"/>
                  </a:lnTo>
                  <a:lnTo>
                    <a:pt x="14628" y="1995"/>
                  </a:lnTo>
                  <a:lnTo>
                    <a:pt x="15801" y="2333"/>
                  </a:lnTo>
                  <a:lnTo>
                    <a:pt x="16990" y="2700"/>
                  </a:lnTo>
                  <a:lnTo>
                    <a:pt x="18222" y="3110"/>
                  </a:lnTo>
                  <a:lnTo>
                    <a:pt x="19469" y="3536"/>
                  </a:lnTo>
                  <a:lnTo>
                    <a:pt x="20731" y="4005"/>
                  </a:lnTo>
                  <a:lnTo>
                    <a:pt x="22022" y="4504"/>
                  </a:lnTo>
                  <a:lnTo>
                    <a:pt x="23328" y="5032"/>
                  </a:lnTo>
                  <a:lnTo>
                    <a:pt x="24648" y="5575"/>
                  </a:lnTo>
                  <a:lnTo>
                    <a:pt x="25969" y="6162"/>
                  </a:lnTo>
                  <a:lnTo>
                    <a:pt x="27318" y="6764"/>
                  </a:lnTo>
                  <a:lnTo>
                    <a:pt x="28653" y="7394"/>
                  </a:lnTo>
                  <a:lnTo>
                    <a:pt x="30003" y="8040"/>
                  </a:lnTo>
                  <a:lnTo>
                    <a:pt x="31368" y="8715"/>
                  </a:lnTo>
                  <a:lnTo>
                    <a:pt x="32717" y="9419"/>
                  </a:lnTo>
                  <a:lnTo>
                    <a:pt x="34067" y="10138"/>
                  </a:lnTo>
                  <a:lnTo>
                    <a:pt x="35417" y="10872"/>
                  </a:lnTo>
                  <a:lnTo>
                    <a:pt x="36752" y="11620"/>
                  </a:lnTo>
                  <a:lnTo>
                    <a:pt x="38087" y="12397"/>
                  </a:lnTo>
                  <a:lnTo>
                    <a:pt x="39407" y="13190"/>
                  </a:lnTo>
                  <a:lnTo>
                    <a:pt x="40713" y="13982"/>
                  </a:lnTo>
                  <a:lnTo>
                    <a:pt x="42004" y="14803"/>
                  </a:lnTo>
                  <a:lnTo>
                    <a:pt x="43281" y="15625"/>
                  </a:lnTo>
                  <a:lnTo>
                    <a:pt x="44528" y="16476"/>
                  </a:lnTo>
                  <a:lnTo>
                    <a:pt x="45760" y="17327"/>
                  </a:lnTo>
                  <a:lnTo>
                    <a:pt x="46450" y="17796"/>
                  </a:lnTo>
                  <a:lnTo>
                    <a:pt x="47139" y="18237"/>
                  </a:lnTo>
                  <a:lnTo>
                    <a:pt x="47799" y="18633"/>
                  </a:lnTo>
                  <a:lnTo>
                    <a:pt x="48474" y="18999"/>
                  </a:lnTo>
                  <a:lnTo>
                    <a:pt x="49134" y="19322"/>
                  </a:lnTo>
                  <a:lnTo>
                    <a:pt x="49780" y="19630"/>
                  </a:lnTo>
                  <a:lnTo>
                    <a:pt x="50411" y="19894"/>
                  </a:lnTo>
                  <a:lnTo>
                    <a:pt x="51042" y="20129"/>
                  </a:lnTo>
                  <a:lnTo>
                    <a:pt x="51658" y="20335"/>
                  </a:lnTo>
                  <a:lnTo>
                    <a:pt x="52259" y="20511"/>
                  </a:lnTo>
                  <a:lnTo>
                    <a:pt x="52846" y="20657"/>
                  </a:lnTo>
                  <a:lnTo>
                    <a:pt x="53433" y="20775"/>
                  </a:lnTo>
                  <a:lnTo>
                    <a:pt x="54005" y="20863"/>
                  </a:lnTo>
                  <a:lnTo>
                    <a:pt x="54548" y="20921"/>
                  </a:lnTo>
                  <a:lnTo>
                    <a:pt x="55106" y="20965"/>
                  </a:lnTo>
                  <a:lnTo>
                    <a:pt x="56089" y="20965"/>
                  </a:lnTo>
                  <a:lnTo>
                    <a:pt x="56543" y="20936"/>
                  </a:lnTo>
                  <a:lnTo>
                    <a:pt x="56984" y="20892"/>
                  </a:lnTo>
                  <a:lnTo>
                    <a:pt x="57409" y="20819"/>
                  </a:lnTo>
                  <a:lnTo>
                    <a:pt x="57820" y="20745"/>
                  </a:lnTo>
                  <a:lnTo>
                    <a:pt x="58231" y="20643"/>
                  </a:lnTo>
                  <a:lnTo>
                    <a:pt x="58627" y="20540"/>
                  </a:lnTo>
                  <a:lnTo>
                    <a:pt x="59008" y="20408"/>
                  </a:lnTo>
                  <a:lnTo>
                    <a:pt x="59375" y="20276"/>
                  </a:lnTo>
                  <a:lnTo>
                    <a:pt x="59727" y="20114"/>
                  </a:lnTo>
                  <a:lnTo>
                    <a:pt x="60079" y="19938"/>
                  </a:lnTo>
                  <a:lnTo>
                    <a:pt x="60402" y="19762"/>
                  </a:lnTo>
                  <a:lnTo>
                    <a:pt x="60725" y="19572"/>
                  </a:lnTo>
                  <a:lnTo>
                    <a:pt x="61033" y="19366"/>
                  </a:lnTo>
                  <a:lnTo>
                    <a:pt x="61326" y="19146"/>
                  </a:lnTo>
                  <a:lnTo>
                    <a:pt x="61605" y="18911"/>
                  </a:lnTo>
                  <a:lnTo>
                    <a:pt x="61869" y="18677"/>
                  </a:lnTo>
                  <a:lnTo>
                    <a:pt x="62133" y="18427"/>
                  </a:lnTo>
                  <a:lnTo>
                    <a:pt x="62368" y="18178"/>
                  </a:lnTo>
                  <a:lnTo>
                    <a:pt x="62588" y="17914"/>
                  </a:lnTo>
                  <a:lnTo>
                    <a:pt x="62793" y="17635"/>
                  </a:lnTo>
                  <a:lnTo>
                    <a:pt x="62999" y="17356"/>
                  </a:lnTo>
                  <a:lnTo>
                    <a:pt x="63175" y="17063"/>
                  </a:lnTo>
                  <a:lnTo>
                    <a:pt x="63336" y="16769"/>
                  </a:lnTo>
                  <a:lnTo>
                    <a:pt x="63483" y="16476"/>
                  </a:lnTo>
                  <a:lnTo>
                    <a:pt x="63615" y="16168"/>
                  </a:lnTo>
                  <a:lnTo>
                    <a:pt x="63732" y="15860"/>
                  </a:lnTo>
                  <a:lnTo>
                    <a:pt x="63835" y="15552"/>
                  </a:lnTo>
                  <a:lnTo>
                    <a:pt x="63923" y="15229"/>
                  </a:lnTo>
                  <a:lnTo>
                    <a:pt x="63996" y="14906"/>
                  </a:lnTo>
                  <a:lnTo>
                    <a:pt x="64055" y="14583"/>
                  </a:lnTo>
                  <a:lnTo>
                    <a:pt x="64084" y="14261"/>
                  </a:lnTo>
                  <a:lnTo>
                    <a:pt x="64129" y="13850"/>
                  </a:lnTo>
                  <a:lnTo>
                    <a:pt x="64173" y="13439"/>
                  </a:lnTo>
                  <a:lnTo>
                    <a:pt x="64246" y="13028"/>
                  </a:lnTo>
                  <a:lnTo>
                    <a:pt x="64305" y="12632"/>
                  </a:lnTo>
                  <a:lnTo>
                    <a:pt x="64393" y="12236"/>
                  </a:lnTo>
                  <a:lnTo>
                    <a:pt x="64481" y="11855"/>
                  </a:lnTo>
                  <a:lnTo>
                    <a:pt x="64583" y="11473"/>
                  </a:lnTo>
                  <a:lnTo>
                    <a:pt x="64686" y="11106"/>
                  </a:lnTo>
                  <a:lnTo>
                    <a:pt x="64789" y="10740"/>
                  </a:lnTo>
                  <a:lnTo>
                    <a:pt x="64921" y="10387"/>
                  </a:lnTo>
                  <a:lnTo>
                    <a:pt x="65185" y="9698"/>
                  </a:lnTo>
                  <a:lnTo>
                    <a:pt x="65464" y="9023"/>
                  </a:lnTo>
                  <a:lnTo>
                    <a:pt x="65786" y="8377"/>
                  </a:lnTo>
                  <a:lnTo>
                    <a:pt x="66109" y="7761"/>
                  </a:lnTo>
                  <a:lnTo>
                    <a:pt x="66461" y="7174"/>
                  </a:lnTo>
                  <a:lnTo>
                    <a:pt x="66828" y="6617"/>
                  </a:lnTo>
                  <a:lnTo>
                    <a:pt x="67195" y="6074"/>
                  </a:lnTo>
                  <a:lnTo>
                    <a:pt x="67576" y="5561"/>
                  </a:lnTo>
                  <a:lnTo>
                    <a:pt x="67972" y="5076"/>
                  </a:lnTo>
                  <a:lnTo>
                    <a:pt x="68368" y="4622"/>
                  </a:lnTo>
                  <a:lnTo>
                    <a:pt x="68765" y="4196"/>
                  </a:lnTo>
                  <a:lnTo>
                    <a:pt x="69146" y="3785"/>
                  </a:lnTo>
                  <a:lnTo>
                    <a:pt x="69542" y="3419"/>
                  </a:lnTo>
                  <a:lnTo>
                    <a:pt x="69924" y="3066"/>
                  </a:lnTo>
                  <a:lnTo>
                    <a:pt x="70290" y="2729"/>
                  </a:lnTo>
                  <a:lnTo>
                    <a:pt x="70643" y="2436"/>
                  </a:lnTo>
                  <a:lnTo>
                    <a:pt x="70980" y="2157"/>
                  </a:lnTo>
                  <a:lnTo>
                    <a:pt x="71596" y="1687"/>
                  </a:lnTo>
                  <a:lnTo>
                    <a:pt x="72124" y="1335"/>
                  </a:lnTo>
                  <a:lnTo>
                    <a:pt x="72520" y="1071"/>
                  </a:lnTo>
                  <a:lnTo>
                    <a:pt x="72858" y="866"/>
                  </a:lnTo>
                  <a:lnTo>
                    <a:pt x="73283" y="822"/>
                  </a:lnTo>
                  <a:lnTo>
                    <a:pt x="73753" y="807"/>
                  </a:lnTo>
                  <a:lnTo>
                    <a:pt x="74340" y="792"/>
                  </a:lnTo>
                  <a:lnTo>
                    <a:pt x="74721" y="792"/>
                  </a:lnTo>
                  <a:lnTo>
                    <a:pt x="75132" y="822"/>
                  </a:lnTo>
                  <a:lnTo>
                    <a:pt x="75557" y="851"/>
                  </a:lnTo>
                  <a:lnTo>
                    <a:pt x="75968" y="910"/>
                  </a:lnTo>
                  <a:lnTo>
                    <a:pt x="76364" y="983"/>
                  </a:lnTo>
                  <a:lnTo>
                    <a:pt x="76746" y="1086"/>
                  </a:lnTo>
                  <a:lnTo>
                    <a:pt x="76937" y="1145"/>
                  </a:lnTo>
                  <a:lnTo>
                    <a:pt x="77098" y="1218"/>
                  </a:lnTo>
                  <a:lnTo>
                    <a:pt x="77259" y="1291"/>
                  </a:lnTo>
                  <a:lnTo>
                    <a:pt x="77421" y="1379"/>
                  </a:lnTo>
                  <a:lnTo>
                    <a:pt x="77553" y="1467"/>
                  </a:lnTo>
                  <a:lnTo>
                    <a:pt x="77685" y="1570"/>
                  </a:lnTo>
                  <a:lnTo>
                    <a:pt x="77787" y="1687"/>
                  </a:lnTo>
                  <a:lnTo>
                    <a:pt x="77890" y="1805"/>
                  </a:lnTo>
                  <a:lnTo>
                    <a:pt x="77964" y="1937"/>
                  </a:lnTo>
                  <a:lnTo>
                    <a:pt x="78022" y="2083"/>
                  </a:lnTo>
                  <a:lnTo>
                    <a:pt x="78052" y="2230"/>
                  </a:lnTo>
                  <a:lnTo>
                    <a:pt x="78081" y="2406"/>
                  </a:lnTo>
                  <a:lnTo>
                    <a:pt x="78066" y="2582"/>
                  </a:lnTo>
                  <a:lnTo>
                    <a:pt x="78037" y="2758"/>
                  </a:lnTo>
                  <a:lnTo>
                    <a:pt x="77993" y="2964"/>
                  </a:lnTo>
                  <a:lnTo>
                    <a:pt x="77919" y="3184"/>
                  </a:lnTo>
                  <a:lnTo>
                    <a:pt x="77817" y="3404"/>
                  </a:lnTo>
                  <a:lnTo>
                    <a:pt x="77685" y="3653"/>
                  </a:lnTo>
                  <a:lnTo>
                    <a:pt x="77523" y="3903"/>
                  </a:lnTo>
                  <a:lnTo>
                    <a:pt x="77333" y="4167"/>
                  </a:lnTo>
                  <a:lnTo>
                    <a:pt x="77039" y="4578"/>
                  </a:lnTo>
                  <a:lnTo>
                    <a:pt x="76760" y="4988"/>
                  </a:lnTo>
                  <a:lnTo>
                    <a:pt x="76482" y="5414"/>
                  </a:lnTo>
                  <a:lnTo>
                    <a:pt x="76203" y="5869"/>
                  </a:lnTo>
                  <a:lnTo>
                    <a:pt x="75939" y="6323"/>
                  </a:lnTo>
                  <a:lnTo>
                    <a:pt x="75689" y="6793"/>
                  </a:lnTo>
                  <a:lnTo>
                    <a:pt x="75440" y="7277"/>
                  </a:lnTo>
                  <a:lnTo>
                    <a:pt x="75205" y="7761"/>
                  </a:lnTo>
                  <a:lnTo>
                    <a:pt x="74971" y="8260"/>
                  </a:lnTo>
                  <a:lnTo>
                    <a:pt x="74765" y="8759"/>
                  </a:lnTo>
                  <a:lnTo>
                    <a:pt x="74560" y="9272"/>
                  </a:lnTo>
                  <a:lnTo>
                    <a:pt x="74369" y="9786"/>
                  </a:lnTo>
                  <a:lnTo>
                    <a:pt x="74193" y="10299"/>
                  </a:lnTo>
                  <a:lnTo>
                    <a:pt x="74032" y="10828"/>
                  </a:lnTo>
                  <a:lnTo>
                    <a:pt x="73900" y="11341"/>
                  </a:lnTo>
                  <a:lnTo>
                    <a:pt x="73768" y="11855"/>
                  </a:lnTo>
                  <a:lnTo>
                    <a:pt x="73665" y="12383"/>
                  </a:lnTo>
                  <a:lnTo>
                    <a:pt x="73577" y="12896"/>
                  </a:lnTo>
                  <a:lnTo>
                    <a:pt x="73503" y="13395"/>
                  </a:lnTo>
                  <a:lnTo>
                    <a:pt x="73459" y="13909"/>
                  </a:lnTo>
                  <a:lnTo>
                    <a:pt x="73430" y="14393"/>
                  </a:lnTo>
                  <a:lnTo>
                    <a:pt x="73430" y="14891"/>
                  </a:lnTo>
                  <a:lnTo>
                    <a:pt x="73459" y="15361"/>
                  </a:lnTo>
                  <a:lnTo>
                    <a:pt x="73503" y="15830"/>
                  </a:lnTo>
                  <a:lnTo>
                    <a:pt x="73562" y="16285"/>
                  </a:lnTo>
                  <a:lnTo>
                    <a:pt x="73665" y="16740"/>
                  </a:lnTo>
                  <a:lnTo>
                    <a:pt x="73782" y="17166"/>
                  </a:lnTo>
                  <a:lnTo>
                    <a:pt x="73944" y="17576"/>
                  </a:lnTo>
                  <a:lnTo>
                    <a:pt x="74120" y="17972"/>
                  </a:lnTo>
                  <a:lnTo>
                    <a:pt x="74222" y="18163"/>
                  </a:lnTo>
                  <a:lnTo>
                    <a:pt x="74340" y="18354"/>
                  </a:lnTo>
                  <a:lnTo>
                    <a:pt x="74442" y="18530"/>
                  </a:lnTo>
                  <a:lnTo>
                    <a:pt x="74574" y="18706"/>
                  </a:lnTo>
                  <a:lnTo>
                    <a:pt x="74706" y="18882"/>
                  </a:lnTo>
                  <a:lnTo>
                    <a:pt x="74853" y="19058"/>
                  </a:lnTo>
                  <a:lnTo>
                    <a:pt x="75249" y="19528"/>
                  </a:lnTo>
                  <a:lnTo>
                    <a:pt x="75631" y="20026"/>
                  </a:lnTo>
                  <a:lnTo>
                    <a:pt x="75983" y="20555"/>
                  </a:lnTo>
                  <a:lnTo>
                    <a:pt x="76306" y="21097"/>
                  </a:lnTo>
                  <a:lnTo>
                    <a:pt x="76614" y="21640"/>
                  </a:lnTo>
                  <a:lnTo>
                    <a:pt x="76907" y="22212"/>
                  </a:lnTo>
                  <a:lnTo>
                    <a:pt x="77171" y="22785"/>
                  </a:lnTo>
                  <a:lnTo>
                    <a:pt x="77421" y="23386"/>
                  </a:lnTo>
                  <a:lnTo>
                    <a:pt x="77641" y="23973"/>
                  </a:lnTo>
                  <a:lnTo>
                    <a:pt x="77831" y="24589"/>
                  </a:lnTo>
                  <a:lnTo>
                    <a:pt x="78022" y="25191"/>
                  </a:lnTo>
                  <a:lnTo>
                    <a:pt x="78169" y="25807"/>
                  </a:lnTo>
                  <a:lnTo>
                    <a:pt x="78316" y="26423"/>
                  </a:lnTo>
                  <a:lnTo>
                    <a:pt x="78418" y="27039"/>
                  </a:lnTo>
                  <a:lnTo>
                    <a:pt x="78521" y="27656"/>
                  </a:lnTo>
                  <a:lnTo>
                    <a:pt x="78594" y="28257"/>
                  </a:lnTo>
                  <a:lnTo>
                    <a:pt x="78638" y="28859"/>
                  </a:lnTo>
                  <a:lnTo>
                    <a:pt x="78682" y="29445"/>
                  </a:lnTo>
                  <a:lnTo>
                    <a:pt x="78682" y="30032"/>
                  </a:lnTo>
                  <a:lnTo>
                    <a:pt x="78682" y="30604"/>
                  </a:lnTo>
                  <a:lnTo>
                    <a:pt x="78653" y="31162"/>
                  </a:lnTo>
                  <a:lnTo>
                    <a:pt x="78609" y="31719"/>
                  </a:lnTo>
                  <a:lnTo>
                    <a:pt x="78536" y="32233"/>
                  </a:lnTo>
                  <a:lnTo>
                    <a:pt x="78448" y="32746"/>
                  </a:lnTo>
                  <a:lnTo>
                    <a:pt x="78345" y="33231"/>
                  </a:lnTo>
                  <a:lnTo>
                    <a:pt x="78228" y="33700"/>
                  </a:lnTo>
                  <a:lnTo>
                    <a:pt x="78081" y="34140"/>
                  </a:lnTo>
                  <a:lnTo>
                    <a:pt x="77919" y="34566"/>
                  </a:lnTo>
                  <a:lnTo>
                    <a:pt x="77743" y="34947"/>
                  </a:lnTo>
                  <a:lnTo>
                    <a:pt x="77538" y="35314"/>
                  </a:lnTo>
                  <a:lnTo>
                    <a:pt x="77318" y="35637"/>
                  </a:lnTo>
                  <a:lnTo>
                    <a:pt x="77201" y="35783"/>
                  </a:lnTo>
                  <a:lnTo>
                    <a:pt x="77083" y="35930"/>
                  </a:lnTo>
                  <a:lnTo>
                    <a:pt x="78257" y="37119"/>
                  </a:lnTo>
                  <a:lnTo>
                    <a:pt x="79548" y="38439"/>
                  </a:lnTo>
                  <a:lnTo>
                    <a:pt x="81162" y="40097"/>
                  </a:lnTo>
                  <a:lnTo>
                    <a:pt x="82966" y="41975"/>
                  </a:lnTo>
                  <a:lnTo>
                    <a:pt x="84844" y="43955"/>
                  </a:lnTo>
                  <a:lnTo>
                    <a:pt x="86693" y="45921"/>
                  </a:lnTo>
                  <a:lnTo>
                    <a:pt x="87573" y="46875"/>
                  </a:lnTo>
                  <a:lnTo>
                    <a:pt x="88380" y="47785"/>
                  </a:lnTo>
                  <a:lnTo>
                    <a:pt x="86752" y="49164"/>
                  </a:lnTo>
                  <a:lnTo>
                    <a:pt x="85240" y="50455"/>
                  </a:lnTo>
                  <a:lnTo>
                    <a:pt x="83861" y="51658"/>
                  </a:lnTo>
                  <a:lnTo>
                    <a:pt x="82585" y="52787"/>
                  </a:lnTo>
                  <a:lnTo>
                    <a:pt x="81426" y="53829"/>
                  </a:lnTo>
                  <a:lnTo>
                    <a:pt x="80384" y="54783"/>
                  </a:lnTo>
                  <a:lnTo>
                    <a:pt x="79445" y="55648"/>
                  </a:lnTo>
                  <a:lnTo>
                    <a:pt x="78624" y="56426"/>
                  </a:lnTo>
                  <a:lnTo>
                    <a:pt x="77274" y="57717"/>
                  </a:lnTo>
                  <a:lnTo>
                    <a:pt x="76350" y="58641"/>
                  </a:lnTo>
                  <a:lnTo>
                    <a:pt x="75792" y="59213"/>
                  </a:lnTo>
                  <a:lnTo>
                    <a:pt x="75616" y="59404"/>
                  </a:lnTo>
                  <a:lnTo>
                    <a:pt x="74662" y="58040"/>
                  </a:lnTo>
                  <a:lnTo>
                    <a:pt x="73679" y="56705"/>
                  </a:lnTo>
                  <a:lnTo>
                    <a:pt x="72697" y="55384"/>
                  </a:lnTo>
                  <a:lnTo>
                    <a:pt x="71699" y="54093"/>
                  </a:lnTo>
                  <a:lnTo>
                    <a:pt x="70701" y="52831"/>
                  </a:lnTo>
                  <a:lnTo>
                    <a:pt x="69689" y="51570"/>
                  </a:lnTo>
                  <a:lnTo>
                    <a:pt x="68662" y="50352"/>
                  </a:lnTo>
                  <a:lnTo>
                    <a:pt x="67635" y="49149"/>
                  </a:lnTo>
                  <a:lnTo>
                    <a:pt x="66593" y="47961"/>
                  </a:lnTo>
                  <a:lnTo>
                    <a:pt x="65552" y="46802"/>
                  </a:lnTo>
                  <a:lnTo>
                    <a:pt x="64510" y="45657"/>
                  </a:lnTo>
                  <a:lnTo>
                    <a:pt x="63454" y="44542"/>
                  </a:lnTo>
                  <a:lnTo>
                    <a:pt x="62397" y="43442"/>
                  </a:lnTo>
                  <a:lnTo>
                    <a:pt x="61341" y="42371"/>
                  </a:lnTo>
                  <a:lnTo>
                    <a:pt x="60285" y="41314"/>
                  </a:lnTo>
                  <a:lnTo>
                    <a:pt x="59214" y="40273"/>
                  </a:lnTo>
                  <a:lnTo>
                    <a:pt x="58157" y="39261"/>
                  </a:lnTo>
                  <a:lnTo>
                    <a:pt x="57086" y="38263"/>
                  </a:lnTo>
                  <a:lnTo>
                    <a:pt x="56030" y="37295"/>
                  </a:lnTo>
                  <a:lnTo>
                    <a:pt x="54959" y="36341"/>
                  </a:lnTo>
                  <a:lnTo>
                    <a:pt x="53903" y="35402"/>
                  </a:lnTo>
                  <a:lnTo>
                    <a:pt x="52832" y="34492"/>
                  </a:lnTo>
                  <a:lnTo>
                    <a:pt x="51775" y="33597"/>
                  </a:lnTo>
                  <a:lnTo>
                    <a:pt x="50734" y="32717"/>
                  </a:lnTo>
                  <a:lnTo>
                    <a:pt x="49677" y="31866"/>
                  </a:lnTo>
                  <a:lnTo>
                    <a:pt x="48636" y="31030"/>
                  </a:lnTo>
                  <a:lnTo>
                    <a:pt x="47594" y="30208"/>
                  </a:lnTo>
                  <a:lnTo>
                    <a:pt x="46567" y="29416"/>
                  </a:lnTo>
                  <a:lnTo>
                    <a:pt x="45540" y="28638"/>
                  </a:lnTo>
                  <a:lnTo>
                    <a:pt x="44513" y="27876"/>
                  </a:lnTo>
                  <a:lnTo>
                    <a:pt x="43515" y="27142"/>
                  </a:lnTo>
                  <a:lnTo>
                    <a:pt x="42518" y="26423"/>
                  </a:lnTo>
                  <a:lnTo>
                    <a:pt x="41520" y="25719"/>
                  </a:lnTo>
                  <a:lnTo>
                    <a:pt x="40537" y="25044"/>
                  </a:lnTo>
                  <a:lnTo>
                    <a:pt x="38615" y="23724"/>
                  </a:lnTo>
                  <a:lnTo>
                    <a:pt x="36737" y="22491"/>
                  </a:lnTo>
                  <a:lnTo>
                    <a:pt x="34933" y="21318"/>
                  </a:lnTo>
                  <a:lnTo>
                    <a:pt x="33172" y="20217"/>
                  </a:lnTo>
                  <a:lnTo>
                    <a:pt x="31485" y="19190"/>
                  </a:lnTo>
                  <a:lnTo>
                    <a:pt x="29856" y="18237"/>
                  </a:lnTo>
                  <a:lnTo>
                    <a:pt x="28316" y="17342"/>
                  </a:lnTo>
                  <a:lnTo>
                    <a:pt x="26864" y="16520"/>
                  </a:lnTo>
                  <a:lnTo>
                    <a:pt x="25499" y="15757"/>
                  </a:lnTo>
                  <a:lnTo>
                    <a:pt x="24223" y="15053"/>
                  </a:lnTo>
                  <a:lnTo>
                    <a:pt x="23049" y="14422"/>
                  </a:lnTo>
                  <a:lnTo>
                    <a:pt x="21024" y="13351"/>
                  </a:lnTo>
                  <a:lnTo>
                    <a:pt x="19469" y="12515"/>
                  </a:lnTo>
                  <a:lnTo>
                    <a:pt x="18105" y="11781"/>
                  </a:lnTo>
                  <a:lnTo>
                    <a:pt x="16652" y="11033"/>
                  </a:lnTo>
                  <a:lnTo>
                    <a:pt x="15156" y="10270"/>
                  </a:lnTo>
                  <a:lnTo>
                    <a:pt x="13601" y="9507"/>
                  </a:lnTo>
                  <a:lnTo>
                    <a:pt x="12046" y="8759"/>
                  </a:lnTo>
                  <a:lnTo>
                    <a:pt x="10490" y="8011"/>
                  </a:lnTo>
                  <a:lnTo>
                    <a:pt x="7527" y="6617"/>
                  </a:lnTo>
                  <a:lnTo>
                    <a:pt x="4871" y="5399"/>
                  </a:lnTo>
                  <a:lnTo>
                    <a:pt x="2759" y="4446"/>
                  </a:lnTo>
                  <a:lnTo>
                    <a:pt x="822" y="3580"/>
                  </a:lnTo>
                  <a:lnTo>
                    <a:pt x="881" y="3404"/>
                  </a:lnTo>
                  <a:lnTo>
                    <a:pt x="954" y="3228"/>
                  </a:lnTo>
                  <a:lnTo>
                    <a:pt x="1027" y="3052"/>
                  </a:lnTo>
                  <a:lnTo>
                    <a:pt x="1101" y="2876"/>
                  </a:lnTo>
                  <a:lnTo>
                    <a:pt x="1203" y="2729"/>
                  </a:lnTo>
                  <a:lnTo>
                    <a:pt x="1306" y="2568"/>
                  </a:lnTo>
                  <a:lnTo>
                    <a:pt x="1409" y="2421"/>
                  </a:lnTo>
                  <a:lnTo>
                    <a:pt x="1526" y="2289"/>
                  </a:lnTo>
                  <a:lnTo>
                    <a:pt x="1658" y="2142"/>
                  </a:lnTo>
                  <a:lnTo>
                    <a:pt x="1790" y="2025"/>
                  </a:lnTo>
                  <a:lnTo>
                    <a:pt x="1922" y="1893"/>
                  </a:lnTo>
                  <a:lnTo>
                    <a:pt x="2084" y="1775"/>
                  </a:lnTo>
                  <a:lnTo>
                    <a:pt x="2230" y="1673"/>
                  </a:lnTo>
                  <a:lnTo>
                    <a:pt x="2407" y="1570"/>
                  </a:lnTo>
                  <a:lnTo>
                    <a:pt x="2759" y="1379"/>
                  </a:lnTo>
                  <a:lnTo>
                    <a:pt x="3125" y="1218"/>
                  </a:lnTo>
                  <a:lnTo>
                    <a:pt x="3536" y="1071"/>
                  </a:lnTo>
                  <a:lnTo>
                    <a:pt x="3976" y="954"/>
                  </a:lnTo>
                  <a:lnTo>
                    <a:pt x="4446" y="851"/>
                  </a:lnTo>
                  <a:lnTo>
                    <a:pt x="4930" y="778"/>
                  </a:lnTo>
                  <a:lnTo>
                    <a:pt x="5443" y="719"/>
                  </a:lnTo>
                  <a:lnTo>
                    <a:pt x="5986" y="690"/>
                  </a:lnTo>
                  <a:close/>
                  <a:moveTo>
                    <a:pt x="6558" y="0"/>
                  </a:moveTo>
                  <a:lnTo>
                    <a:pt x="5942" y="15"/>
                  </a:lnTo>
                  <a:lnTo>
                    <a:pt x="5355" y="44"/>
                  </a:lnTo>
                  <a:lnTo>
                    <a:pt x="4798" y="103"/>
                  </a:lnTo>
                  <a:lnTo>
                    <a:pt x="4270" y="191"/>
                  </a:lnTo>
                  <a:lnTo>
                    <a:pt x="3771" y="294"/>
                  </a:lnTo>
                  <a:lnTo>
                    <a:pt x="3301" y="426"/>
                  </a:lnTo>
                  <a:lnTo>
                    <a:pt x="2861" y="587"/>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7456" y="45745"/>
                  </a:lnTo>
                  <a:lnTo>
                    <a:pt x="85901" y="44073"/>
                  </a:lnTo>
                  <a:lnTo>
                    <a:pt x="84287" y="42371"/>
                  </a:lnTo>
                  <a:lnTo>
                    <a:pt x="82688" y="40698"/>
                  </a:lnTo>
                  <a:lnTo>
                    <a:pt x="79856" y="37779"/>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3738" y="118"/>
                  </a:lnTo>
                  <a:lnTo>
                    <a:pt x="73254" y="147"/>
                  </a:lnTo>
                  <a:lnTo>
                    <a:pt x="72785" y="191"/>
                  </a:lnTo>
                  <a:lnTo>
                    <a:pt x="72653" y="206"/>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6">
              <a:extLst>
                <a:ext uri="{FF2B5EF4-FFF2-40B4-BE49-F238E27FC236}">
                  <a16:creationId xmlns:a16="http://schemas.microsoft.com/office/drawing/2014/main" id="{D2B932CA-5F4C-F064-0C6D-624A4D278E19}"/>
                </a:ext>
              </a:extLst>
            </p:cNvPr>
            <p:cNvSpPr/>
            <p:nvPr/>
          </p:nvSpPr>
          <p:spPr>
            <a:xfrm>
              <a:off x="1401700" y="2012600"/>
              <a:ext cx="2188975" cy="1467900"/>
            </a:xfrm>
            <a:custGeom>
              <a:avLst/>
              <a:gdLst/>
              <a:ahLst/>
              <a:cxnLst/>
              <a:rect l="l" t="t" r="r" b="b"/>
              <a:pathLst>
                <a:path w="87559" h="58716" fill="none" extrusionOk="0">
                  <a:moveTo>
                    <a:pt x="5736" y="1"/>
                  </a:moveTo>
                  <a:lnTo>
                    <a:pt x="5736" y="1"/>
                  </a:lnTo>
                  <a:lnTo>
                    <a:pt x="6162" y="1"/>
                  </a:lnTo>
                  <a:lnTo>
                    <a:pt x="6587" y="15"/>
                  </a:lnTo>
                  <a:lnTo>
                    <a:pt x="7042" y="45"/>
                  </a:lnTo>
                  <a:lnTo>
                    <a:pt x="7497" y="74"/>
                  </a:lnTo>
                  <a:lnTo>
                    <a:pt x="7967" y="133"/>
                  </a:lnTo>
                  <a:lnTo>
                    <a:pt x="8451" y="191"/>
                  </a:lnTo>
                  <a:lnTo>
                    <a:pt x="9448" y="338"/>
                  </a:lnTo>
                  <a:lnTo>
                    <a:pt x="10490" y="529"/>
                  </a:lnTo>
                  <a:lnTo>
                    <a:pt x="11561" y="749"/>
                  </a:lnTo>
                  <a:lnTo>
                    <a:pt x="12661" y="1013"/>
                  </a:lnTo>
                  <a:lnTo>
                    <a:pt x="13806" y="1306"/>
                  </a:lnTo>
                  <a:lnTo>
                    <a:pt x="14979" y="1644"/>
                  </a:lnTo>
                  <a:lnTo>
                    <a:pt x="16168" y="2011"/>
                  </a:lnTo>
                  <a:lnTo>
                    <a:pt x="17400" y="2421"/>
                  </a:lnTo>
                  <a:lnTo>
                    <a:pt x="18647" y="2847"/>
                  </a:lnTo>
                  <a:lnTo>
                    <a:pt x="19909" y="3316"/>
                  </a:lnTo>
                  <a:lnTo>
                    <a:pt x="21200" y="3815"/>
                  </a:lnTo>
                  <a:lnTo>
                    <a:pt x="22506" y="4343"/>
                  </a:lnTo>
                  <a:lnTo>
                    <a:pt x="23826" y="4886"/>
                  </a:lnTo>
                  <a:lnTo>
                    <a:pt x="25147" y="5473"/>
                  </a:lnTo>
                  <a:lnTo>
                    <a:pt x="26496" y="6075"/>
                  </a:lnTo>
                  <a:lnTo>
                    <a:pt x="27831" y="6705"/>
                  </a:lnTo>
                  <a:lnTo>
                    <a:pt x="29181" y="7351"/>
                  </a:lnTo>
                  <a:lnTo>
                    <a:pt x="30546" y="8026"/>
                  </a:lnTo>
                  <a:lnTo>
                    <a:pt x="31895" y="8730"/>
                  </a:lnTo>
                  <a:lnTo>
                    <a:pt x="33245" y="9449"/>
                  </a:lnTo>
                  <a:lnTo>
                    <a:pt x="34595" y="10183"/>
                  </a:lnTo>
                  <a:lnTo>
                    <a:pt x="35930" y="10931"/>
                  </a:lnTo>
                  <a:lnTo>
                    <a:pt x="37265" y="11708"/>
                  </a:lnTo>
                  <a:lnTo>
                    <a:pt x="38585" y="12501"/>
                  </a:lnTo>
                  <a:lnTo>
                    <a:pt x="39891" y="13293"/>
                  </a:lnTo>
                  <a:lnTo>
                    <a:pt x="41182" y="14114"/>
                  </a:lnTo>
                  <a:lnTo>
                    <a:pt x="42459" y="14936"/>
                  </a:lnTo>
                  <a:lnTo>
                    <a:pt x="43706" y="15787"/>
                  </a:lnTo>
                  <a:lnTo>
                    <a:pt x="44938" y="16638"/>
                  </a:lnTo>
                  <a:lnTo>
                    <a:pt x="44938" y="16638"/>
                  </a:lnTo>
                  <a:lnTo>
                    <a:pt x="45628" y="17107"/>
                  </a:lnTo>
                  <a:lnTo>
                    <a:pt x="46317" y="17548"/>
                  </a:lnTo>
                  <a:lnTo>
                    <a:pt x="46977" y="17944"/>
                  </a:lnTo>
                  <a:lnTo>
                    <a:pt x="47652" y="18310"/>
                  </a:lnTo>
                  <a:lnTo>
                    <a:pt x="48312" y="18633"/>
                  </a:lnTo>
                  <a:lnTo>
                    <a:pt x="48958" y="18941"/>
                  </a:lnTo>
                  <a:lnTo>
                    <a:pt x="49589" y="19205"/>
                  </a:lnTo>
                  <a:lnTo>
                    <a:pt x="50220" y="19440"/>
                  </a:lnTo>
                  <a:lnTo>
                    <a:pt x="50836" y="19646"/>
                  </a:lnTo>
                  <a:lnTo>
                    <a:pt x="51437" y="19822"/>
                  </a:lnTo>
                  <a:lnTo>
                    <a:pt x="52024" y="19968"/>
                  </a:lnTo>
                  <a:lnTo>
                    <a:pt x="52611" y="20086"/>
                  </a:lnTo>
                  <a:lnTo>
                    <a:pt x="53183" y="20174"/>
                  </a:lnTo>
                  <a:lnTo>
                    <a:pt x="53726" y="20232"/>
                  </a:lnTo>
                  <a:lnTo>
                    <a:pt x="54284" y="20276"/>
                  </a:lnTo>
                  <a:lnTo>
                    <a:pt x="54812" y="20276"/>
                  </a:lnTo>
                  <a:lnTo>
                    <a:pt x="54812" y="20276"/>
                  </a:lnTo>
                  <a:lnTo>
                    <a:pt x="55267" y="20276"/>
                  </a:lnTo>
                  <a:lnTo>
                    <a:pt x="55721" y="20247"/>
                  </a:lnTo>
                  <a:lnTo>
                    <a:pt x="56162" y="20203"/>
                  </a:lnTo>
                  <a:lnTo>
                    <a:pt x="56587" y="20130"/>
                  </a:lnTo>
                  <a:lnTo>
                    <a:pt x="56998" y="20056"/>
                  </a:lnTo>
                  <a:lnTo>
                    <a:pt x="57409" y="19954"/>
                  </a:lnTo>
                  <a:lnTo>
                    <a:pt x="57805" y="19851"/>
                  </a:lnTo>
                  <a:lnTo>
                    <a:pt x="58186" y="19719"/>
                  </a:lnTo>
                  <a:lnTo>
                    <a:pt x="58553" y="19587"/>
                  </a:lnTo>
                  <a:lnTo>
                    <a:pt x="58905" y="19425"/>
                  </a:lnTo>
                  <a:lnTo>
                    <a:pt x="59257" y="19249"/>
                  </a:lnTo>
                  <a:lnTo>
                    <a:pt x="59580" y="19073"/>
                  </a:lnTo>
                  <a:lnTo>
                    <a:pt x="59903" y="18883"/>
                  </a:lnTo>
                  <a:lnTo>
                    <a:pt x="60211" y="18677"/>
                  </a:lnTo>
                  <a:lnTo>
                    <a:pt x="60504" y="18457"/>
                  </a:lnTo>
                  <a:lnTo>
                    <a:pt x="60783" y="18222"/>
                  </a:lnTo>
                  <a:lnTo>
                    <a:pt x="61047" y="17988"/>
                  </a:lnTo>
                  <a:lnTo>
                    <a:pt x="61311" y="17738"/>
                  </a:lnTo>
                  <a:lnTo>
                    <a:pt x="61546" y="17489"/>
                  </a:lnTo>
                  <a:lnTo>
                    <a:pt x="61766" y="17225"/>
                  </a:lnTo>
                  <a:lnTo>
                    <a:pt x="61971" y="16946"/>
                  </a:lnTo>
                  <a:lnTo>
                    <a:pt x="62177" y="16667"/>
                  </a:lnTo>
                  <a:lnTo>
                    <a:pt x="62353" y="16374"/>
                  </a:lnTo>
                  <a:lnTo>
                    <a:pt x="62514" y="16080"/>
                  </a:lnTo>
                  <a:lnTo>
                    <a:pt x="62661" y="15787"/>
                  </a:lnTo>
                  <a:lnTo>
                    <a:pt x="62793" y="15479"/>
                  </a:lnTo>
                  <a:lnTo>
                    <a:pt x="62910" y="15171"/>
                  </a:lnTo>
                  <a:lnTo>
                    <a:pt x="63013" y="14863"/>
                  </a:lnTo>
                  <a:lnTo>
                    <a:pt x="63101" y="14540"/>
                  </a:lnTo>
                  <a:lnTo>
                    <a:pt x="63174" y="14217"/>
                  </a:lnTo>
                  <a:lnTo>
                    <a:pt x="63233" y="13894"/>
                  </a:lnTo>
                  <a:lnTo>
                    <a:pt x="63262" y="13572"/>
                  </a:lnTo>
                  <a:lnTo>
                    <a:pt x="63262" y="13572"/>
                  </a:lnTo>
                  <a:lnTo>
                    <a:pt x="63307" y="13161"/>
                  </a:lnTo>
                  <a:lnTo>
                    <a:pt x="63351" y="12750"/>
                  </a:lnTo>
                  <a:lnTo>
                    <a:pt x="63424" y="12339"/>
                  </a:lnTo>
                  <a:lnTo>
                    <a:pt x="63483" y="11943"/>
                  </a:lnTo>
                  <a:lnTo>
                    <a:pt x="63571" y="11547"/>
                  </a:lnTo>
                  <a:lnTo>
                    <a:pt x="63659" y="11166"/>
                  </a:lnTo>
                  <a:lnTo>
                    <a:pt x="63761" y="10784"/>
                  </a:lnTo>
                  <a:lnTo>
                    <a:pt x="63864" y="10417"/>
                  </a:lnTo>
                  <a:lnTo>
                    <a:pt x="63967" y="10051"/>
                  </a:lnTo>
                  <a:lnTo>
                    <a:pt x="64099" y="9698"/>
                  </a:lnTo>
                  <a:lnTo>
                    <a:pt x="64363" y="9009"/>
                  </a:lnTo>
                  <a:lnTo>
                    <a:pt x="64642" y="8334"/>
                  </a:lnTo>
                  <a:lnTo>
                    <a:pt x="64964" y="7688"/>
                  </a:lnTo>
                  <a:lnTo>
                    <a:pt x="65287" y="7072"/>
                  </a:lnTo>
                  <a:lnTo>
                    <a:pt x="65639" y="6485"/>
                  </a:lnTo>
                  <a:lnTo>
                    <a:pt x="66006" y="5928"/>
                  </a:lnTo>
                  <a:lnTo>
                    <a:pt x="66373" y="5385"/>
                  </a:lnTo>
                  <a:lnTo>
                    <a:pt x="66754" y="4872"/>
                  </a:lnTo>
                  <a:lnTo>
                    <a:pt x="67150" y="4387"/>
                  </a:lnTo>
                  <a:lnTo>
                    <a:pt x="67546" y="3933"/>
                  </a:lnTo>
                  <a:lnTo>
                    <a:pt x="67943" y="3507"/>
                  </a:lnTo>
                  <a:lnTo>
                    <a:pt x="68324" y="3096"/>
                  </a:lnTo>
                  <a:lnTo>
                    <a:pt x="68720" y="2730"/>
                  </a:lnTo>
                  <a:lnTo>
                    <a:pt x="69102" y="2377"/>
                  </a:lnTo>
                  <a:lnTo>
                    <a:pt x="69468" y="2040"/>
                  </a:lnTo>
                  <a:lnTo>
                    <a:pt x="69821" y="1747"/>
                  </a:lnTo>
                  <a:lnTo>
                    <a:pt x="70158" y="1468"/>
                  </a:lnTo>
                  <a:lnTo>
                    <a:pt x="70774" y="998"/>
                  </a:lnTo>
                  <a:lnTo>
                    <a:pt x="71302" y="646"/>
                  </a:lnTo>
                  <a:lnTo>
                    <a:pt x="71698" y="382"/>
                  </a:lnTo>
                  <a:lnTo>
                    <a:pt x="72036" y="177"/>
                  </a:lnTo>
                  <a:lnTo>
                    <a:pt x="72036" y="177"/>
                  </a:lnTo>
                  <a:lnTo>
                    <a:pt x="72461" y="133"/>
                  </a:lnTo>
                  <a:lnTo>
                    <a:pt x="72931" y="118"/>
                  </a:lnTo>
                  <a:lnTo>
                    <a:pt x="73518" y="103"/>
                  </a:lnTo>
                  <a:lnTo>
                    <a:pt x="73518" y="103"/>
                  </a:lnTo>
                  <a:lnTo>
                    <a:pt x="73899" y="103"/>
                  </a:lnTo>
                  <a:lnTo>
                    <a:pt x="74310" y="133"/>
                  </a:lnTo>
                  <a:lnTo>
                    <a:pt x="74735" y="162"/>
                  </a:lnTo>
                  <a:lnTo>
                    <a:pt x="75146" y="221"/>
                  </a:lnTo>
                  <a:lnTo>
                    <a:pt x="75542" y="294"/>
                  </a:lnTo>
                  <a:lnTo>
                    <a:pt x="75924" y="397"/>
                  </a:lnTo>
                  <a:lnTo>
                    <a:pt x="76115" y="456"/>
                  </a:lnTo>
                  <a:lnTo>
                    <a:pt x="76276" y="529"/>
                  </a:lnTo>
                  <a:lnTo>
                    <a:pt x="76437" y="602"/>
                  </a:lnTo>
                  <a:lnTo>
                    <a:pt x="76599" y="690"/>
                  </a:lnTo>
                  <a:lnTo>
                    <a:pt x="76731" y="778"/>
                  </a:lnTo>
                  <a:lnTo>
                    <a:pt x="76863" y="881"/>
                  </a:lnTo>
                  <a:lnTo>
                    <a:pt x="76965" y="998"/>
                  </a:lnTo>
                  <a:lnTo>
                    <a:pt x="77068" y="1116"/>
                  </a:lnTo>
                  <a:lnTo>
                    <a:pt x="77142" y="1248"/>
                  </a:lnTo>
                  <a:lnTo>
                    <a:pt x="77200" y="1394"/>
                  </a:lnTo>
                  <a:lnTo>
                    <a:pt x="77230" y="1541"/>
                  </a:lnTo>
                  <a:lnTo>
                    <a:pt x="77259" y="1717"/>
                  </a:lnTo>
                  <a:lnTo>
                    <a:pt x="77244" y="1893"/>
                  </a:lnTo>
                  <a:lnTo>
                    <a:pt x="77215" y="2069"/>
                  </a:lnTo>
                  <a:lnTo>
                    <a:pt x="77171" y="2275"/>
                  </a:lnTo>
                  <a:lnTo>
                    <a:pt x="77097" y="2495"/>
                  </a:lnTo>
                  <a:lnTo>
                    <a:pt x="76995" y="2715"/>
                  </a:lnTo>
                  <a:lnTo>
                    <a:pt x="76863" y="2964"/>
                  </a:lnTo>
                  <a:lnTo>
                    <a:pt x="76701" y="3214"/>
                  </a:lnTo>
                  <a:lnTo>
                    <a:pt x="76511" y="3478"/>
                  </a:lnTo>
                  <a:lnTo>
                    <a:pt x="76511" y="3478"/>
                  </a:lnTo>
                  <a:lnTo>
                    <a:pt x="76217" y="3889"/>
                  </a:lnTo>
                  <a:lnTo>
                    <a:pt x="75938" y="4299"/>
                  </a:lnTo>
                  <a:lnTo>
                    <a:pt x="75660" y="4725"/>
                  </a:lnTo>
                  <a:lnTo>
                    <a:pt x="75381" y="5180"/>
                  </a:lnTo>
                  <a:lnTo>
                    <a:pt x="75117" y="5634"/>
                  </a:lnTo>
                  <a:lnTo>
                    <a:pt x="74867" y="6104"/>
                  </a:lnTo>
                  <a:lnTo>
                    <a:pt x="74618" y="6588"/>
                  </a:lnTo>
                  <a:lnTo>
                    <a:pt x="74383" y="7072"/>
                  </a:lnTo>
                  <a:lnTo>
                    <a:pt x="74149" y="7571"/>
                  </a:lnTo>
                  <a:lnTo>
                    <a:pt x="73943" y="8070"/>
                  </a:lnTo>
                  <a:lnTo>
                    <a:pt x="73738" y="8583"/>
                  </a:lnTo>
                  <a:lnTo>
                    <a:pt x="73547" y="9097"/>
                  </a:lnTo>
                  <a:lnTo>
                    <a:pt x="73371" y="9610"/>
                  </a:lnTo>
                  <a:lnTo>
                    <a:pt x="73210" y="10139"/>
                  </a:lnTo>
                  <a:lnTo>
                    <a:pt x="73078" y="10652"/>
                  </a:lnTo>
                  <a:lnTo>
                    <a:pt x="72946" y="11166"/>
                  </a:lnTo>
                  <a:lnTo>
                    <a:pt x="72843" y="11694"/>
                  </a:lnTo>
                  <a:lnTo>
                    <a:pt x="72755" y="12207"/>
                  </a:lnTo>
                  <a:lnTo>
                    <a:pt x="72681" y="12706"/>
                  </a:lnTo>
                  <a:lnTo>
                    <a:pt x="72637" y="13220"/>
                  </a:lnTo>
                  <a:lnTo>
                    <a:pt x="72608" y="13704"/>
                  </a:lnTo>
                  <a:lnTo>
                    <a:pt x="72608" y="14202"/>
                  </a:lnTo>
                  <a:lnTo>
                    <a:pt x="72637" y="14672"/>
                  </a:lnTo>
                  <a:lnTo>
                    <a:pt x="72681" y="15141"/>
                  </a:lnTo>
                  <a:lnTo>
                    <a:pt x="72740" y="15596"/>
                  </a:lnTo>
                  <a:lnTo>
                    <a:pt x="72843" y="16051"/>
                  </a:lnTo>
                  <a:lnTo>
                    <a:pt x="72960" y="16477"/>
                  </a:lnTo>
                  <a:lnTo>
                    <a:pt x="73122" y="16887"/>
                  </a:lnTo>
                  <a:lnTo>
                    <a:pt x="73298" y="17283"/>
                  </a:lnTo>
                  <a:lnTo>
                    <a:pt x="73400" y="17474"/>
                  </a:lnTo>
                  <a:lnTo>
                    <a:pt x="73518" y="17665"/>
                  </a:lnTo>
                  <a:lnTo>
                    <a:pt x="73620" y="17841"/>
                  </a:lnTo>
                  <a:lnTo>
                    <a:pt x="73752" y="18017"/>
                  </a:lnTo>
                  <a:lnTo>
                    <a:pt x="73884" y="18193"/>
                  </a:lnTo>
                  <a:lnTo>
                    <a:pt x="74031" y="18369"/>
                  </a:lnTo>
                  <a:lnTo>
                    <a:pt x="74031" y="18369"/>
                  </a:lnTo>
                  <a:lnTo>
                    <a:pt x="74427" y="18839"/>
                  </a:lnTo>
                  <a:lnTo>
                    <a:pt x="74809" y="19337"/>
                  </a:lnTo>
                  <a:lnTo>
                    <a:pt x="75161" y="19866"/>
                  </a:lnTo>
                  <a:lnTo>
                    <a:pt x="75484" y="20408"/>
                  </a:lnTo>
                  <a:lnTo>
                    <a:pt x="75792" y="20951"/>
                  </a:lnTo>
                  <a:lnTo>
                    <a:pt x="76085" y="21523"/>
                  </a:lnTo>
                  <a:lnTo>
                    <a:pt x="76349" y="22096"/>
                  </a:lnTo>
                  <a:lnTo>
                    <a:pt x="76599" y="22697"/>
                  </a:lnTo>
                  <a:lnTo>
                    <a:pt x="76819" y="23284"/>
                  </a:lnTo>
                  <a:lnTo>
                    <a:pt x="77009" y="23900"/>
                  </a:lnTo>
                  <a:lnTo>
                    <a:pt x="77200" y="24502"/>
                  </a:lnTo>
                  <a:lnTo>
                    <a:pt x="77347" y="25118"/>
                  </a:lnTo>
                  <a:lnTo>
                    <a:pt x="77494" y="25734"/>
                  </a:lnTo>
                  <a:lnTo>
                    <a:pt x="77596" y="26350"/>
                  </a:lnTo>
                  <a:lnTo>
                    <a:pt x="77699" y="26967"/>
                  </a:lnTo>
                  <a:lnTo>
                    <a:pt x="77772" y="27568"/>
                  </a:lnTo>
                  <a:lnTo>
                    <a:pt x="77816" y="28170"/>
                  </a:lnTo>
                  <a:lnTo>
                    <a:pt x="77860" y="28756"/>
                  </a:lnTo>
                  <a:lnTo>
                    <a:pt x="77860" y="29343"/>
                  </a:lnTo>
                  <a:lnTo>
                    <a:pt x="77860" y="29915"/>
                  </a:lnTo>
                  <a:lnTo>
                    <a:pt x="77831" y="30473"/>
                  </a:lnTo>
                  <a:lnTo>
                    <a:pt x="77787" y="31030"/>
                  </a:lnTo>
                  <a:lnTo>
                    <a:pt x="77714" y="31544"/>
                  </a:lnTo>
                  <a:lnTo>
                    <a:pt x="77626" y="32057"/>
                  </a:lnTo>
                  <a:lnTo>
                    <a:pt x="77523" y="32542"/>
                  </a:lnTo>
                  <a:lnTo>
                    <a:pt x="77406" y="33011"/>
                  </a:lnTo>
                  <a:lnTo>
                    <a:pt x="77259" y="33451"/>
                  </a:lnTo>
                  <a:lnTo>
                    <a:pt x="77097" y="33877"/>
                  </a:lnTo>
                  <a:lnTo>
                    <a:pt x="76921" y="34258"/>
                  </a:lnTo>
                  <a:lnTo>
                    <a:pt x="76716" y="34625"/>
                  </a:lnTo>
                  <a:lnTo>
                    <a:pt x="76496" y="34948"/>
                  </a:lnTo>
                  <a:lnTo>
                    <a:pt x="76379" y="35094"/>
                  </a:lnTo>
                  <a:lnTo>
                    <a:pt x="76261" y="35241"/>
                  </a:lnTo>
                  <a:lnTo>
                    <a:pt x="76261" y="35241"/>
                  </a:lnTo>
                  <a:lnTo>
                    <a:pt x="77435" y="36430"/>
                  </a:lnTo>
                  <a:lnTo>
                    <a:pt x="78726" y="37750"/>
                  </a:lnTo>
                  <a:lnTo>
                    <a:pt x="80340" y="39408"/>
                  </a:lnTo>
                  <a:lnTo>
                    <a:pt x="82144" y="41286"/>
                  </a:lnTo>
                  <a:lnTo>
                    <a:pt x="84022" y="43266"/>
                  </a:lnTo>
                  <a:lnTo>
                    <a:pt x="85871" y="45232"/>
                  </a:lnTo>
                  <a:lnTo>
                    <a:pt x="86751" y="46186"/>
                  </a:lnTo>
                  <a:lnTo>
                    <a:pt x="87558" y="47096"/>
                  </a:lnTo>
                  <a:lnTo>
                    <a:pt x="87558" y="47096"/>
                  </a:lnTo>
                  <a:lnTo>
                    <a:pt x="85930" y="48475"/>
                  </a:lnTo>
                  <a:lnTo>
                    <a:pt x="84418" y="49766"/>
                  </a:lnTo>
                  <a:lnTo>
                    <a:pt x="83039" y="50969"/>
                  </a:lnTo>
                  <a:lnTo>
                    <a:pt x="81763" y="52098"/>
                  </a:lnTo>
                  <a:lnTo>
                    <a:pt x="80604" y="53140"/>
                  </a:lnTo>
                  <a:lnTo>
                    <a:pt x="79562" y="54094"/>
                  </a:lnTo>
                  <a:lnTo>
                    <a:pt x="78623" y="54959"/>
                  </a:lnTo>
                  <a:lnTo>
                    <a:pt x="77802" y="55737"/>
                  </a:lnTo>
                  <a:lnTo>
                    <a:pt x="76452" y="57028"/>
                  </a:lnTo>
                  <a:lnTo>
                    <a:pt x="75528" y="57952"/>
                  </a:lnTo>
                  <a:lnTo>
                    <a:pt x="74970" y="58524"/>
                  </a:lnTo>
                  <a:lnTo>
                    <a:pt x="74794" y="58715"/>
                  </a:lnTo>
                  <a:lnTo>
                    <a:pt x="74794" y="58715"/>
                  </a:lnTo>
                  <a:lnTo>
                    <a:pt x="73840" y="57351"/>
                  </a:lnTo>
                  <a:lnTo>
                    <a:pt x="72857" y="56016"/>
                  </a:lnTo>
                  <a:lnTo>
                    <a:pt x="71875" y="54695"/>
                  </a:lnTo>
                  <a:lnTo>
                    <a:pt x="70877" y="53404"/>
                  </a:lnTo>
                  <a:lnTo>
                    <a:pt x="69879" y="52142"/>
                  </a:lnTo>
                  <a:lnTo>
                    <a:pt x="68867" y="50881"/>
                  </a:lnTo>
                  <a:lnTo>
                    <a:pt x="67840" y="49663"/>
                  </a:lnTo>
                  <a:lnTo>
                    <a:pt x="66813" y="48460"/>
                  </a:lnTo>
                  <a:lnTo>
                    <a:pt x="65771" y="47272"/>
                  </a:lnTo>
                  <a:lnTo>
                    <a:pt x="64730" y="46113"/>
                  </a:lnTo>
                  <a:lnTo>
                    <a:pt x="63688" y="44968"/>
                  </a:lnTo>
                  <a:lnTo>
                    <a:pt x="62632" y="43853"/>
                  </a:lnTo>
                  <a:lnTo>
                    <a:pt x="61575" y="42753"/>
                  </a:lnTo>
                  <a:lnTo>
                    <a:pt x="60519" y="41682"/>
                  </a:lnTo>
                  <a:lnTo>
                    <a:pt x="59463" y="40625"/>
                  </a:lnTo>
                  <a:lnTo>
                    <a:pt x="58392" y="39584"/>
                  </a:lnTo>
                  <a:lnTo>
                    <a:pt x="57335" y="38572"/>
                  </a:lnTo>
                  <a:lnTo>
                    <a:pt x="56264" y="37574"/>
                  </a:lnTo>
                  <a:lnTo>
                    <a:pt x="55208" y="36606"/>
                  </a:lnTo>
                  <a:lnTo>
                    <a:pt x="54137" y="35652"/>
                  </a:lnTo>
                  <a:lnTo>
                    <a:pt x="53081" y="34713"/>
                  </a:lnTo>
                  <a:lnTo>
                    <a:pt x="52010" y="33803"/>
                  </a:lnTo>
                  <a:lnTo>
                    <a:pt x="50953" y="32908"/>
                  </a:lnTo>
                  <a:lnTo>
                    <a:pt x="49912" y="32028"/>
                  </a:lnTo>
                  <a:lnTo>
                    <a:pt x="48855" y="31177"/>
                  </a:lnTo>
                  <a:lnTo>
                    <a:pt x="47814" y="30341"/>
                  </a:lnTo>
                  <a:lnTo>
                    <a:pt x="46772" y="29519"/>
                  </a:lnTo>
                  <a:lnTo>
                    <a:pt x="45745" y="28727"/>
                  </a:lnTo>
                  <a:lnTo>
                    <a:pt x="44718" y="27949"/>
                  </a:lnTo>
                  <a:lnTo>
                    <a:pt x="43691" y="27187"/>
                  </a:lnTo>
                  <a:lnTo>
                    <a:pt x="42693" y="26453"/>
                  </a:lnTo>
                  <a:lnTo>
                    <a:pt x="41696" y="25734"/>
                  </a:lnTo>
                  <a:lnTo>
                    <a:pt x="40698" y="25030"/>
                  </a:lnTo>
                  <a:lnTo>
                    <a:pt x="39715" y="24355"/>
                  </a:lnTo>
                  <a:lnTo>
                    <a:pt x="37793" y="23035"/>
                  </a:lnTo>
                  <a:lnTo>
                    <a:pt x="35915" y="21802"/>
                  </a:lnTo>
                  <a:lnTo>
                    <a:pt x="34111" y="20629"/>
                  </a:lnTo>
                  <a:lnTo>
                    <a:pt x="32350" y="19528"/>
                  </a:lnTo>
                  <a:lnTo>
                    <a:pt x="30663" y="18501"/>
                  </a:lnTo>
                  <a:lnTo>
                    <a:pt x="29034" y="17548"/>
                  </a:lnTo>
                  <a:lnTo>
                    <a:pt x="27494" y="16653"/>
                  </a:lnTo>
                  <a:lnTo>
                    <a:pt x="26042" y="15831"/>
                  </a:lnTo>
                  <a:lnTo>
                    <a:pt x="24677" y="15068"/>
                  </a:lnTo>
                  <a:lnTo>
                    <a:pt x="23401" y="14364"/>
                  </a:lnTo>
                  <a:lnTo>
                    <a:pt x="22227" y="13733"/>
                  </a:lnTo>
                  <a:lnTo>
                    <a:pt x="20202" y="12662"/>
                  </a:lnTo>
                  <a:lnTo>
                    <a:pt x="18647" y="11826"/>
                  </a:lnTo>
                  <a:lnTo>
                    <a:pt x="18647" y="11826"/>
                  </a:lnTo>
                  <a:lnTo>
                    <a:pt x="17283" y="11092"/>
                  </a:lnTo>
                  <a:lnTo>
                    <a:pt x="15830" y="10344"/>
                  </a:lnTo>
                  <a:lnTo>
                    <a:pt x="14334" y="9581"/>
                  </a:lnTo>
                  <a:lnTo>
                    <a:pt x="12779" y="8818"/>
                  </a:lnTo>
                  <a:lnTo>
                    <a:pt x="11224" y="8070"/>
                  </a:lnTo>
                  <a:lnTo>
                    <a:pt x="9668" y="7322"/>
                  </a:lnTo>
                  <a:lnTo>
                    <a:pt x="6705" y="5928"/>
                  </a:lnTo>
                  <a:lnTo>
                    <a:pt x="4049" y="4710"/>
                  </a:lnTo>
                  <a:lnTo>
                    <a:pt x="1937" y="3757"/>
                  </a:lnTo>
                  <a:lnTo>
                    <a:pt x="0" y="2891"/>
                  </a:lnTo>
                  <a:lnTo>
                    <a:pt x="0" y="2891"/>
                  </a:lnTo>
                  <a:lnTo>
                    <a:pt x="59" y="2715"/>
                  </a:lnTo>
                  <a:lnTo>
                    <a:pt x="132" y="2539"/>
                  </a:lnTo>
                  <a:lnTo>
                    <a:pt x="205" y="2363"/>
                  </a:lnTo>
                  <a:lnTo>
                    <a:pt x="279" y="2187"/>
                  </a:lnTo>
                  <a:lnTo>
                    <a:pt x="381" y="2040"/>
                  </a:lnTo>
                  <a:lnTo>
                    <a:pt x="484" y="1879"/>
                  </a:lnTo>
                  <a:lnTo>
                    <a:pt x="587" y="1732"/>
                  </a:lnTo>
                  <a:lnTo>
                    <a:pt x="704" y="1600"/>
                  </a:lnTo>
                  <a:lnTo>
                    <a:pt x="836" y="1453"/>
                  </a:lnTo>
                  <a:lnTo>
                    <a:pt x="968" y="1336"/>
                  </a:lnTo>
                  <a:lnTo>
                    <a:pt x="1100" y="1204"/>
                  </a:lnTo>
                  <a:lnTo>
                    <a:pt x="1262" y="1086"/>
                  </a:lnTo>
                  <a:lnTo>
                    <a:pt x="1408" y="984"/>
                  </a:lnTo>
                  <a:lnTo>
                    <a:pt x="1585" y="881"/>
                  </a:lnTo>
                  <a:lnTo>
                    <a:pt x="1937" y="690"/>
                  </a:lnTo>
                  <a:lnTo>
                    <a:pt x="2303" y="529"/>
                  </a:lnTo>
                  <a:lnTo>
                    <a:pt x="2714" y="382"/>
                  </a:lnTo>
                  <a:lnTo>
                    <a:pt x="3154" y="265"/>
                  </a:lnTo>
                  <a:lnTo>
                    <a:pt x="3624" y="162"/>
                  </a:lnTo>
                  <a:lnTo>
                    <a:pt x="4108" y="89"/>
                  </a:lnTo>
                  <a:lnTo>
                    <a:pt x="4621" y="30"/>
                  </a:lnTo>
                  <a:lnTo>
                    <a:pt x="5164" y="1"/>
                  </a:lnTo>
                  <a:lnTo>
                    <a:pt x="573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6">
              <a:extLst>
                <a:ext uri="{FF2B5EF4-FFF2-40B4-BE49-F238E27FC236}">
                  <a16:creationId xmlns:a16="http://schemas.microsoft.com/office/drawing/2014/main" id="{9091740C-75E6-6050-6917-E6D267F6A60A}"/>
                </a:ext>
              </a:extLst>
            </p:cNvPr>
            <p:cNvSpPr/>
            <p:nvPr/>
          </p:nvSpPr>
          <p:spPr>
            <a:xfrm>
              <a:off x="1381150" y="1995375"/>
              <a:ext cx="2234100" cy="1512250"/>
            </a:xfrm>
            <a:custGeom>
              <a:avLst/>
              <a:gdLst/>
              <a:ahLst/>
              <a:cxnLst/>
              <a:rect l="l" t="t" r="r" b="b"/>
              <a:pathLst>
                <a:path w="89364" h="60490" fill="none" extrusionOk="0">
                  <a:moveTo>
                    <a:pt x="6558" y="0"/>
                  </a:moveTo>
                  <a:lnTo>
                    <a:pt x="6558" y="0"/>
                  </a:lnTo>
                  <a:lnTo>
                    <a:pt x="5942" y="15"/>
                  </a:lnTo>
                  <a:lnTo>
                    <a:pt x="5355" y="44"/>
                  </a:lnTo>
                  <a:lnTo>
                    <a:pt x="4798" y="103"/>
                  </a:lnTo>
                  <a:lnTo>
                    <a:pt x="4270" y="191"/>
                  </a:lnTo>
                  <a:lnTo>
                    <a:pt x="3771" y="294"/>
                  </a:lnTo>
                  <a:lnTo>
                    <a:pt x="3301" y="426"/>
                  </a:lnTo>
                  <a:lnTo>
                    <a:pt x="2861" y="587"/>
                  </a:lnTo>
                  <a:lnTo>
                    <a:pt x="2451" y="763"/>
                  </a:lnTo>
                  <a:lnTo>
                    <a:pt x="2451" y="763"/>
                  </a:lnTo>
                  <a:lnTo>
                    <a:pt x="2230" y="880"/>
                  </a:lnTo>
                  <a:lnTo>
                    <a:pt x="2025" y="998"/>
                  </a:lnTo>
                  <a:lnTo>
                    <a:pt x="1834" y="1115"/>
                  </a:lnTo>
                  <a:lnTo>
                    <a:pt x="1644" y="1247"/>
                  </a:lnTo>
                  <a:lnTo>
                    <a:pt x="1468" y="1394"/>
                  </a:lnTo>
                  <a:lnTo>
                    <a:pt x="1306" y="1541"/>
                  </a:lnTo>
                  <a:lnTo>
                    <a:pt x="1145" y="1702"/>
                  </a:lnTo>
                  <a:lnTo>
                    <a:pt x="998" y="1863"/>
                  </a:lnTo>
                  <a:lnTo>
                    <a:pt x="851" y="2025"/>
                  </a:lnTo>
                  <a:lnTo>
                    <a:pt x="719" y="2201"/>
                  </a:lnTo>
                  <a:lnTo>
                    <a:pt x="602" y="2377"/>
                  </a:lnTo>
                  <a:lnTo>
                    <a:pt x="499" y="2568"/>
                  </a:lnTo>
                  <a:lnTo>
                    <a:pt x="397" y="2773"/>
                  </a:lnTo>
                  <a:lnTo>
                    <a:pt x="309" y="2978"/>
                  </a:lnTo>
                  <a:lnTo>
                    <a:pt x="235" y="3184"/>
                  </a:lnTo>
                  <a:lnTo>
                    <a:pt x="162" y="3404"/>
                  </a:lnTo>
                  <a:lnTo>
                    <a:pt x="0" y="3976"/>
                  </a:lnTo>
                  <a:lnTo>
                    <a:pt x="543" y="4211"/>
                  </a:lnTo>
                  <a:lnTo>
                    <a:pt x="543" y="4211"/>
                  </a:lnTo>
                  <a:lnTo>
                    <a:pt x="2539" y="5091"/>
                  </a:lnTo>
                  <a:lnTo>
                    <a:pt x="4666" y="6059"/>
                  </a:lnTo>
                  <a:lnTo>
                    <a:pt x="7307" y="7277"/>
                  </a:lnTo>
                  <a:lnTo>
                    <a:pt x="10256" y="8656"/>
                  </a:lnTo>
                  <a:lnTo>
                    <a:pt x="11796" y="9390"/>
                  </a:lnTo>
                  <a:lnTo>
                    <a:pt x="13351" y="10138"/>
                  </a:lnTo>
                  <a:lnTo>
                    <a:pt x="14877" y="10901"/>
                  </a:lnTo>
                  <a:lnTo>
                    <a:pt x="16374" y="11649"/>
                  </a:lnTo>
                  <a:lnTo>
                    <a:pt x="17797" y="12397"/>
                  </a:lnTo>
                  <a:lnTo>
                    <a:pt x="19146" y="13116"/>
                  </a:lnTo>
                  <a:lnTo>
                    <a:pt x="19146" y="13116"/>
                  </a:lnTo>
                  <a:lnTo>
                    <a:pt x="20980" y="14099"/>
                  </a:lnTo>
                  <a:lnTo>
                    <a:pt x="20980" y="14099"/>
                  </a:lnTo>
                  <a:lnTo>
                    <a:pt x="22932" y="15141"/>
                  </a:lnTo>
                  <a:lnTo>
                    <a:pt x="25220" y="16373"/>
                  </a:lnTo>
                  <a:lnTo>
                    <a:pt x="26482" y="17078"/>
                  </a:lnTo>
                  <a:lnTo>
                    <a:pt x="27817" y="17840"/>
                  </a:lnTo>
                  <a:lnTo>
                    <a:pt x="29226" y="18647"/>
                  </a:lnTo>
                  <a:lnTo>
                    <a:pt x="30707" y="19528"/>
                  </a:lnTo>
                  <a:lnTo>
                    <a:pt x="32248" y="20452"/>
                  </a:lnTo>
                  <a:lnTo>
                    <a:pt x="33847" y="21435"/>
                  </a:lnTo>
                  <a:lnTo>
                    <a:pt x="35490" y="22491"/>
                  </a:lnTo>
                  <a:lnTo>
                    <a:pt x="37192" y="23592"/>
                  </a:lnTo>
                  <a:lnTo>
                    <a:pt x="38938" y="24765"/>
                  </a:lnTo>
                  <a:lnTo>
                    <a:pt x="40728" y="25998"/>
                  </a:lnTo>
                  <a:lnTo>
                    <a:pt x="42562" y="27303"/>
                  </a:lnTo>
                  <a:lnTo>
                    <a:pt x="44425" y="28653"/>
                  </a:lnTo>
                  <a:lnTo>
                    <a:pt x="44425" y="28653"/>
                  </a:lnTo>
                  <a:lnTo>
                    <a:pt x="45569" y="29519"/>
                  </a:lnTo>
                  <a:lnTo>
                    <a:pt x="46699" y="30384"/>
                  </a:lnTo>
                  <a:lnTo>
                    <a:pt x="47829" y="31265"/>
                  </a:lnTo>
                  <a:lnTo>
                    <a:pt x="48929" y="32145"/>
                  </a:lnTo>
                  <a:lnTo>
                    <a:pt x="50029" y="33040"/>
                  </a:lnTo>
                  <a:lnTo>
                    <a:pt x="51115" y="33935"/>
                  </a:lnTo>
                  <a:lnTo>
                    <a:pt x="52201" y="34830"/>
                  </a:lnTo>
                  <a:lnTo>
                    <a:pt x="53257" y="35754"/>
                  </a:lnTo>
                  <a:lnTo>
                    <a:pt x="54313" y="36664"/>
                  </a:lnTo>
                  <a:lnTo>
                    <a:pt x="55355" y="37603"/>
                  </a:lnTo>
                  <a:lnTo>
                    <a:pt x="56382" y="38527"/>
                  </a:lnTo>
                  <a:lnTo>
                    <a:pt x="57394" y="39481"/>
                  </a:lnTo>
                  <a:lnTo>
                    <a:pt x="58392" y="40420"/>
                  </a:lnTo>
                  <a:lnTo>
                    <a:pt x="59390" y="41388"/>
                  </a:lnTo>
                  <a:lnTo>
                    <a:pt x="60358" y="42341"/>
                  </a:lnTo>
                  <a:lnTo>
                    <a:pt x="61326" y="43324"/>
                  </a:lnTo>
                  <a:lnTo>
                    <a:pt x="62280" y="44293"/>
                  </a:lnTo>
                  <a:lnTo>
                    <a:pt x="63219" y="45290"/>
                  </a:lnTo>
                  <a:lnTo>
                    <a:pt x="64158" y="46273"/>
                  </a:lnTo>
                  <a:lnTo>
                    <a:pt x="65067" y="47271"/>
                  </a:lnTo>
                  <a:lnTo>
                    <a:pt x="65977" y="48283"/>
                  </a:lnTo>
                  <a:lnTo>
                    <a:pt x="66857" y="49296"/>
                  </a:lnTo>
                  <a:lnTo>
                    <a:pt x="67738" y="50323"/>
                  </a:lnTo>
                  <a:lnTo>
                    <a:pt x="68603" y="51335"/>
                  </a:lnTo>
                  <a:lnTo>
                    <a:pt x="69454" y="52377"/>
                  </a:lnTo>
                  <a:lnTo>
                    <a:pt x="70290" y="53418"/>
                  </a:lnTo>
                  <a:lnTo>
                    <a:pt x="71127" y="54460"/>
                  </a:lnTo>
                  <a:lnTo>
                    <a:pt x="71934" y="55516"/>
                  </a:lnTo>
                  <a:lnTo>
                    <a:pt x="72741" y="56573"/>
                  </a:lnTo>
                  <a:lnTo>
                    <a:pt x="73533" y="57644"/>
                  </a:lnTo>
                  <a:lnTo>
                    <a:pt x="74296" y="58715"/>
                  </a:lnTo>
                  <a:lnTo>
                    <a:pt x="75059" y="59786"/>
                  </a:lnTo>
                  <a:lnTo>
                    <a:pt x="75543" y="60490"/>
                  </a:lnTo>
                  <a:lnTo>
                    <a:pt x="76115" y="59859"/>
                  </a:lnTo>
                  <a:lnTo>
                    <a:pt x="76115" y="59859"/>
                  </a:lnTo>
                  <a:lnTo>
                    <a:pt x="76320" y="59654"/>
                  </a:lnTo>
                  <a:lnTo>
                    <a:pt x="76878" y="59081"/>
                  </a:lnTo>
                  <a:lnTo>
                    <a:pt x="77817" y="58157"/>
                  </a:lnTo>
                  <a:lnTo>
                    <a:pt x="79152" y="56866"/>
                  </a:lnTo>
                  <a:lnTo>
                    <a:pt x="79988" y="56088"/>
                  </a:lnTo>
                  <a:lnTo>
                    <a:pt x="80912" y="55223"/>
                  </a:lnTo>
                  <a:lnTo>
                    <a:pt x="81954" y="54269"/>
                  </a:lnTo>
                  <a:lnTo>
                    <a:pt x="83098" y="53242"/>
                  </a:lnTo>
                  <a:lnTo>
                    <a:pt x="84360" y="52127"/>
                  </a:lnTo>
                  <a:lnTo>
                    <a:pt x="85725" y="50939"/>
                  </a:lnTo>
                  <a:lnTo>
                    <a:pt x="87221" y="49662"/>
                  </a:lnTo>
                  <a:lnTo>
                    <a:pt x="88820" y="48298"/>
                  </a:lnTo>
                  <a:lnTo>
                    <a:pt x="89363" y="47843"/>
                  </a:lnTo>
                  <a:lnTo>
                    <a:pt x="88894" y="47330"/>
                  </a:lnTo>
                  <a:lnTo>
                    <a:pt x="88894" y="47330"/>
                  </a:lnTo>
                  <a:lnTo>
                    <a:pt x="87456" y="45745"/>
                  </a:lnTo>
                  <a:lnTo>
                    <a:pt x="85901" y="44073"/>
                  </a:lnTo>
                  <a:lnTo>
                    <a:pt x="84287" y="42371"/>
                  </a:lnTo>
                  <a:lnTo>
                    <a:pt x="82688" y="40698"/>
                  </a:lnTo>
                  <a:lnTo>
                    <a:pt x="79856" y="37779"/>
                  </a:lnTo>
                  <a:lnTo>
                    <a:pt x="77993" y="35871"/>
                  </a:lnTo>
                  <a:lnTo>
                    <a:pt x="77993" y="35871"/>
                  </a:lnTo>
                  <a:lnTo>
                    <a:pt x="78169" y="35563"/>
                  </a:lnTo>
                  <a:lnTo>
                    <a:pt x="78345" y="35241"/>
                  </a:lnTo>
                  <a:lnTo>
                    <a:pt x="78506" y="34903"/>
                  </a:lnTo>
                  <a:lnTo>
                    <a:pt x="78668" y="34536"/>
                  </a:lnTo>
                  <a:lnTo>
                    <a:pt x="78800" y="34140"/>
                  </a:lnTo>
                  <a:lnTo>
                    <a:pt x="78917" y="33744"/>
                  </a:lnTo>
                  <a:lnTo>
                    <a:pt x="79035" y="33319"/>
                  </a:lnTo>
                  <a:lnTo>
                    <a:pt x="79123" y="32878"/>
                  </a:lnTo>
                  <a:lnTo>
                    <a:pt x="79123" y="32878"/>
                  </a:lnTo>
                  <a:lnTo>
                    <a:pt x="79211" y="32336"/>
                  </a:lnTo>
                  <a:lnTo>
                    <a:pt x="79284" y="31793"/>
                  </a:lnTo>
                  <a:lnTo>
                    <a:pt x="79328" y="31221"/>
                  </a:lnTo>
                  <a:lnTo>
                    <a:pt x="79357" y="30634"/>
                  </a:lnTo>
                  <a:lnTo>
                    <a:pt x="79372" y="30032"/>
                  </a:lnTo>
                  <a:lnTo>
                    <a:pt x="79357" y="29431"/>
                  </a:lnTo>
                  <a:lnTo>
                    <a:pt x="79328" y="28815"/>
                  </a:lnTo>
                  <a:lnTo>
                    <a:pt x="79269" y="28184"/>
                  </a:lnTo>
                  <a:lnTo>
                    <a:pt x="79269" y="28184"/>
                  </a:lnTo>
                  <a:lnTo>
                    <a:pt x="79196" y="27538"/>
                  </a:lnTo>
                  <a:lnTo>
                    <a:pt x="79093" y="26893"/>
                  </a:lnTo>
                  <a:lnTo>
                    <a:pt x="78961" y="26247"/>
                  </a:lnTo>
                  <a:lnTo>
                    <a:pt x="78829" y="25602"/>
                  </a:lnTo>
                  <a:lnTo>
                    <a:pt x="78653" y="24971"/>
                  </a:lnTo>
                  <a:lnTo>
                    <a:pt x="78477" y="24340"/>
                  </a:lnTo>
                  <a:lnTo>
                    <a:pt x="78272" y="23738"/>
                  </a:lnTo>
                  <a:lnTo>
                    <a:pt x="78052" y="23137"/>
                  </a:lnTo>
                  <a:lnTo>
                    <a:pt x="78052" y="23137"/>
                  </a:lnTo>
                  <a:lnTo>
                    <a:pt x="77787" y="22491"/>
                  </a:lnTo>
                  <a:lnTo>
                    <a:pt x="77494" y="21860"/>
                  </a:lnTo>
                  <a:lnTo>
                    <a:pt x="77186" y="21259"/>
                  </a:lnTo>
                  <a:lnTo>
                    <a:pt x="76863" y="20687"/>
                  </a:lnTo>
                  <a:lnTo>
                    <a:pt x="76511" y="20129"/>
                  </a:lnTo>
                  <a:lnTo>
                    <a:pt x="76144" y="19586"/>
                  </a:lnTo>
                  <a:lnTo>
                    <a:pt x="75763" y="19087"/>
                  </a:lnTo>
                  <a:lnTo>
                    <a:pt x="75352" y="18603"/>
                  </a:lnTo>
                  <a:lnTo>
                    <a:pt x="75352" y="18603"/>
                  </a:lnTo>
                  <a:lnTo>
                    <a:pt x="75132" y="18325"/>
                  </a:lnTo>
                  <a:lnTo>
                    <a:pt x="74927" y="18016"/>
                  </a:lnTo>
                  <a:lnTo>
                    <a:pt x="74736" y="17694"/>
                  </a:lnTo>
                  <a:lnTo>
                    <a:pt x="74574" y="17342"/>
                  </a:lnTo>
                  <a:lnTo>
                    <a:pt x="74442" y="16975"/>
                  </a:lnTo>
                  <a:lnTo>
                    <a:pt x="74325" y="16579"/>
                  </a:lnTo>
                  <a:lnTo>
                    <a:pt x="74237" y="16183"/>
                  </a:lnTo>
                  <a:lnTo>
                    <a:pt x="74178" y="15757"/>
                  </a:lnTo>
                  <a:lnTo>
                    <a:pt x="74178" y="15757"/>
                  </a:lnTo>
                  <a:lnTo>
                    <a:pt x="74134" y="15332"/>
                  </a:lnTo>
                  <a:lnTo>
                    <a:pt x="74120" y="14891"/>
                  </a:lnTo>
                  <a:lnTo>
                    <a:pt x="74120" y="14451"/>
                  </a:lnTo>
                  <a:lnTo>
                    <a:pt x="74134" y="13982"/>
                  </a:lnTo>
                  <a:lnTo>
                    <a:pt x="74178" y="13512"/>
                  </a:lnTo>
                  <a:lnTo>
                    <a:pt x="74237" y="13028"/>
                  </a:lnTo>
                  <a:lnTo>
                    <a:pt x="74325" y="12515"/>
                  </a:lnTo>
                  <a:lnTo>
                    <a:pt x="74428" y="12001"/>
                  </a:lnTo>
                  <a:lnTo>
                    <a:pt x="74428" y="12001"/>
                  </a:lnTo>
                  <a:lnTo>
                    <a:pt x="74545" y="11532"/>
                  </a:lnTo>
                  <a:lnTo>
                    <a:pt x="74677" y="11048"/>
                  </a:lnTo>
                  <a:lnTo>
                    <a:pt x="74824" y="10578"/>
                  </a:lnTo>
                  <a:lnTo>
                    <a:pt x="74985" y="10079"/>
                  </a:lnTo>
                  <a:lnTo>
                    <a:pt x="75161" y="9595"/>
                  </a:lnTo>
                  <a:lnTo>
                    <a:pt x="75352" y="9111"/>
                  </a:lnTo>
                  <a:lnTo>
                    <a:pt x="75557" y="8627"/>
                  </a:lnTo>
                  <a:lnTo>
                    <a:pt x="75763" y="8157"/>
                  </a:lnTo>
                  <a:lnTo>
                    <a:pt x="75998" y="7673"/>
                  </a:lnTo>
                  <a:lnTo>
                    <a:pt x="76232" y="7204"/>
                  </a:lnTo>
                  <a:lnTo>
                    <a:pt x="76482" y="6749"/>
                  </a:lnTo>
                  <a:lnTo>
                    <a:pt x="76746" y="6294"/>
                  </a:lnTo>
                  <a:lnTo>
                    <a:pt x="77010" y="5839"/>
                  </a:lnTo>
                  <a:lnTo>
                    <a:pt x="77289" y="5414"/>
                  </a:lnTo>
                  <a:lnTo>
                    <a:pt x="77582" y="4988"/>
                  </a:lnTo>
                  <a:lnTo>
                    <a:pt x="77875" y="4578"/>
                  </a:lnTo>
                  <a:lnTo>
                    <a:pt x="77875" y="4578"/>
                  </a:lnTo>
                  <a:lnTo>
                    <a:pt x="78037" y="4372"/>
                  </a:lnTo>
                  <a:lnTo>
                    <a:pt x="78169" y="4152"/>
                  </a:lnTo>
                  <a:lnTo>
                    <a:pt x="78301" y="3947"/>
                  </a:lnTo>
                  <a:lnTo>
                    <a:pt x="78404" y="3741"/>
                  </a:lnTo>
                  <a:lnTo>
                    <a:pt x="78506" y="3551"/>
                  </a:lnTo>
                  <a:lnTo>
                    <a:pt x="78580" y="3345"/>
                  </a:lnTo>
                  <a:lnTo>
                    <a:pt x="78638" y="3154"/>
                  </a:lnTo>
                  <a:lnTo>
                    <a:pt x="78697" y="2978"/>
                  </a:lnTo>
                  <a:lnTo>
                    <a:pt x="78726" y="2788"/>
                  </a:lnTo>
                  <a:lnTo>
                    <a:pt x="78756" y="2612"/>
                  </a:lnTo>
                  <a:lnTo>
                    <a:pt x="78756" y="2436"/>
                  </a:lnTo>
                  <a:lnTo>
                    <a:pt x="78756" y="2260"/>
                  </a:lnTo>
                  <a:lnTo>
                    <a:pt x="78726" y="2098"/>
                  </a:lnTo>
                  <a:lnTo>
                    <a:pt x="78682" y="1937"/>
                  </a:lnTo>
                  <a:lnTo>
                    <a:pt x="78638" y="1775"/>
                  </a:lnTo>
                  <a:lnTo>
                    <a:pt x="78565" y="1629"/>
                  </a:lnTo>
                  <a:lnTo>
                    <a:pt x="78565" y="1629"/>
                  </a:lnTo>
                  <a:lnTo>
                    <a:pt x="78462" y="1438"/>
                  </a:lnTo>
                  <a:lnTo>
                    <a:pt x="78330" y="1277"/>
                  </a:lnTo>
                  <a:lnTo>
                    <a:pt x="78184" y="1115"/>
                  </a:lnTo>
                  <a:lnTo>
                    <a:pt x="78022" y="968"/>
                  </a:lnTo>
                  <a:lnTo>
                    <a:pt x="77831" y="822"/>
                  </a:lnTo>
                  <a:lnTo>
                    <a:pt x="77611" y="704"/>
                  </a:lnTo>
                  <a:lnTo>
                    <a:pt x="77377" y="587"/>
                  </a:lnTo>
                  <a:lnTo>
                    <a:pt x="77127" y="484"/>
                  </a:lnTo>
                  <a:lnTo>
                    <a:pt x="76848" y="396"/>
                  </a:lnTo>
                  <a:lnTo>
                    <a:pt x="76555" y="323"/>
                  </a:lnTo>
                  <a:lnTo>
                    <a:pt x="76232" y="264"/>
                  </a:lnTo>
                  <a:lnTo>
                    <a:pt x="75895" y="206"/>
                  </a:lnTo>
                  <a:lnTo>
                    <a:pt x="75543" y="162"/>
                  </a:lnTo>
                  <a:lnTo>
                    <a:pt x="75161" y="132"/>
                  </a:lnTo>
                  <a:lnTo>
                    <a:pt x="74750" y="118"/>
                  </a:lnTo>
                  <a:lnTo>
                    <a:pt x="74340" y="118"/>
                  </a:lnTo>
                  <a:lnTo>
                    <a:pt x="74340" y="118"/>
                  </a:lnTo>
                  <a:lnTo>
                    <a:pt x="73738" y="118"/>
                  </a:lnTo>
                  <a:lnTo>
                    <a:pt x="73254" y="147"/>
                  </a:lnTo>
                  <a:lnTo>
                    <a:pt x="72785" y="191"/>
                  </a:lnTo>
                  <a:lnTo>
                    <a:pt x="72653" y="206"/>
                  </a:lnTo>
                  <a:lnTo>
                    <a:pt x="72535" y="264"/>
                  </a:lnTo>
                  <a:lnTo>
                    <a:pt x="72535" y="264"/>
                  </a:lnTo>
                  <a:lnTo>
                    <a:pt x="72418" y="338"/>
                  </a:lnTo>
                  <a:lnTo>
                    <a:pt x="72139" y="514"/>
                  </a:lnTo>
                  <a:lnTo>
                    <a:pt x="71714" y="778"/>
                  </a:lnTo>
                  <a:lnTo>
                    <a:pt x="71171" y="1159"/>
                  </a:lnTo>
                  <a:lnTo>
                    <a:pt x="70540" y="1643"/>
                  </a:lnTo>
                  <a:lnTo>
                    <a:pt x="70188" y="1922"/>
                  </a:lnTo>
                  <a:lnTo>
                    <a:pt x="69821" y="2230"/>
                  </a:lnTo>
                  <a:lnTo>
                    <a:pt x="69454" y="2568"/>
                  </a:lnTo>
                  <a:lnTo>
                    <a:pt x="69058" y="2920"/>
                  </a:lnTo>
                  <a:lnTo>
                    <a:pt x="68662" y="3316"/>
                  </a:lnTo>
                  <a:lnTo>
                    <a:pt x="68266" y="3727"/>
                  </a:lnTo>
                  <a:lnTo>
                    <a:pt x="68266" y="3727"/>
                  </a:lnTo>
                  <a:lnTo>
                    <a:pt x="67796" y="4240"/>
                  </a:lnTo>
                  <a:lnTo>
                    <a:pt x="67356" y="4754"/>
                  </a:lnTo>
                  <a:lnTo>
                    <a:pt x="66945" y="5282"/>
                  </a:lnTo>
                  <a:lnTo>
                    <a:pt x="66535" y="5825"/>
                  </a:lnTo>
                  <a:lnTo>
                    <a:pt x="66168" y="6367"/>
                  </a:lnTo>
                  <a:lnTo>
                    <a:pt x="65816" y="6925"/>
                  </a:lnTo>
                  <a:lnTo>
                    <a:pt x="65478" y="7497"/>
                  </a:lnTo>
                  <a:lnTo>
                    <a:pt x="65170" y="8069"/>
                  </a:lnTo>
                  <a:lnTo>
                    <a:pt x="65170" y="8069"/>
                  </a:lnTo>
                  <a:lnTo>
                    <a:pt x="64994" y="8436"/>
                  </a:lnTo>
                  <a:lnTo>
                    <a:pt x="64818" y="8803"/>
                  </a:lnTo>
                  <a:lnTo>
                    <a:pt x="64657" y="9170"/>
                  </a:lnTo>
                  <a:lnTo>
                    <a:pt x="64510" y="9536"/>
                  </a:lnTo>
                  <a:lnTo>
                    <a:pt x="64363" y="9918"/>
                  </a:lnTo>
                  <a:lnTo>
                    <a:pt x="64231" y="10299"/>
                  </a:lnTo>
                  <a:lnTo>
                    <a:pt x="64099" y="10681"/>
                  </a:lnTo>
                  <a:lnTo>
                    <a:pt x="63982" y="11062"/>
                  </a:lnTo>
                  <a:lnTo>
                    <a:pt x="63879" y="11444"/>
                  </a:lnTo>
                  <a:lnTo>
                    <a:pt x="63791" y="11840"/>
                  </a:lnTo>
                  <a:lnTo>
                    <a:pt x="63703" y="12221"/>
                  </a:lnTo>
                  <a:lnTo>
                    <a:pt x="63615" y="12617"/>
                  </a:lnTo>
                  <a:lnTo>
                    <a:pt x="63556" y="13014"/>
                  </a:lnTo>
                  <a:lnTo>
                    <a:pt x="63498" y="13410"/>
                  </a:lnTo>
                  <a:lnTo>
                    <a:pt x="63439" y="13806"/>
                  </a:lnTo>
                  <a:lnTo>
                    <a:pt x="63410" y="14202"/>
                  </a:lnTo>
                  <a:lnTo>
                    <a:pt x="63410" y="14202"/>
                  </a:lnTo>
                  <a:lnTo>
                    <a:pt x="63380" y="14495"/>
                  </a:lnTo>
                  <a:lnTo>
                    <a:pt x="63322" y="14789"/>
                  </a:lnTo>
                  <a:lnTo>
                    <a:pt x="63263" y="15082"/>
                  </a:lnTo>
                  <a:lnTo>
                    <a:pt x="63190" y="15376"/>
                  </a:lnTo>
                  <a:lnTo>
                    <a:pt x="63087" y="15654"/>
                  </a:lnTo>
                  <a:lnTo>
                    <a:pt x="62984" y="15933"/>
                  </a:lnTo>
                  <a:lnTo>
                    <a:pt x="62867" y="16212"/>
                  </a:lnTo>
                  <a:lnTo>
                    <a:pt x="62720" y="16476"/>
                  </a:lnTo>
                  <a:lnTo>
                    <a:pt x="62573" y="16740"/>
                  </a:lnTo>
                  <a:lnTo>
                    <a:pt x="62412" y="17004"/>
                  </a:lnTo>
                  <a:lnTo>
                    <a:pt x="62236" y="17254"/>
                  </a:lnTo>
                  <a:lnTo>
                    <a:pt x="62045" y="17488"/>
                  </a:lnTo>
                  <a:lnTo>
                    <a:pt x="61840" y="17738"/>
                  </a:lnTo>
                  <a:lnTo>
                    <a:pt x="61634" y="17958"/>
                  </a:lnTo>
                  <a:lnTo>
                    <a:pt x="61400" y="18178"/>
                  </a:lnTo>
                  <a:lnTo>
                    <a:pt x="61165" y="18398"/>
                  </a:lnTo>
                  <a:lnTo>
                    <a:pt x="61165" y="18398"/>
                  </a:lnTo>
                  <a:lnTo>
                    <a:pt x="60886" y="18618"/>
                  </a:lnTo>
                  <a:lnTo>
                    <a:pt x="60593" y="18838"/>
                  </a:lnTo>
                  <a:lnTo>
                    <a:pt x="60299" y="19029"/>
                  </a:lnTo>
                  <a:lnTo>
                    <a:pt x="59991" y="19220"/>
                  </a:lnTo>
                  <a:lnTo>
                    <a:pt x="59683" y="19381"/>
                  </a:lnTo>
                  <a:lnTo>
                    <a:pt x="59346" y="19542"/>
                  </a:lnTo>
                  <a:lnTo>
                    <a:pt x="59008" y="19674"/>
                  </a:lnTo>
                  <a:lnTo>
                    <a:pt x="58671" y="19806"/>
                  </a:lnTo>
                  <a:lnTo>
                    <a:pt x="58319" y="19924"/>
                  </a:lnTo>
                  <a:lnTo>
                    <a:pt x="57952" y="20012"/>
                  </a:lnTo>
                  <a:lnTo>
                    <a:pt x="57585" y="20100"/>
                  </a:lnTo>
                  <a:lnTo>
                    <a:pt x="57204" y="20173"/>
                  </a:lnTo>
                  <a:lnTo>
                    <a:pt x="56822" y="20217"/>
                  </a:lnTo>
                  <a:lnTo>
                    <a:pt x="56426" y="20261"/>
                  </a:lnTo>
                  <a:lnTo>
                    <a:pt x="56030" y="20276"/>
                  </a:lnTo>
                  <a:lnTo>
                    <a:pt x="55634" y="20291"/>
                  </a:lnTo>
                  <a:lnTo>
                    <a:pt x="55634" y="20291"/>
                  </a:lnTo>
                  <a:lnTo>
                    <a:pt x="55106" y="20276"/>
                  </a:lnTo>
                  <a:lnTo>
                    <a:pt x="54578" y="20247"/>
                  </a:lnTo>
                  <a:lnTo>
                    <a:pt x="54035" y="20173"/>
                  </a:lnTo>
                  <a:lnTo>
                    <a:pt x="53492" y="20085"/>
                  </a:lnTo>
                  <a:lnTo>
                    <a:pt x="52949" y="19968"/>
                  </a:lnTo>
                  <a:lnTo>
                    <a:pt x="52391" y="19836"/>
                  </a:lnTo>
                  <a:lnTo>
                    <a:pt x="51834" y="19674"/>
                  </a:lnTo>
                  <a:lnTo>
                    <a:pt x="51262" y="19484"/>
                  </a:lnTo>
                  <a:lnTo>
                    <a:pt x="51262" y="19484"/>
                  </a:lnTo>
                  <a:lnTo>
                    <a:pt x="50631" y="19249"/>
                  </a:lnTo>
                  <a:lnTo>
                    <a:pt x="50000" y="18985"/>
                  </a:lnTo>
                  <a:lnTo>
                    <a:pt x="49369" y="18691"/>
                  </a:lnTo>
                  <a:lnTo>
                    <a:pt x="48724" y="18354"/>
                  </a:lnTo>
                  <a:lnTo>
                    <a:pt x="48078" y="18002"/>
                  </a:lnTo>
                  <a:lnTo>
                    <a:pt x="47447" y="17620"/>
                  </a:lnTo>
                  <a:lnTo>
                    <a:pt x="46802" y="17210"/>
                  </a:lnTo>
                  <a:lnTo>
                    <a:pt x="46156" y="16769"/>
                  </a:lnTo>
                  <a:lnTo>
                    <a:pt x="46156" y="16769"/>
                  </a:lnTo>
                  <a:lnTo>
                    <a:pt x="44938" y="15933"/>
                  </a:lnTo>
                  <a:lnTo>
                    <a:pt x="43706" y="15097"/>
                  </a:lnTo>
                  <a:lnTo>
                    <a:pt x="42444" y="14275"/>
                  </a:lnTo>
                  <a:lnTo>
                    <a:pt x="41168" y="13468"/>
                  </a:lnTo>
                  <a:lnTo>
                    <a:pt x="39877" y="12661"/>
                  </a:lnTo>
                  <a:lnTo>
                    <a:pt x="38556" y="11884"/>
                  </a:lnTo>
                  <a:lnTo>
                    <a:pt x="37221" y="11106"/>
                  </a:lnTo>
                  <a:lnTo>
                    <a:pt x="35886" y="10343"/>
                  </a:lnTo>
                  <a:lnTo>
                    <a:pt x="34537" y="9610"/>
                  </a:lnTo>
                  <a:lnTo>
                    <a:pt x="33172" y="8876"/>
                  </a:lnTo>
                  <a:lnTo>
                    <a:pt x="31793" y="8172"/>
                  </a:lnTo>
                  <a:lnTo>
                    <a:pt x="30429" y="7482"/>
                  </a:lnTo>
                  <a:lnTo>
                    <a:pt x="29050" y="6822"/>
                  </a:lnTo>
                  <a:lnTo>
                    <a:pt x="27670" y="6177"/>
                  </a:lnTo>
                  <a:lnTo>
                    <a:pt x="26291" y="5546"/>
                  </a:lnTo>
                  <a:lnTo>
                    <a:pt x="24912" y="4959"/>
                  </a:lnTo>
                  <a:lnTo>
                    <a:pt x="24912" y="4959"/>
                  </a:lnTo>
                  <a:lnTo>
                    <a:pt x="23518" y="4372"/>
                  </a:lnTo>
                  <a:lnTo>
                    <a:pt x="22154" y="3829"/>
                  </a:lnTo>
                  <a:lnTo>
                    <a:pt x="20819" y="3316"/>
                  </a:lnTo>
                  <a:lnTo>
                    <a:pt x="19499" y="2832"/>
                  </a:lnTo>
                  <a:lnTo>
                    <a:pt x="18222" y="2392"/>
                  </a:lnTo>
                  <a:lnTo>
                    <a:pt x="16975" y="1981"/>
                  </a:lnTo>
                  <a:lnTo>
                    <a:pt x="15757" y="1614"/>
                  </a:lnTo>
                  <a:lnTo>
                    <a:pt x="14569" y="1277"/>
                  </a:lnTo>
                  <a:lnTo>
                    <a:pt x="13425" y="983"/>
                  </a:lnTo>
                  <a:lnTo>
                    <a:pt x="12310" y="719"/>
                  </a:lnTo>
                  <a:lnTo>
                    <a:pt x="11239" y="514"/>
                  </a:lnTo>
                  <a:lnTo>
                    <a:pt x="10212" y="323"/>
                  </a:lnTo>
                  <a:lnTo>
                    <a:pt x="9229" y="191"/>
                  </a:lnTo>
                  <a:lnTo>
                    <a:pt x="8290" y="88"/>
                  </a:lnTo>
                  <a:lnTo>
                    <a:pt x="7835" y="44"/>
                  </a:lnTo>
                  <a:lnTo>
                    <a:pt x="7395" y="15"/>
                  </a:lnTo>
                  <a:lnTo>
                    <a:pt x="6969" y="0"/>
                  </a:lnTo>
                  <a:lnTo>
                    <a:pt x="6558" y="0"/>
                  </a:lnTo>
                  <a:lnTo>
                    <a:pt x="6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6">
              <a:extLst>
                <a:ext uri="{FF2B5EF4-FFF2-40B4-BE49-F238E27FC236}">
                  <a16:creationId xmlns:a16="http://schemas.microsoft.com/office/drawing/2014/main" id="{E0E40474-39E6-F791-2244-57C11C48D583}"/>
                </a:ext>
              </a:extLst>
            </p:cNvPr>
            <p:cNvSpPr/>
            <p:nvPr/>
          </p:nvSpPr>
          <p:spPr>
            <a:xfrm>
              <a:off x="3301975" y="3622050"/>
              <a:ext cx="95400" cy="95375"/>
            </a:xfrm>
            <a:custGeom>
              <a:avLst/>
              <a:gdLst/>
              <a:ahLst/>
              <a:cxnLst/>
              <a:rect l="l" t="t" r="r" b="b"/>
              <a:pathLst>
                <a:path w="3816" h="3815" extrusionOk="0">
                  <a:moveTo>
                    <a:pt x="1937" y="0"/>
                  </a:moveTo>
                  <a:lnTo>
                    <a:pt x="1747" y="15"/>
                  </a:lnTo>
                  <a:lnTo>
                    <a:pt x="1571" y="30"/>
                  </a:lnTo>
                  <a:lnTo>
                    <a:pt x="1395" y="74"/>
                  </a:lnTo>
                  <a:lnTo>
                    <a:pt x="1219" y="132"/>
                  </a:lnTo>
                  <a:lnTo>
                    <a:pt x="1042" y="206"/>
                  </a:lnTo>
                  <a:lnTo>
                    <a:pt x="881" y="294"/>
                  </a:lnTo>
                  <a:lnTo>
                    <a:pt x="734" y="411"/>
                  </a:lnTo>
                  <a:lnTo>
                    <a:pt x="602" y="528"/>
                  </a:lnTo>
                  <a:lnTo>
                    <a:pt x="470" y="661"/>
                  </a:lnTo>
                  <a:lnTo>
                    <a:pt x="353" y="807"/>
                  </a:lnTo>
                  <a:lnTo>
                    <a:pt x="250" y="954"/>
                  </a:lnTo>
                  <a:lnTo>
                    <a:pt x="162" y="1130"/>
                  </a:lnTo>
                  <a:lnTo>
                    <a:pt x="104" y="1306"/>
                  </a:lnTo>
                  <a:lnTo>
                    <a:pt x="45" y="1497"/>
                  </a:lnTo>
                  <a:lnTo>
                    <a:pt x="15" y="1688"/>
                  </a:lnTo>
                  <a:lnTo>
                    <a:pt x="1" y="1878"/>
                  </a:lnTo>
                  <a:lnTo>
                    <a:pt x="1" y="2069"/>
                  </a:lnTo>
                  <a:lnTo>
                    <a:pt x="30" y="2245"/>
                  </a:lnTo>
                  <a:lnTo>
                    <a:pt x="74" y="2436"/>
                  </a:lnTo>
                  <a:lnTo>
                    <a:pt x="133" y="2612"/>
                  </a:lnTo>
                  <a:lnTo>
                    <a:pt x="206" y="2773"/>
                  </a:lnTo>
                  <a:lnTo>
                    <a:pt x="294" y="2935"/>
                  </a:lnTo>
                  <a:lnTo>
                    <a:pt x="397" y="3081"/>
                  </a:lnTo>
                  <a:lnTo>
                    <a:pt x="514" y="3228"/>
                  </a:lnTo>
                  <a:lnTo>
                    <a:pt x="661" y="3345"/>
                  </a:lnTo>
                  <a:lnTo>
                    <a:pt x="793" y="3463"/>
                  </a:lnTo>
                  <a:lnTo>
                    <a:pt x="954" y="3565"/>
                  </a:lnTo>
                  <a:lnTo>
                    <a:pt x="1131" y="3653"/>
                  </a:lnTo>
                  <a:lnTo>
                    <a:pt x="1307" y="3727"/>
                  </a:lnTo>
                  <a:lnTo>
                    <a:pt x="1497" y="3771"/>
                  </a:lnTo>
                  <a:lnTo>
                    <a:pt x="1688" y="3815"/>
                  </a:lnTo>
                  <a:lnTo>
                    <a:pt x="2069" y="3815"/>
                  </a:lnTo>
                  <a:lnTo>
                    <a:pt x="2246" y="3785"/>
                  </a:lnTo>
                  <a:lnTo>
                    <a:pt x="2436" y="3741"/>
                  </a:lnTo>
                  <a:lnTo>
                    <a:pt x="2612" y="3683"/>
                  </a:lnTo>
                  <a:lnTo>
                    <a:pt x="2774" y="3609"/>
                  </a:lnTo>
                  <a:lnTo>
                    <a:pt x="2935" y="3521"/>
                  </a:lnTo>
                  <a:lnTo>
                    <a:pt x="3082" y="3419"/>
                  </a:lnTo>
                  <a:lnTo>
                    <a:pt x="3214" y="3301"/>
                  </a:lnTo>
                  <a:lnTo>
                    <a:pt x="3346" y="3169"/>
                  </a:lnTo>
                  <a:lnTo>
                    <a:pt x="3463" y="3023"/>
                  </a:lnTo>
                  <a:lnTo>
                    <a:pt x="3566" y="2861"/>
                  </a:lnTo>
                  <a:lnTo>
                    <a:pt x="3654" y="2700"/>
                  </a:lnTo>
                  <a:lnTo>
                    <a:pt x="3727" y="2524"/>
                  </a:lnTo>
                  <a:lnTo>
                    <a:pt x="3771" y="2333"/>
                  </a:lnTo>
                  <a:lnTo>
                    <a:pt x="3801" y="2142"/>
                  </a:lnTo>
                  <a:lnTo>
                    <a:pt x="3815" y="1952"/>
                  </a:lnTo>
                  <a:lnTo>
                    <a:pt x="3815" y="1761"/>
                  </a:lnTo>
                  <a:lnTo>
                    <a:pt x="3786" y="1570"/>
                  </a:lnTo>
                  <a:lnTo>
                    <a:pt x="3742" y="1394"/>
                  </a:lnTo>
                  <a:lnTo>
                    <a:pt x="3683" y="1218"/>
                  </a:lnTo>
                  <a:lnTo>
                    <a:pt x="3610" y="1042"/>
                  </a:lnTo>
                  <a:lnTo>
                    <a:pt x="3522" y="895"/>
                  </a:lnTo>
                  <a:lnTo>
                    <a:pt x="3419" y="734"/>
                  </a:lnTo>
                  <a:lnTo>
                    <a:pt x="3302" y="602"/>
                  </a:lnTo>
                  <a:lnTo>
                    <a:pt x="3170" y="470"/>
                  </a:lnTo>
                  <a:lnTo>
                    <a:pt x="3023" y="352"/>
                  </a:lnTo>
                  <a:lnTo>
                    <a:pt x="2862" y="250"/>
                  </a:lnTo>
                  <a:lnTo>
                    <a:pt x="2700" y="176"/>
                  </a:lnTo>
                  <a:lnTo>
                    <a:pt x="2510" y="103"/>
                  </a:lnTo>
                  <a:lnTo>
                    <a:pt x="2319" y="44"/>
                  </a:lnTo>
                  <a:lnTo>
                    <a:pt x="2128" y="15"/>
                  </a:lnTo>
                  <a:lnTo>
                    <a:pt x="19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6">
              <a:extLst>
                <a:ext uri="{FF2B5EF4-FFF2-40B4-BE49-F238E27FC236}">
                  <a16:creationId xmlns:a16="http://schemas.microsoft.com/office/drawing/2014/main" id="{185C85B8-16E6-A871-3580-468498CA4E6D}"/>
                </a:ext>
              </a:extLst>
            </p:cNvPr>
            <p:cNvSpPr/>
            <p:nvPr/>
          </p:nvSpPr>
          <p:spPr>
            <a:xfrm>
              <a:off x="984650" y="340450"/>
              <a:ext cx="3078050" cy="1528775"/>
            </a:xfrm>
            <a:custGeom>
              <a:avLst/>
              <a:gdLst/>
              <a:ahLst/>
              <a:cxnLst/>
              <a:rect l="l" t="t" r="r" b="b"/>
              <a:pathLst>
                <a:path w="123122" h="61151" extrusionOk="0">
                  <a:moveTo>
                    <a:pt x="61781" y="0"/>
                  </a:moveTo>
                  <a:lnTo>
                    <a:pt x="61004" y="15"/>
                  </a:lnTo>
                  <a:lnTo>
                    <a:pt x="60212" y="15"/>
                  </a:lnTo>
                  <a:lnTo>
                    <a:pt x="59419" y="44"/>
                  </a:lnTo>
                  <a:lnTo>
                    <a:pt x="58642" y="74"/>
                  </a:lnTo>
                  <a:lnTo>
                    <a:pt x="57864" y="118"/>
                  </a:lnTo>
                  <a:lnTo>
                    <a:pt x="57087" y="162"/>
                  </a:lnTo>
                  <a:lnTo>
                    <a:pt x="56309" y="220"/>
                  </a:lnTo>
                  <a:lnTo>
                    <a:pt x="55532" y="294"/>
                  </a:lnTo>
                  <a:lnTo>
                    <a:pt x="54754" y="382"/>
                  </a:lnTo>
                  <a:lnTo>
                    <a:pt x="53991" y="470"/>
                  </a:lnTo>
                  <a:lnTo>
                    <a:pt x="53228" y="558"/>
                  </a:lnTo>
                  <a:lnTo>
                    <a:pt x="52465" y="675"/>
                  </a:lnTo>
                  <a:lnTo>
                    <a:pt x="51702" y="793"/>
                  </a:lnTo>
                  <a:lnTo>
                    <a:pt x="50954" y="910"/>
                  </a:lnTo>
                  <a:lnTo>
                    <a:pt x="50206" y="1057"/>
                  </a:lnTo>
                  <a:lnTo>
                    <a:pt x="49458" y="1203"/>
                  </a:lnTo>
                  <a:lnTo>
                    <a:pt x="48709" y="1350"/>
                  </a:lnTo>
                  <a:lnTo>
                    <a:pt x="47961" y="1511"/>
                  </a:lnTo>
                  <a:lnTo>
                    <a:pt x="47228" y="1687"/>
                  </a:lnTo>
                  <a:lnTo>
                    <a:pt x="46494" y="1864"/>
                  </a:lnTo>
                  <a:lnTo>
                    <a:pt x="45760" y="2054"/>
                  </a:lnTo>
                  <a:lnTo>
                    <a:pt x="45027" y="2245"/>
                  </a:lnTo>
                  <a:lnTo>
                    <a:pt x="44308" y="2465"/>
                  </a:lnTo>
                  <a:lnTo>
                    <a:pt x="43574" y="2670"/>
                  </a:lnTo>
                  <a:lnTo>
                    <a:pt x="42856" y="2891"/>
                  </a:lnTo>
                  <a:lnTo>
                    <a:pt x="42151" y="3125"/>
                  </a:lnTo>
                  <a:lnTo>
                    <a:pt x="41432" y="3375"/>
                  </a:lnTo>
                  <a:lnTo>
                    <a:pt x="40728" y="3624"/>
                  </a:lnTo>
                  <a:lnTo>
                    <a:pt x="40024" y="3874"/>
                  </a:lnTo>
                  <a:lnTo>
                    <a:pt x="39334" y="4138"/>
                  </a:lnTo>
                  <a:lnTo>
                    <a:pt x="38630" y="4416"/>
                  </a:lnTo>
                  <a:lnTo>
                    <a:pt x="37941" y="4695"/>
                  </a:lnTo>
                  <a:lnTo>
                    <a:pt x="37266" y="4989"/>
                  </a:lnTo>
                  <a:lnTo>
                    <a:pt x="36576" y="5282"/>
                  </a:lnTo>
                  <a:lnTo>
                    <a:pt x="35901" y="5590"/>
                  </a:lnTo>
                  <a:lnTo>
                    <a:pt x="35226" y="5913"/>
                  </a:lnTo>
                  <a:lnTo>
                    <a:pt x="34566" y="6221"/>
                  </a:lnTo>
                  <a:lnTo>
                    <a:pt x="33891" y="6558"/>
                  </a:lnTo>
                  <a:lnTo>
                    <a:pt x="33231" y="6896"/>
                  </a:lnTo>
                  <a:lnTo>
                    <a:pt x="32586" y="7233"/>
                  </a:lnTo>
                  <a:lnTo>
                    <a:pt x="31925" y="7585"/>
                  </a:lnTo>
                  <a:lnTo>
                    <a:pt x="31280" y="7952"/>
                  </a:lnTo>
                  <a:lnTo>
                    <a:pt x="30649" y="8319"/>
                  </a:lnTo>
                  <a:lnTo>
                    <a:pt x="30004" y="8700"/>
                  </a:lnTo>
                  <a:lnTo>
                    <a:pt x="29373" y="9082"/>
                  </a:lnTo>
                  <a:lnTo>
                    <a:pt x="28756" y="9463"/>
                  </a:lnTo>
                  <a:lnTo>
                    <a:pt x="28126" y="9859"/>
                  </a:lnTo>
                  <a:lnTo>
                    <a:pt x="27509" y="10270"/>
                  </a:lnTo>
                  <a:lnTo>
                    <a:pt x="26292" y="11092"/>
                  </a:lnTo>
                  <a:lnTo>
                    <a:pt x="25103" y="11957"/>
                  </a:lnTo>
                  <a:lnTo>
                    <a:pt x="23930" y="12838"/>
                  </a:lnTo>
                  <a:lnTo>
                    <a:pt x="22771" y="13762"/>
                  </a:lnTo>
                  <a:lnTo>
                    <a:pt x="21656" y="14701"/>
                  </a:lnTo>
                  <a:lnTo>
                    <a:pt x="20541" y="15655"/>
                  </a:lnTo>
                  <a:lnTo>
                    <a:pt x="19455" y="16652"/>
                  </a:lnTo>
                  <a:lnTo>
                    <a:pt x="18399" y="17665"/>
                  </a:lnTo>
                  <a:lnTo>
                    <a:pt x="17372" y="18706"/>
                  </a:lnTo>
                  <a:lnTo>
                    <a:pt x="16359" y="19777"/>
                  </a:lnTo>
                  <a:lnTo>
                    <a:pt x="15376" y="20863"/>
                  </a:lnTo>
                  <a:lnTo>
                    <a:pt x="14408" y="21978"/>
                  </a:lnTo>
                  <a:lnTo>
                    <a:pt x="13484" y="23108"/>
                  </a:lnTo>
                  <a:lnTo>
                    <a:pt x="12574" y="24267"/>
                  </a:lnTo>
                  <a:lnTo>
                    <a:pt x="11694" y="25455"/>
                  </a:lnTo>
                  <a:lnTo>
                    <a:pt x="10843" y="26658"/>
                  </a:lnTo>
                  <a:lnTo>
                    <a:pt x="10432" y="27260"/>
                  </a:lnTo>
                  <a:lnTo>
                    <a:pt x="10021" y="27876"/>
                  </a:lnTo>
                  <a:lnTo>
                    <a:pt x="9625" y="28492"/>
                  </a:lnTo>
                  <a:lnTo>
                    <a:pt x="9229" y="29123"/>
                  </a:lnTo>
                  <a:lnTo>
                    <a:pt x="8848" y="29754"/>
                  </a:lnTo>
                  <a:lnTo>
                    <a:pt x="8466" y="30385"/>
                  </a:lnTo>
                  <a:lnTo>
                    <a:pt x="8099" y="31015"/>
                  </a:lnTo>
                  <a:lnTo>
                    <a:pt x="7733" y="31661"/>
                  </a:lnTo>
                  <a:lnTo>
                    <a:pt x="7380" y="32306"/>
                  </a:lnTo>
                  <a:lnTo>
                    <a:pt x="7028" y="32967"/>
                  </a:lnTo>
                  <a:lnTo>
                    <a:pt x="6691" y="33627"/>
                  </a:lnTo>
                  <a:lnTo>
                    <a:pt x="6353" y="34287"/>
                  </a:lnTo>
                  <a:lnTo>
                    <a:pt x="6031" y="34947"/>
                  </a:lnTo>
                  <a:lnTo>
                    <a:pt x="5708" y="35622"/>
                  </a:lnTo>
                  <a:lnTo>
                    <a:pt x="5400" y="36297"/>
                  </a:lnTo>
                  <a:lnTo>
                    <a:pt x="5106" y="36987"/>
                  </a:lnTo>
                  <a:lnTo>
                    <a:pt x="4813" y="37661"/>
                  </a:lnTo>
                  <a:lnTo>
                    <a:pt x="4520" y="38351"/>
                  </a:lnTo>
                  <a:lnTo>
                    <a:pt x="4241" y="39041"/>
                  </a:lnTo>
                  <a:lnTo>
                    <a:pt x="3977" y="39745"/>
                  </a:lnTo>
                  <a:lnTo>
                    <a:pt x="3713" y="40449"/>
                  </a:lnTo>
                  <a:lnTo>
                    <a:pt x="3463" y="41153"/>
                  </a:lnTo>
                  <a:lnTo>
                    <a:pt x="3214" y="41857"/>
                  </a:lnTo>
                  <a:lnTo>
                    <a:pt x="2979" y="42576"/>
                  </a:lnTo>
                  <a:lnTo>
                    <a:pt x="2759" y="43295"/>
                  </a:lnTo>
                  <a:lnTo>
                    <a:pt x="2539" y="44014"/>
                  </a:lnTo>
                  <a:lnTo>
                    <a:pt x="2319" y="44733"/>
                  </a:lnTo>
                  <a:lnTo>
                    <a:pt x="2128" y="45467"/>
                  </a:lnTo>
                  <a:lnTo>
                    <a:pt x="1937" y="46200"/>
                  </a:lnTo>
                  <a:lnTo>
                    <a:pt x="1747" y="46934"/>
                  </a:lnTo>
                  <a:lnTo>
                    <a:pt x="1571" y="47667"/>
                  </a:lnTo>
                  <a:lnTo>
                    <a:pt x="1409" y="48416"/>
                  </a:lnTo>
                  <a:lnTo>
                    <a:pt x="1248" y="49149"/>
                  </a:lnTo>
                  <a:lnTo>
                    <a:pt x="1101" y="49897"/>
                  </a:lnTo>
                  <a:lnTo>
                    <a:pt x="954" y="50660"/>
                  </a:lnTo>
                  <a:lnTo>
                    <a:pt x="837" y="51408"/>
                  </a:lnTo>
                  <a:lnTo>
                    <a:pt x="705" y="52171"/>
                  </a:lnTo>
                  <a:lnTo>
                    <a:pt x="602" y="52934"/>
                  </a:lnTo>
                  <a:lnTo>
                    <a:pt x="500" y="53697"/>
                  </a:lnTo>
                  <a:lnTo>
                    <a:pt x="397" y="54460"/>
                  </a:lnTo>
                  <a:lnTo>
                    <a:pt x="324" y="55238"/>
                  </a:lnTo>
                  <a:lnTo>
                    <a:pt x="250" y="56001"/>
                  </a:lnTo>
                  <a:lnTo>
                    <a:pt x="177" y="56778"/>
                  </a:lnTo>
                  <a:lnTo>
                    <a:pt x="118" y="57556"/>
                  </a:lnTo>
                  <a:lnTo>
                    <a:pt x="74" y="58348"/>
                  </a:lnTo>
                  <a:lnTo>
                    <a:pt x="45" y="59126"/>
                  </a:lnTo>
                  <a:lnTo>
                    <a:pt x="15" y="59918"/>
                  </a:lnTo>
                  <a:lnTo>
                    <a:pt x="1" y="60695"/>
                  </a:lnTo>
                  <a:lnTo>
                    <a:pt x="123122" y="61150"/>
                  </a:lnTo>
                  <a:lnTo>
                    <a:pt x="123107" y="60373"/>
                  </a:lnTo>
                  <a:lnTo>
                    <a:pt x="123093" y="59580"/>
                  </a:lnTo>
                  <a:lnTo>
                    <a:pt x="123063" y="58803"/>
                  </a:lnTo>
                  <a:lnTo>
                    <a:pt x="123019" y="58011"/>
                  </a:lnTo>
                  <a:lnTo>
                    <a:pt x="122975" y="57233"/>
                  </a:lnTo>
                  <a:lnTo>
                    <a:pt x="122917" y="56455"/>
                  </a:lnTo>
                  <a:lnTo>
                    <a:pt x="122843" y="55693"/>
                  </a:lnTo>
                  <a:lnTo>
                    <a:pt x="122770" y="54915"/>
                  </a:lnTo>
                  <a:lnTo>
                    <a:pt x="122682" y="54152"/>
                  </a:lnTo>
                  <a:lnTo>
                    <a:pt x="122579" y="53389"/>
                  </a:lnTo>
                  <a:lnTo>
                    <a:pt x="122476" y="52626"/>
                  </a:lnTo>
                  <a:lnTo>
                    <a:pt x="122359" y="51863"/>
                  </a:lnTo>
                  <a:lnTo>
                    <a:pt x="122242" y="51100"/>
                  </a:lnTo>
                  <a:lnTo>
                    <a:pt x="122110" y="50352"/>
                  </a:lnTo>
                  <a:lnTo>
                    <a:pt x="121963" y="49604"/>
                  </a:lnTo>
                  <a:lnTo>
                    <a:pt x="121816" y="48856"/>
                  </a:lnTo>
                  <a:lnTo>
                    <a:pt x="121655" y="48107"/>
                  </a:lnTo>
                  <a:lnTo>
                    <a:pt x="121479" y="47374"/>
                  </a:lnTo>
                  <a:lnTo>
                    <a:pt x="121303" y="46640"/>
                  </a:lnTo>
                  <a:lnTo>
                    <a:pt x="121112" y="45907"/>
                  </a:lnTo>
                  <a:lnTo>
                    <a:pt x="120921" y="45173"/>
                  </a:lnTo>
                  <a:lnTo>
                    <a:pt x="120716" y="44440"/>
                  </a:lnTo>
                  <a:lnTo>
                    <a:pt x="120496" y="43721"/>
                  </a:lnTo>
                  <a:lnTo>
                    <a:pt x="120276" y="43002"/>
                  </a:lnTo>
                  <a:lnTo>
                    <a:pt x="120041" y="42298"/>
                  </a:lnTo>
                  <a:lnTo>
                    <a:pt x="119806" y="41579"/>
                  </a:lnTo>
                  <a:lnTo>
                    <a:pt x="119557" y="40874"/>
                  </a:lnTo>
                  <a:lnTo>
                    <a:pt x="119307" y="40170"/>
                  </a:lnTo>
                  <a:lnTo>
                    <a:pt x="119043" y="39466"/>
                  </a:lnTo>
                  <a:lnTo>
                    <a:pt x="118765" y="38777"/>
                  </a:lnTo>
                  <a:lnTo>
                    <a:pt x="118486" y="38087"/>
                  </a:lnTo>
                  <a:lnTo>
                    <a:pt x="118192" y="37397"/>
                  </a:lnTo>
                  <a:lnTo>
                    <a:pt x="117899" y="36723"/>
                  </a:lnTo>
                  <a:lnTo>
                    <a:pt x="117591" y="36033"/>
                  </a:lnTo>
                  <a:lnTo>
                    <a:pt x="117283" y="35358"/>
                  </a:lnTo>
                  <a:lnTo>
                    <a:pt x="116960" y="34698"/>
                  </a:lnTo>
                  <a:lnTo>
                    <a:pt x="116637" y="34023"/>
                  </a:lnTo>
                  <a:lnTo>
                    <a:pt x="116300" y="33363"/>
                  </a:lnTo>
                  <a:lnTo>
                    <a:pt x="115962" y="32717"/>
                  </a:lnTo>
                  <a:lnTo>
                    <a:pt x="115610" y="32057"/>
                  </a:lnTo>
                  <a:lnTo>
                    <a:pt x="115244" y="31412"/>
                  </a:lnTo>
                  <a:lnTo>
                    <a:pt x="114877" y="30781"/>
                  </a:lnTo>
                  <a:lnTo>
                    <a:pt x="114510" y="30135"/>
                  </a:lnTo>
                  <a:lnTo>
                    <a:pt x="114129" y="29504"/>
                  </a:lnTo>
                  <a:lnTo>
                    <a:pt x="113732" y="28873"/>
                  </a:lnTo>
                  <a:lnTo>
                    <a:pt x="113336" y="28257"/>
                  </a:lnTo>
                  <a:lnTo>
                    <a:pt x="112529" y="27025"/>
                  </a:lnTo>
                  <a:lnTo>
                    <a:pt x="111693" y="25822"/>
                  </a:lnTo>
                  <a:lnTo>
                    <a:pt x="110813" y="24633"/>
                  </a:lnTo>
                  <a:lnTo>
                    <a:pt x="109918" y="23474"/>
                  </a:lnTo>
                  <a:lnTo>
                    <a:pt x="108994" y="22330"/>
                  </a:lnTo>
                  <a:lnTo>
                    <a:pt x="108040" y="21200"/>
                  </a:lnTo>
                  <a:lnTo>
                    <a:pt x="107072" y="20115"/>
                  </a:lnTo>
                  <a:lnTo>
                    <a:pt x="106074" y="19044"/>
                  </a:lnTo>
                  <a:lnTo>
                    <a:pt x="105047" y="17987"/>
                  </a:lnTo>
                  <a:lnTo>
                    <a:pt x="103991" y="16960"/>
                  </a:lnTo>
                  <a:lnTo>
                    <a:pt x="102920" y="15963"/>
                  </a:lnTo>
                  <a:lnTo>
                    <a:pt x="101819" y="14994"/>
                  </a:lnTo>
                  <a:lnTo>
                    <a:pt x="100690" y="14041"/>
                  </a:lnTo>
                  <a:lnTo>
                    <a:pt x="99545" y="13116"/>
                  </a:lnTo>
                  <a:lnTo>
                    <a:pt x="98386" y="12221"/>
                  </a:lnTo>
                  <a:lnTo>
                    <a:pt x="97198" y="11356"/>
                  </a:lnTo>
                  <a:lnTo>
                    <a:pt x="95980" y="10520"/>
                  </a:lnTo>
                  <a:lnTo>
                    <a:pt x="95364" y="10109"/>
                  </a:lnTo>
                  <a:lnTo>
                    <a:pt x="94748" y="9713"/>
                  </a:lnTo>
                  <a:lnTo>
                    <a:pt x="94132" y="9317"/>
                  </a:lnTo>
                  <a:lnTo>
                    <a:pt x="93501" y="8935"/>
                  </a:lnTo>
                  <a:lnTo>
                    <a:pt x="92870" y="8554"/>
                  </a:lnTo>
                  <a:lnTo>
                    <a:pt x="92224" y="8172"/>
                  </a:lnTo>
                  <a:lnTo>
                    <a:pt x="91593" y="7805"/>
                  </a:lnTo>
                  <a:lnTo>
                    <a:pt x="90933" y="7453"/>
                  </a:lnTo>
                  <a:lnTo>
                    <a:pt x="90288" y="7101"/>
                  </a:lnTo>
                  <a:lnTo>
                    <a:pt x="89628" y="6764"/>
                  </a:lnTo>
                  <a:lnTo>
                    <a:pt x="88967" y="6426"/>
                  </a:lnTo>
                  <a:lnTo>
                    <a:pt x="88307" y="6104"/>
                  </a:lnTo>
                  <a:lnTo>
                    <a:pt x="87632" y="5781"/>
                  </a:lnTo>
                  <a:lnTo>
                    <a:pt x="86957" y="5473"/>
                  </a:lnTo>
                  <a:lnTo>
                    <a:pt x="86282" y="5165"/>
                  </a:lnTo>
                  <a:lnTo>
                    <a:pt x="85593" y="4871"/>
                  </a:lnTo>
                  <a:lnTo>
                    <a:pt x="84903" y="4592"/>
                  </a:lnTo>
                  <a:lnTo>
                    <a:pt x="84214" y="4314"/>
                  </a:lnTo>
                  <a:lnTo>
                    <a:pt x="83524" y="4035"/>
                  </a:lnTo>
                  <a:lnTo>
                    <a:pt x="82820" y="3771"/>
                  </a:lnTo>
                  <a:lnTo>
                    <a:pt x="82116" y="3521"/>
                  </a:lnTo>
                  <a:lnTo>
                    <a:pt x="81397" y="3272"/>
                  </a:lnTo>
                  <a:lnTo>
                    <a:pt x="80693" y="3037"/>
                  </a:lnTo>
                  <a:lnTo>
                    <a:pt x="79974" y="2803"/>
                  </a:lnTo>
                  <a:lnTo>
                    <a:pt x="79255" y="2582"/>
                  </a:lnTo>
                  <a:lnTo>
                    <a:pt x="78536" y="2377"/>
                  </a:lnTo>
                  <a:lnTo>
                    <a:pt x="77802" y="2172"/>
                  </a:lnTo>
                  <a:lnTo>
                    <a:pt x="77069" y="1981"/>
                  </a:lnTo>
                  <a:lnTo>
                    <a:pt x="76335" y="1790"/>
                  </a:lnTo>
                  <a:lnTo>
                    <a:pt x="75602" y="1614"/>
                  </a:lnTo>
                  <a:lnTo>
                    <a:pt x="74854" y="1453"/>
                  </a:lnTo>
                  <a:lnTo>
                    <a:pt x="74120" y="1291"/>
                  </a:lnTo>
                  <a:lnTo>
                    <a:pt x="73372" y="1145"/>
                  </a:lnTo>
                  <a:lnTo>
                    <a:pt x="72609" y="998"/>
                  </a:lnTo>
                  <a:lnTo>
                    <a:pt x="71861" y="866"/>
                  </a:lnTo>
                  <a:lnTo>
                    <a:pt x="71098" y="749"/>
                  </a:lnTo>
                  <a:lnTo>
                    <a:pt x="70335" y="631"/>
                  </a:lnTo>
                  <a:lnTo>
                    <a:pt x="69572" y="528"/>
                  </a:lnTo>
                  <a:lnTo>
                    <a:pt x="68809" y="426"/>
                  </a:lnTo>
                  <a:lnTo>
                    <a:pt x="68046" y="338"/>
                  </a:lnTo>
                  <a:lnTo>
                    <a:pt x="67269" y="264"/>
                  </a:lnTo>
                  <a:lnTo>
                    <a:pt x="66491" y="206"/>
                  </a:lnTo>
                  <a:lnTo>
                    <a:pt x="65713" y="147"/>
                  </a:lnTo>
                  <a:lnTo>
                    <a:pt x="64936" y="103"/>
                  </a:lnTo>
                  <a:lnTo>
                    <a:pt x="64158" y="59"/>
                  </a:lnTo>
                  <a:lnTo>
                    <a:pt x="63366" y="30"/>
                  </a:lnTo>
                  <a:lnTo>
                    <a:pt x="62574" y="15"/>
                  </a:lnTo>
                  <a:lnTo>
                    <a:pt x="617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6">
              <a:extLst>
                <a:ext uri="{FF2B5EF4-FFF2-40B4-BE49-F238E27FC236}">
                  <a16:creationId xmlns:a16="http://schemas.microsoft.com/office/drawing/2014/main" id="{4F85C42D-6F6A-90E9-4B3E-A500FFDDC86E}"/>
                </a:ext>
              </a:extLst>
            </p:cNvPr>
            <p:cNvSpPr/>
            <p:nvPr/>
          </p:nvSpPr>
          <p:spPr>
            <a:xfrm>
              <a:off x="2426850" y="238125"/>
              <a:ext cx="193675" cy="194050"/>
            </a:xfrm>
            <a:custGeom>
              <a:avLst/>
              <a:gdLst/>
              <a:ahLst/>
              <a:cxnLst/>
              <a:rect l="l" t="t" r="r" b="b"/>
              <a:pathLst>
                <a:path w="7747" h="7762" extrusionOk="0">
                  <a:moveTo>
                    <a:pt x="3697" y="0"/>
                  </a:moveTo>
                  <a:lnTo>
                    <a:pt x="3507" y="15"/>
                  </a:lnTo>
                  <a:lnTo>
                    <a:pt x="3331" y="44"/>
                  </a:lnTo>
                  <a:lnTo>
                    <a:pt x="3140" y="73"/>
                  </a:lnTo>
                  <a:lnTo>
                    <a:pt x="2949" y="117"/>
                  </a:lnTo>
                  <a:lnTo>
                    <a:pt x="2773" y="161"/>
                  </a:lnTo>
                  <a:lnTo>
                    <a:pt x="2597" y="220"/>
                  </a:lnTo>
                  <a:lnTo>
                    <a:pt x="2421" y="279"/>
                  </a:lnTo>
                  <a:lnTo>
                    <a:pt x="2245" y="352"/>
                  </a:lnTo>
                  <a:lnTo>
                    <a:pt x="2084" y="440"/>
                  </a:lnTo>
                  <a:lnTo>
                    <a:pt x="1922" y="528"/>
                  </a:lnTo>
                  <a:lnTo>
                    <a:pt x="1761" y="631"/>
                  </a:lnTo>
                  <a:lnTo>
                    <a:pt x="1599" y="734"/>
                  </a:lnTo>
                  <a:lnTo>
                    <a:pt x="1453" y="851"/>
                  </a:lnTo>
                  <a:lnTo>
                    <a:pt x="1321" y="968"/>
                  </a:lnTo>
                  <a:lnTo>
                    <a:pt x="1174" y="1086"/>
                  </a:lnTo>
                  <a:lnTo>
                    <a:pt x="1042" y="1218"/>
                  </a:lnTo>
                  <a:lnTo>
                    <a:pt x="924" y="1364"/>
                  </a:lnTo>
                  <a:lnTo>
                    <a:pt x="807" y="1511"/>
                  </a:lnTo>
                  <a:lnTo>
                    <a:pt x="690" y="1658"/>
                  </a:lnTo>
                  <a:lnTo>
                    <a:pt x="587" y="1819"/>
                  </a:lnTo>
                  <a:lnTo>
                    <a:pt x="484" y="1981"/>
                  </a:lnTo>
                  <a:lnTo>
                    <a:pt x="396" y="2157"/>
                  </a:lnTo>
                  <a:lnTo>
                    <a:pt x="323" y="2333"/>
                  </a:lnTo>
                  <a:lnTo>
                    <a:pt x="250" y="2509"/>
                  </a:lnTo>
                  <a:lnTo>
                    <a:pt x="176" y="2700"/>
                  </a:lnTo>
                  <a:lnTo>
                    <a:pt x="132" y="2876"/>
                  </a:lnTo>
                  <a:lnTo>
                    <a:pt x="74" y="3081"/>
                  </a:lnTo>
                  <a:lnTo>
                    <a:pt x="44" y="3272"/>
                  </a:lnTo>
                  <a:lnTo>
                    <a:pt x="15" y="3462"/>
                  </a:lnTo>
                  <a:lnTo>
                    <a:pt x="0" y="3668"/>
                  </a:lnTo>
                  <a:lnTo>
                    <a:pt x="0" y="3859"/>
                  </a:lnTo>
                  <a:lnTo>
                    <a:pt x="0" y="4049"/>
                  </a:lnTo>
                  <a:lnTo>
                    <a:pt x="15" y="4240"/>
                  </a:lnTo>
                  <a:lnTo>
                    <a:pt x="30" y="4431"/>
                  </a:lnTo>
                  <a:lnTo>
                    <a:pt x="59" y="4621"/>
                  </a:lnTo>
                  <a:lnTo>
                    <a:pt x="103" y="4798"/>
                  </a:lnTo>
                  <a:lnTo>
                    <a:pt x="162" y="4988"/>
                  </a:lnTo>
                  <a:lnTo>
                    <a:pt x="220" y="5164"/>
                  </a:lnTo>
                  <a:lnTo>
                    <a:pt x="279" y="5340"/>
                  </a:lnTo>
                  <a:lnTo>
                    <a:pt x="352" y="5502"/>
                  </a:lnTo>
                  <a:lnTo>
                    <a:pt x="440" y="5678"/>
                  </a:lnTo>
                  <a:lnTo>
                    <a:pt x="528" y="5839"/>
                  </a:lnTo>
                  <a:lnTo>
                    <a:pt x="631" y="6001"/>
                  </a:lnTo>
                  <a:lnTo>
                    <a:pt x="734" y="6147"/>
                  </a:lnTo>
                  <a:lnTo>
                    <a:pt x="836" y="6294"/>
                  </a:lnTo>
                  <a:lnTo>
                    <a:pt x="954" y="6441"/>
                  </a:lnTo>
                  <a:lnTo>
                    <a:pt x="1086" y="6573"/>
                  </a:lnTo>
                  <a:lnTo>
                    <a:pt x="1218" y="6705"/>
                  </a:lnTo>
                  <a:lnTo>
                    <a:pt x="1365" y="6837"/>
                  </a:lnTo>
                  <a:lnTo>
                    <a:pt x="1511" y="6954"/>
                  </a:lnTo>
                  <a:lnTo>
                    <a:pt x="1658" y="7057"/>
                  </a:lnTo>
                  <a:lnTo>
                    <a:pt x="1819" y="7174"/>
                  </a:lnTo>
                  <a:lnTo>
                    <a:pt x="1981" y="7262"/>
                  </a:lnTo>
                  <a:lnTo>
                    <a:pt x="2142" y="7350"/>
                  </a:lnTo>
                  <a:lnTo>
                    <a:pt x="2318" y="7438"/>
                  </a:lnTo>
                  <a:lnTo>
                    <a:pt x="2509" y="7512"/>
                  </a:lnTo>
                  <a:lnTo>
                    <a:pt x="2685" y="7570"/>
                  </a:lnTo>
                  <a:lnTo>
                    <a:pt x="2876" y="7629"/>
                  </a:lnTo>
                  <a:lnTo>
                    <a:pt x="3066" y="7673"/>
                  </a:lnTo>
                  <a:lnTo>
                    <a:pt x="3272" y="7717"/>
                  </a:lnTo>
                  <a:lnTo>
                    <a:pt x="3463" y="7732"/>
                  </a:lnTo>
                  <a:lnTo>
                    <a:pt x="3653" y="7746"/>
                  </a:lnTo>
                  <a:lnTo>
                    <a:pt x="3859" y="7761"/>
                  </a:lnTo>
                  <a:lnTo>
                    <a:pt x="4049" y="7761"/>
                  </a:lnTo>
                  <a:lnTo>
                    <a:pt x="4240" y="7746"/>
                  </a:lnTo>
                  <a:lnTo>
                    <a:pt x="4431" y="7717"/>
                  </a:lnTo>
                  <a:lnTo>
                    <a:pt x="4607" y="7688"/>
                  </a:lnTo>
                  <a:lnTo>
                    <a:pt x="4798" y="7644"/>
                  </a:lnTo>
                  <a:lnTo>
                    <a:pt x="4974" y="7600"/>
                  </a:lnTo>
                  <a:lnTo>
                    <a:pt x="5150" y="7541"/>
                  </a:lnTo>
                  <a:lnTo>
                    <a:pt x="5326" y="7468"/>
                  </a:lnTo>
                  <a:lnTo>
                    <a:pt x="5502" y="7394"/>
                  </a:lnTo>
                  <a:lnTo>
                    <a:pt x="5663" y="7321"/>
                  </a:lnTo>
                  <a:lnTo>
                    <a:pt x="5825" y="7233"/>
                  </a:lnTo>
                  <a:lnTo>
                    <a:pt x="5986" y="7130"/>
                  </a:lnTo>
                  <a:lnTo>
                    <a:pt x="6147" y="7028"/>
                  </a:lnTo>
                  <a:lnTo>
                    <a:pt x="6294" y="6910"/>
                  </a:lnTo>
                  <a:lnTo>
                    <a:pt x="6441" y="6793"/>
                  </a:lnTo>
                  <a:lnTo>
                    <a:pt x="6573" y="6661"/>
                  </a:lnTo>
                  <a:lnTo>
                    <a:pt x="6705" y="6529"/>
                  </a:lnTo>
                  <a:lnTo>
                    <a:pt x="6822" y="6397"/>
                  </a:lnTo>
                  <a:lnTo>
                    <a:pt x="6940" y="6250"/>
                  </a:lnTo>
                  <a:lnTo>
                    <a:pt x="7057" y="6089"/>
                  </a:lnTo>
                  <a:lnTo>
                    <a:pt x="7160" y="5942"/>
                  </a:lnTo>
                  <a:lnTo>
                    <a:pt x="7262" y="5780"/>
                  </a:lnTo>
                  <a:lnTo>
                    <a:pt x="7350" y="5604"/>
                  </a:lnTo>
                  <a:lnTo>
                    <a:pt x="7424" y="5428"/>
                  </a:lnTo>
                  <a:lnTo>
                    <a:pt x="7497" y="5252"/>
                  </a:lnTo>
                  <a:lnTo>
                    <a:pt x="7571" y="5062"/>
                  </a:lnTo>
                  <a:lnTo>
                    <a:pt x="7629" y="4871"/>
                  </a:lnTo>
                  <a:lnTo>
                    <a:pt x="7673" y="4680"/>
                  </a:lnTo>
                  <a:lnTo>
                    <a:pt x="7703" y="4489"/>
                  </a:lnTo>
                  <a:lnTo>
                    <a:pt x="7732" y="4284"/>
                  </a:lnTo>
                  <a:lnTo>
                    <a:pt x="7747" y="4093"/>
                  </a:lnTo>
                  <a:lnTo>
                    <a:pt x="7747" y="3903"/>
                  </a:lnTo>
                  <a:lnTo>
                    <a:pt x="7747" y="3712"/>
                  </a:lnTo>
                  <a:lnTo>
                    <a:pt x="7732" y="3521"/>
                  </a:lnTo>
                  <a:lnTo>
                    <a:pt x="7717" y="3330"/>
                  </a:lnTo>
                  <a:lnTo>
                    <a:pt x="7688" y="3140"/>
                  </a:lnTo>
                  <a:lnTo>
                    <a:pt x="7644" y="2964"/>
                  </a:lnTo>
                  <a:lnTo>
                    <a:pt x="7600" y="2773"/>
                  </a:lnTo>
                  <a:lnTo>
                    <a:pt x="7541" y="2597"/>
                  </a:lnTo>
                  <a:lnTo>
                    <a:pt x="7468" y="2421"/>
                  </a:lnTo>
                  <a:lnTo>
                    <a:pt x="7395" y="2259"/>
                  </a:lnTo>
                  <a:lnTo>
                    <a:pt x="7306" y="2083"/>
                  </a:lnTo>
                  <a:lnTo>
                    <a:pt x="7218" y="1922"/>
                  </a:lnTo>
                  <a:lnTo>
                    <a:pt x="7130" y="1761"/>
                  </a:lnTo>
                  <a:lnTo>
                    <a:pt x="7013" y="1614"/>
                  </a:lnTo>
                  <a:lnTo>
                    <a:pt x="6910" y="1467"/>
                  </a:lnTo>
                  <a:lnTo>
                    <a:pt x="6793" y="1320"/>
                  </a:lnTo>
                  <a:lnTo>
                    <a:pt x="6661" y="1188"/>
                  </a:lnTo>
                  <a:lnTo>
                    <a:pt x="6529" y="1056"/>
                  </a:lnTo>
                  <a:lnTo>
                    <a:pt x="6382" y="924"/>
                  </a:lnTo>
                  <a:lnTo>
                    <a:pt x="6250" y="807"/>
                  </a:lnTo>
                  <a:lnTo>
                    <a:pt x="6089" y="690"/>
                  </a:lnTo>
                  <a:lnTo>
                    <a:pt x="5927" y="587"/>
                  </a:lnTo>
                  <a:lnTo>
                    <a:pt x="5766" y="499"/>
                  </a:lnTo>
                  <a:lnTo>
                    <a:pt x="5605" y="411"/>
                  </a:lnTo>
                  <a:lnTo>
                    <a:pt x="5429" y="323"/>
                  </a:lnTo>
                  <a:lnTo>
                    <a:pt x="5252" y="249"/>
                  </a:lnTo>
                  <a:lnTo>
                    <a:pt x="5062" y="191"/>
                  </a:lnTo>
                  <a:lnTo>
                    <a:pt x="4871" y="132"/>
                  </a:lnTo>
                  <a:lnTo>
                    <a:pt x="4680" y="88"/>
                  </a:lnTo>
                  <a:lnTo>
                    <a:pt x="4475" y="44"/>
                  </a:lnTo>
                  <a:lnTo>
                    <a:pt x="4284" y="29"/>
                  </a:lnTo>
                  <a:lnTo>
                    <a:pt x="40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6">
              <a:extLst>
                <a:ext uri="{FF2B5EF4-FFF2-40B4-BE49-F238E27FC236}">
                  <a16:creationId xmlns:a16="http://schemas.microsoft.com/office/drawing/2014/main" id="{95642CAD-6DB6-4CD4-3D78-7C3050489F71}"/>
                </a:ext>
              </a:extLst>
            </p:cNvPr>
            <p:cNvSpPr/>
            <p:nvPr/>
          </p:nvSpPr>
          <p:spPr>
            <a:xfrm>
              <a:off x="823275" y="1826650"/>
              <a:ext cx="3400825" cy="184525"/>
            </a:xfrm>
            <a:custGeom>
              <a:avLst/>
              <a:gdLst/>
              <a:ahLst/>
              <a:cxnLst/>
              <a:rect l="l" t="t" r="r" b="b"/>
              <a:pathLst>
                <a:path w="136033" h="7381" extrusionOk="0">
                  <a:moveTo>
                    <a:pt x="3448" y="0"/>
                  </a:moveTo>
                  <a:lnTo>
                    <a:pt x="3272" y="15"/>
                  </a:lnTo>
                  <a:lnTo>
                    <a:pt x="3096" y="30"/>
                  </a:lnTo>
                  <a:lnTo>
                    <a:pt x="2759" y="74"/>
                  </a:lnTo>
                  <a:lnTo>
                    <a:pt x="2436" y="162"/>
                  </a:lnTo>
                  <a:lnTo>
                    <a:pt x="2113" y="279"/>
                  </a:lnTo>
                  <a:lnTo>
                    <a:pt x="1820" y="426"/>
                  </a:lnTo>
                  <a:lnTo>
                    <a:pt x="1526" y="602"/>
                  </a:lnTo>
                  <a:lnTo>
                    <a:pt x="1262" y="793"/>
                  </a:lnTo>
                  <a:lnTo>
                    <a:pt x="1013" y="1013"/>
                  </a:lnTo>
                  <a:lnTo>
                    <a:pt x="793" y="1262"/>
                  </a:lnTo>
                  <a:lnTo>
                    <a:pt x="602" y="1526"/>
                  </a:lnTo>
                  <a:lnTo>
                    <a:pt x="426" y="1805"/>
                  </a:lnTo>
                  <a:lnTo>
                    <a:pt x="279" y="2113"/>
                  </a:lnTo>
                  <a:lnTo>
                    <a:pt x="162" y="2421"/>
                  </a:lnTo>
                  <a:lnTo>
                    <a:pt x="74" y="2759"/>
                  </a:lnTo>
                  <a:lnTo>
                    <a:pt x="15" y="3096"/>
                  </a:lnTo>
                  <a:lnTo>
                    <a:pt x="15" y="3272"/>
                  </a:lnTo>
                  <a:lnTo>
                    <a:pt x="0" y="3448"/>
                  </a:lnTo>
                  <a:lnTo>
                    <a:pt x="0" y="3624"/>
                  </a:lnTo>
                  <a:lnTo>
                    <a:pt x="15" y="3800"/>
                  </a:lnTo>
                  <a:lnTo>
                    <a:pt x="74" y="4138"/>
                  </a:lnTo>
                  <a:lnTo>
                    <a:pt x="147" y="4460"/>
                  </a:lnTo>
                  <a:lnTo>
                    <a:pt x="265" y="4783"/>
                  </a:lnTo>
                  <a:lnTo>
                    <a:pt x="411" y="5091"/>
                  </a:lnTo>
                  <a:lnTo>
                    <a:pt x="587" y="5370"/>
                  </a:lnTo>
                  <a:lnTo>
                    <a:pt x="778" y="5634"/>
                  </a:lnTo>
                  <a:lnTo>
                    <a:pt x="998" y="5884"/>
                  </a:lnTo>
                  <a:lnTo>
                    <a:pt x="1247" y="6104"/>
                  </a:lnTo>
                  <a:lnTo>
                    <a:pt x="1512" y="6309"/>
                  </a:lnTo>
                  <a:lnTo>
                    <a:pt x="1790" y="6485"/>
                  </a:lnTo>
                  <a:lnTo>
                    <a:pt x="2098" y="6632"/>
                  </a:lnTo>
                  <a:lnTo>
                    <a:pt x="2407" y="6749"/>
                  </a:lnTo>
                  <a:lnTo>
                    <a:pt x="2744" y="6822"/>
                  </a:lnTo>
                  <a:lnTo>
                    <a:pt x="3081" y="6881"/>
                  </a:lnTo>
                  <a:lnTo>
                    <a:pt x="3257" y="6896"/>
                  </a:lnTo>
                  <a:lnTo>
                    <a:pt x="3434" y="6896"/>
                  </a:lnTo>
                  <a:lnTo>
                    <a:pt x="132585" y="7380"/>
                  </a:lnTo>
                  <a:lnTo>
                    <a:pt x="132761" y="7380"/>
                  </a:lnTo>
                  <a:lnTo>
                    <a:pt x="132937" y="7365"/>
                  </a:lnTo>
                  <a:lnTo>
                    <a:pt x="133274" y="7307"/>
                  </a:lnTo>
                  <a:lnTo>
                    <a:pt x="133612" y="7219"/>
                  </a:lnTo>
                  <a:lnTo>
                    <a:pt x="133920" y="7116"/>
                  </a:lnTo>
                  <a:lnTo>
                    <a:pt x="134228" y="6969"/>
                  </a:lnTo>
                  <a:lnTo>
                    <a:pt x="134507" y="6793"/>
                  </a:lnTo>
                  <a:lnTo>
                    <a:pt x="134771" y="6588"/>
                  </a:lnTo>
                  <a:lnTo>
                    <a:pt x="135020" y="6368"/>
                  </a:lnTo>
                  <a:lnTo>
                    <a:pt x="135240" y="6133"/>
                  </a:lnTo>
                  <a:lnTo>
                    <a:pt x="135431" y="5869"/>
                  </a:lnTo>
                  <a:lnTo>
                    <a:pt x="135607" y="5575"/>
                  </a:lnTo>
                  <a:lnTo>
                    <a:pt x="135754" y="5282"/>
                  </a:lnTo>
                  <a:lnTo>
                    <a:pt x="135871" y="4959"/>
                  </a:lnTo>
                  <a:lnTo>
                    <a:pt x="135959" y="4636"/>
                  </a:lnTo>
                  <a:lnTo>
                    <a:pt x="136018" y="4299"/>
                  </a:lnTo>
                  <a:lnTo>
                    <a:pt x="136032" y="4123"/>
                  </a:lnTo>
                  <a:lnTo>
                    <a:pt x="136032" y="3947"/>
                  </a:lnTo>
                  <a:lnTo>
                    <a:pt x="136032" y="3771"/>
                  </a:lnTo>
                  <a:lnTo>
                    <a:pt x="136018" y="3595"/>
                  </a:lnTo>
                  <a:lnTo>
                    <a:pt x="135959" y="3257"/>
                  </a:lnTo>
                  <a:lnTo>
                    <a:pt x="135886" y="2920"/>
                  </a:lnTo>
                  <a:lnTo>
                    <a:pt x="135768" y="2597"/>
                  </a:lnTo>
                  <a:lnTo>
                    <a:pt x="135622" y="2304"/>
                  </a:lnTo>
                  <a:lnTo>
                    <a:pt x="135446" y="2010"/>
                  </a:lnTo>
                  <a:lnTo>
                    <a:pt x="135255" y="1746"/>
                  </a:lnTo>
                  <a:lnTo>
                    <a:pt x="135035" y="1511"/>
                  </a:lnTo>
                  <a:lnTo>
                    <a:pt x="134785" y="1277"/>
                  </a:lnTo>
                  <a:lnTo>
                    <a:pt x="134521" y="1086"/>
                  </a:lnTo>
                  <a:lnTo>
                    <a:pt x="134242" y="910"/>
                  </a:lnTo>
                  <a:lnTo>
                    <a:pt x="133934" y="763"/>
                  </a:lnTo>
                  <a:lnTo>
                    <a:pt x="133626" y="646"/>
                  </a:lnTo>
                  <a:lnTo>
                    <a:pt x="133289" y="558"/>
                  </a:lnTo>
                  <a:lnTo>
                    <a:pt x="132951" y="499"/>
                  </a:lnTo>
                  <a:lnTo>
                    <a:pt x="132775" y="485"/>
                  </a:lnTo>
                  <a:lnTo>
                    <a:pt x="132599" y="485"/>
                  </a:lnTo>
                  <a:lnTo>
                    <a:pt x="3448"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8" name="Google Shape;2038;p26">
            <a:extLst>
              <a:ext uri="{FF2B5EF4-FFF2-40B4-BE49-F238E27FC236}">
                <a16:creationId xmlns:a16="http://schemas.microsoft.com/office/drawing/2014/main" id="{662E5847-ED26-2673-23AB-72BFC04789C5}"/>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User Stories </a:t>
            </a:r>
            <a:endParaRPr dirty="0"/>
          </a:p>
        </p:txBody>
      </p:sp>
      <p:sp>
        <p:nvSpPr>
          <p:cNvPr id="4" name="Google Shape;47;p15">
            <a:extLst>
              <a:ext uri="{FF2B5EF4-FFF2-40B4-BE49-F238E27FC236}">
                <a16:creationId xmlns:a16="http://schemas.microsoft.com/office/drawing/2014/main" id="{F78422F5-CE17-9C23-1F6C-303793FD1132}"/>
              </a:ext>
            </a:extLst>
          </p:cNvPr>
          <p:cNvSpPr txBox="1">
            <a:spLocks/>
          </p:cNvSpPr>
          <p:nvPr/>
        </p:nvSpPr>
        <p:spPr>
          <a:xfrm>
            <a:off x="460910" y="1103401"/>
            <a:ext cx="6375444" cy="431443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fontAlgn="ctr"/>
            <a:r>
              <a:rPr lang="en-US" b="1" dirty="0"/>
              <a:t>7) As a Customer</a:t>
            </a:r>
          </a:p>
          <a:p>
            <a:pPr fontAlgn="ctr"/>
            <a:r>
              <a:rPr lang="en-US" dirty="0"/>
              <a:t>I want to place an order directly from my table through the application without the hassle of relying on a waiter to arrive and take my order,</a:t>
            </a:r>
          </a:p>
          <a:p>
            <a:pPr fontAlgn="ctr"/>
            <a:r>
              <a:rPr lang="en-US" dirty="0"/>
              <a:t>So that my order is processed quickly and accurately</a:t>
            </a:r>
          </a:p>
          <a:p>
            <a:pPr fontAlgn="ctr"/>
            <a:endParaRPr lang="en-US" dirty="0"/>
          </a:p>
          <a:p>
            <a:pPr fontAlgn="ctr"/>
            <a:r>
              <a:rPr lang="en-US" b="1" dirty="0"/>
              <a:t>8) As a Customer</a:t>
            </a:r>
          </a:p>
          <a:p>
            <a:pPr fontAlgn="ctr"/>
            <a:r>
              <a:rPr lang="en-US" dirty="0"/>
              <a:t>I want to submit a rating from 1–5 stars and written feedback regarding each dish I ordered,</a:t>
            </a:r>
          </a:p>
          <a:p>
            <a:pPr fontAlgn="ctr"/>
            <a:r>
              <a:rPr lang="en-US" dirty="0"/>
              <a:t>So that I can share my experience and help improve service quality.</a:t>
            </a:r>
          </a:p>
          <a:p>
            <a:pPr fontAlgn="ctr"/>
            <a:endParaRPr lang="en-US" b="1" dirty="0"/>
          </a:p>
          <a:p>
            <a:pPr fontAlgn="ctr"/>
            <a:r>
              <a:rPr lang="en-US" b="1" dirty="0"/>
              <a:t>9) As a System Administrator</a:t>
            </a:r>
          </a:p>
          <a:p>
            <a:pPr fontAlgn="ctr"/>
            <a:r>
              <a:rPr lang="en-US" dirty="0"/>
              <a:t>I want to monitor the system’s uptime and receive alerts if downtime exceeds 2 minutes,</a:t>
            </a:r>
          </a:p>
          <a:p>
            <a:pPr fontAlgn="ctr"/>
            <a:r>
              <a:rPr lang="en-US" dirty="0"/>
              <a:t>So that I can ensure the application remains secure, reliable, and continuously available.</a:t>
            </a:r>
          </a:p>
          <a:p>
            <a:pPr fontAlgn="ctr"/>
            <a:endParaRPr lang="en-US" dirty="0"/>
          </a:p>
          <a:p>
            <a:pPr fontAlgn="ctr"/>
            <a:endParaRPr lang="en-US" dirty="0"/>
          </a:p>
          <a:p>
            <a:pPr fontAlgn="ctr"/>
            <a:endParaRPr lang="en-US" dirty="0"/>
          </a:p>
          <a:p>
            <a:pPr fontAlgn="ctr"/>
            <a:endParaRPr lang="en-US" dirty="0"/>
          </a:p>
          <a:p>
            <a:pPr fontAlgn="ctr"/>
            <a:endParaRPr lang="en-US" dirty="0"/>
          </a:p>
        </p:txBody>
      </p:sp>
    </p:spTree>
    <p:extLst>
      <p:ext uri="{BB962C8B-B14F-4D97-AF65-F5344CB8AC3E}">
        <p14:creationId xmlns:p14="http://schemas.microsoft.com/office/powerpoint/2010/main" val="89338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3"/>
        <p:cNvGrpSpPr/>
        <p:nvPr/>
      </p:nvGrpSpPr>
      <p:grpSpPr>
        <a:xfrm>
          <a:off x="0" y="0"/>
          <a:ext cx="0" cy="0"/>
          <a:chOff x="0" y="0"/>
          <a:chExt cx="0" cy="0"/>
        </a:xfrm>
      </p:grpSpPr>
      <p:sp>
        <p:nvSpPr>
          <p:cNvPr id="2064" name="Google Shape;2064;p27"/>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Tech Stack </a:t>
            </a:r>
            <a:endParaRPr dirty="0"/>
          </a:p>
        </p:txBody>
      </p:sp>
      <p:grpSp>
        <p:nvGrpSpPr>
          <p:cNvPr id="18" name="Google Shape;2094;p27">
            <a:extLst>
              <a:ext uri="{FF2B5EF4-FFF2-40B4-BE49-F238E27FC236}">
                <a16:creationId xmlns:a16="http://schemas.microsoft.com/office/drawing/2014/main" id="{5DBF61D8-41D7-9B6A-25B9-4B6F6AD79CCB}"/>
              </a:ext>
            </a:extLst>
          </p:cNvPr>
          <p:cNvGrpSpPr/>
          <p:nvPr/>
        </p:nvGrpSpPr>
        <p:grpSpPr>
          <a:xfrm>
            <a:off x="3105963" y="1949872"/>
            <a:ext cx="2522382" cy="2321115"/>
            <a:chOff x="5479100" y="2251204"/>
            <a:chExt cx="2061000" cy="2236205"/>
          </a:xfrm>
        </p:grpSpPr>
        <p:sp>
          <p:nvSpPr>
            <p:cNvPr id="19" name="Google Shape;2095;p27">
              <a:extLst>
                <a:ext uri="{FF2B5EF4-FFF2-40B4-BE49-F238E27FC236}">
                  <a16:creationId xmlns:a16="http://schemas.microsoft.com/office/drawing/2014/main" id="{676171AA-6B2B-4D2E-7691-2658ECD12E33}"/>
                </a:ext>
              </a:extLst>
            </p:cNvPr>
            <p:cNvSpPr txBox="1"/>
            <p:nvPr/>
          </p:nvSpPr>
          <p:spPr>
            <a:xfrm>
              <a:off x="5479100" y="2251204"/>
              <a:ext cx="1651200" cy="3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Backend</a:t>
              </a:r>
              <a:endParaRPr sz="1800" b="1" dirty="0">
                <a:solidFill>
                  <a:schemeClr val="dk1"/>
                </a:solidFill>
                <a:latin typeface="Fira Sans Extra Condensed"/>
                <a:ea typeface="Fira Sans Extra Condensed"/>
                <a:cs typeface="Fira Sans Extra Condensed"/>
                <a:sym typeface="Fira Sans Extra Condensed"/>
              </a:endParaRPr>
            </a:p>
          </p:txBody>
        </p:sp>
        <p:sp>
          <p:nvSpPr>
            <p:cNvPr id="20" name="Google Shape;2096;p27">
              <a:extLst>
                <a:ext uri="{FF2B5EF4-FFF2-40B4-BE49-F238E27FC236}">
                  <a16:creationId xmlns:a16="http://schemas.microsoft.com/office/drawing/2014/main" id="{BA6D67C5-0BB0-7707-45C4-034D5B282B3F}"/>
                </a:ext>
              </a:extLst>
            </p:cNvPr>
            <p:cNvSpPr txBox="1"/>
            <p:nvPr/>
          </p:nvSpPr>
          <p:spPr>
            <a:xfrm>
              <a:off x="5479100" y="2616920"/>
              <a:ext cx="2061000" cy="1870489"/>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Python</a:t>
              </a:r>
            </a:p>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Flask</a:t>
              </a:r>
            </a:p>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Flask-RESTful (API development)</a:t>
              </a:r>
            </a:p>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Flask-Security (authentication &amp; roles)</a:t>
              </a:r>
            </a:p>
            <a:p>
              <a:pPr marL="285750" lvl="0" indent="-285750" algn="l" rtl="0">
                <a:spcBef>
                  <a:spcPts val="0"/>
                </a:spcBef>
                <a:spcAft>
                  <a:spcPts val="0"/>
                </a:spcAft>
                <a:buFont typeface="Arial" panose="020B0604020202020204" pitchFamily="34" charset="0"/>
                <a:buChar char="•"/>
              </a:pPr>
              <a:r>
                <a:rPr lang="en-IN" dirty="0" err="1">
                  <a:solidFill>
                    <a:schemeClr val="dk1"/>
                  </a:solidFill>
                  <a:latin typeface="Roboto"/>
                  <a:ea typeface="Roboto"/>
                  <a:cs typeface="Roboto"/>
                  <a:sym typeface="Roboto"/>
                </a:rPr>
                <a:t>SQLAlchemy</a:t>
              </a:r>
              <a:r>
                <a:rPr lang="en-IN" dirty="0">
                  <a:solidFill>
                    <a:schemeClr val="dk1"/>
                  </a:solidFill>
                  <a:latin typeface="Roboto"/>
                  <a:ea typeface="Roboto"/>
                  <a:cs typeface="Roboto"/>
                  <a:sym typeface="Roboto"/>
                </a:rPr>
                <a:t> (ORM)</a:t>
              </a:r>
            </a:p>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SQLite (database)</a:t>
              </a:r>
              <a:endParaRPr dirty="0">
                <a:solidFill>
                  <a:schemeClr val="dk1"/>
                </a:solidFill>
                <a:latin typeface="Roboto"/>
                <a:ea typeface="Roboto"/>
                <a:cs typeface="Roboto"/>
                <a:sym typeface="Roboto"/>
              </a:endParaRPr>
            </a:p>
          </p:txBody>
        </p:sp>
      </p:grpSp>
      <p:pic>
        <p:nvPicPr>
          <p:cNvPr id="40" name="Picture 39">
            <a:extLst>
              <a:ext uri="{FF2B5EF4-FFF2-40B4-BE49-F238E27FC236}">
                <a16:creationId xmlns:a16="http://schemas.microsoft.com/office/drawing/2014/main" id="{0EADD47E-0829-439F-BC28-52BDDF41E71A}"/>
              </a:ext>
            </a:extLst>
          </p:cNvPr>
          <p:cNvPicPr>
            <a:picLocks noChangeAspect="1"/>
          </p:cNvPicPr>
          <p:nvPr/>
        </p:nvPicPr>
        <p:blipFill>
          <a:blip r:embed="rId3"/>
          <a:stretch>
            <a:fillRect/>
          </a:stretch>
        </p:blipFill>
        <p:spPr>
          <a:xfrm>
            <a:off x="3007810" y="728196"/>
            <a:ext cx="1107222" cy="1107222"/>
          </a:xfrm>
          <a:prstGeom prst="rect">
            <a:avLst/>
          </a:prstGeom>
        </p:spPr>
      </p:pic>
      <p:pic>
        <p:nvPicPr>
          <p:cNvPr id="44" name="Picture 43">
            <a:extLst>
              <a:ext uri="{FF2B5EF4-FFF2-40B4-BE49-F238E27FC236}">
                <a16:creationId xmlns:a16="http://schemas.microsoft.com/office/drawing/2014/main" id="{1E6F43EF-8151-5C93-8499-D97038BC4A22}"/>
              </a:ext>
            </a:extLst>
          </p:cNvPr>
          <p:cNvPicPr>
            <a:picLocks noChangeAspect="1"/>
          </p:cNvPicPr>
          <p:nvPr/>
        </p:nvPicPr>
        <p:blipFill>
          <a:blip r:embed="rId4"/>
          <a:stretch>
            <a:fillRect/>
          </a:stretch>
        </p:blipFill>
        <p:spPr>
          <a:xfrm>
            <a:off x="4177092" y="769137"/>
            <a:ext cx="1001948" cy="1001948"/>
          </a:xfrm>
          <a:prstGeom prst="rect">
            <a:avLst/>
          </a:prstGeom>
        </p:spPr>
      </p:pic>
      <p:grpSp>
        <p:nvGrpSpPr>
          <p:cNvPr id="2059" name="Group 2058">
            <a:extLst>
              <a:ext uri="{FF2B5EF4-FFF2-40B4-BE49-F238E27FC236}">
                <a16:creationId xmlns:a16="http://schemas.microsoft.com/office/drawing/2014/main" id="{58A24E52-E812-DDA5-7225-355B8DF69769}"/>
              </a:ext>
            </a:extLst>
          </p:cNvPr>
          <p:cNvGrpSpPr/>
          <p:nvPr/>
        </p:nvGrpSpPr>
        <p:grpSpPr>
          <a:xfrm>
            <a:off x="5826132" y="1952380"/>
            <a:ext cx="2061001" cy="2231078"/>
            <a:chOff x="5737882" y="1719877"/>
            <a:chExt cx="2061001" cy="2231078"/>
          </a:xfrm>
        </p:grpSpPr>
        <p:grpSp>
          <p:nvGrpSpPr>
            <p:cNvPr id="23" name="Google Shape;2094;p27">
              <a:extLst>
                <a:ext uri="{FF2B5EF4-FFF2-40B4-BE49-F238E27FC236}">
                  <a16:creationId xmlns:a16="http://schemas.microsoft.com/office/drawing/2014/main" id="{A5CFF3FF-6D74-ACD4-CE7D-4B88725BC72D}"/>
                </a:ext>
              </a:extLst>
            </p:cNvPr>
            <p:cNvGrpSpPr/>
            <p:nvPr/>
          </p:nvGrpSpPr>
          <p:grpSpPr>
            <a:xfrm>
              <a:off x="5737883" y="1719877"/>
              <a:ext cx="2061000" cy="1919672"/>
              <a:chOff x="5479100" y="2251204"/>
              <a:chExt cx="2061000" cy="1849447"/>
            </a:xfrm>
          </p:grpSpPr>
          <p:sp>
            <p:nvSpPr>
              <p:cNvPr id="24" name="Google Shape;2095;p27">
                <a:extLst>
                  <a:ext uri="{FF2B5EF4-FFF2-40B4-BE49-F238E27FC236}">
                    <a16:creationId xmlns:a16="http://schemas.microsoft.com/office/drawing/2014/main" id="{07D8D27E-F083-3C55-2F7F-FF3DAE725358}"/>
                  </a:ext>
                </a:extLst>
              </p:cNvPr>
              <p:cNvSpPr txBox="1"/>
              <p:nvPr/>
            </p:nvSpPr>
            <p:spPr>
              <a:xfrm>
                <a:off x="5479100" y="2251204"/>
                <a:ext cx="1651200" cy="3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General tools</a:t>
                </a:r>
                <a:endParaRPr sz="1800" b="1" dirty="0">
                  <a:solidFill>
                    <a:schemeClr val="dk1"/>
                  </a:solidFill>
                  <a:latin typeface="Fira Sans Extra Condensed"/>
                  <a:ea typeface="Fira Sans Extra Condensed"/>
                  <a:cs typeface="Fira Sans Extra Condensed"/>
                  <a:sym typeface="Fira Sans Extra Condensed"/>
                </a:endParaRPr>
              </a:p>
            </p:txBody>
          </p:sp>
          <p:sp>
            <p:nvSpPr>
              <p:cNvPr id="25" name="Google Shape;2096;p27">
                <a:extLst>
                  <a:ext uri="{FF2B5EF4-FFF2-40B4-BE49-F238E27FC236}">
                    <a16:creationId xmlns:a16="http://schemas.microsoft.com/office/drawing/2014/main" id="{5392897D-7A83-B122-CD5F-EBACF211434F}"/>
                  </a:ext>
                </a:extLst>
              </p:cNvPr>
              <p:cNvSpPr txBox="1"/>
              <p:nvPr/>
            </p:nvSpPr>
            <p:spPr>
              <a:xfrm>
                <a:off x="5479100" y="2616921"/>
                <a:ext cx="2061000" cy="148373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IN" dirty="0">
                  <a:solidFill>
                    <a:schemeClr val="dk1"/>
                  </a:solidFill>
                  <a:latin typeface="Roboto"/>
                  <a:ea typeface="Roboto"/>
                  <a:cs typeface="Roboto"/>
                  <a:sym typeface="Roboto"/>
                </a:endParaRPr>
              </a:p>
              <a:p>
                <a:pPr marL="0" lvl="0" indent="0" algn="l" rtl="0">
                  <a:spcBef>
                    <a:spcPts val="0"/>
                  </a:spcBef>
                  <a:spcAft>
                    <a:spcPts val="0"/>
                  </a:spcAft>
                  <a:buNone/>
                </a:pPr>
                <a:endParaRPr lang="en-IN" dirty="0">
                  <a:solidFill>
                    <a:schemeClr val="dk1"/>
                  </a:solidFill>
                  <a:latin typeface="Roboto"/>
                  <a:ea typeface="Roboto"/>
                  <a:cs typeface="Roboto"/>
                  <a:sym typeface="Roboto"/>
                </a:endParaRPr>
              </a:p>
            </p:txBody>
          </p:sp>
        </p:grpSp>
        <p:sp>
          <p:nvSpPr>
            <p:cNvPr id="50" name="TextBox 49">
              <a:extLst>
                <a:ext uri="{FF2B5EF4-FFF2-40B4-BE49-F238E27FC236}">
                  <a16:creationId xmlns:a16="http://schemas.microsoft.com/office/drawing/2014/main" id="{3E2C549A-0E4F-0F45-A560-03FD52B87316}"/>
                </a:ext>
              </a:extLst>
            </p:cNvPr>
            <p:cNvSpPr txBox="1"/>
            <p:nvPr/>
          </p:nvSpPr>
          <p:spPr>
            <a:xfrm>
              <a:off x="5737882" y="2135073"/>
              <a:ext cx="2003910" cy="1815882"/>
            </a:xfrm>
            <a:prstGeom prst="rect">
              <a:avLst/>
            </a:prstGeom>
            <a:noFill/>
          </p:spPr>
          <p:txBody>
            <a:bodyPr wrap="square">
              <a:spAutoFit/>
            </a:bodyPr>
            <a:lstStyle/>
            <a:p>
              <a:pPr marL="285750" indent="-285750">
                <a:buFont typeface="Arial" panose="020B0604020202020204" pitchFamily="34" charset="0"/>
                <a:buChar char="•"/>
              </a:pPr>
              <a:r>
                <a:rPr lang="en-IN" dirty="0"/>
                <a:t>Git &amp; GitHub (version control)</a:t>
              </a:r>
            </a:p>
            <a:p>
              <a:pPr marL="285750" indent="-285750">
                <a:buFont typeface="Arial" panose="020B0604020202020204" pitchFamily="34" charset="0"/>
                <a:buChar char="•"/>
              </a:pPr>
              <a:r>
                <a:rPr lang="en-IN" dirty="0"/>
                <a:t>Postman (API testing)</a:t>
              </a:r>
            </a:p>
            <a:p>
              <a:pPr marL="285750" indent="-285750">
                <a:buFont typeface="Arial" panose="020B0604020202020204" pitchFamily="34" charset="0"/>
                <a:buChar char="•"/>
              </a:pPr>
              <a:r>
                <a:rPr lang="en-IN" dirty="0"/>
                <a:t>VS Code (development</a:t>
              </a:r>
            </a:p>
            <a:p>
              <a:pPr marL="285750" indent="-285750">
                <a:buFont typeface="Arial" panose="020B0604020202020204" pitchFamily="34" charset="0"/>
                <a:buChar char="•"/>
              </a:pPr>
              <a:r>
                <a:rPr lang="en-IN" dirty="0"/>
                <a:t>Figma (UI/UX design)</a:t>
              </a:r>
            </a:p>
          </p:txBody>
        </p:sp>
      </p:grpSp>
      <p:pic>
        <p:nvPicPr>
          <p:cNvPr id="54" name="Picture 53">
            <a:extLst>
              <a:ext uri="{FF2B5EF4-FFF2-40B4-BE49-F238E27FC236}">
                <a16:creationId xmlns:a16="http://schemas.microsoft.com/office/drawing/2014/main" id="{D0B78F19-DF02-FAA5-3C91-60ED68A0DBC3}"/>
              </a:ext>
            </a:extLst>
          </p:cNvPr>
          <p:cNvPicPr>
            <a:picLocks noChangeAspect="1"/>
          </p:cNvPicPr>
          <p:nvPr/>
        </p:nvPicPr>
        <p:blipFill>
          <a:blip r:embed="rId5"/>
          <a:stretch>
            <a:fillRect/>
          </a:stretch>
        </p:blipFill>
        <p:spPr>
          <a:xfrm>
            <a:off x="5852704" y="763229"/>
            <a:ext cx="915679" cy="915679"/>
          </a:xfrm>
          <a:prstGeom prst="rect">
            <a:avLst/>
          </a:prstGeom>
        </p:spPr>
      </p:pic>
      <p:pic>
        <p:nvPicPr>
          <p:cNvPr id="56" name="Picture 55">
            <a:extLst>
              <a:ext uri="{FF2B5EF4-FFF2-40B4-BE49-F238E27FC236}">
                <a16:creationId xmlns:a16="http://schemas.microsoft.com/office/drawing/2014/main" id="{EBD4C736-29D1-11F3-4A07-8B64CB837E50}"/>
              </a:ext>
            </a:extLst>
          </p:cNvPr>
          <p:cNvPicPr>
            <a:picLocks noChangeAspect="1"/>
          </p:cNvPicPr>
          <p:nvPr/>
        </p:nvPicPr>
        <p:blipFill>
          <a:blip r:embed="rId6"/>
          <a:stretch>
            <a:fillRect/>
          </a:stretch>
        </p:blipFill>
        <p:spPr>
          <a:xfrm>
            <a:off x="6931243" y="791075"/>
            <a:ext cx="915680" cy="915680"/>
          </a:xfrm>
          <a:prstGeom prst="rect">
            <a:avLst/>
          </a:prstGeom>
        </p:spPr>
      </p:pic>
      <p:grpSp>
        <p:nvGrpSpPr>
          <p:cNvPr id="2048" name="Group 2047">
            <a:extLst>
              <a:ext uri="{FF2B5EF4-FFF2-40B4-BE49-F238E27FC236}">
                <a16:creationId xmlns:a16="http://schemas.microsoft.com/office/drawing/2014/main" id="{E47939AD-798A-3756-FD31-19386502D305}"/>
              </a:ext>
            </a:extLst>
          </p:cNvPr>
          <p:cNvGrpSpPr/>
          <p:nvPr/>
        </p:nvGrpSpPr>
        <p:grpSpPr>
          <a:xfrm>
            <a:off x="583581" y="943475"/>
            <a:ext cx="2522382" cy="2281815"/>
            <a:chOff x="401444" y="1195702"/>
            <a:chExt cx="2522382" cy="2281815"/>
          </a:xfrm>
        </p:grpSpPr>
        <p:grpSp>
          <p:nvGrpSpPr>
            <p:cNvPr id="2049" name="Google Shape;2094;p27">
              <a:extLst>
                <a:ext uri="{FF2B5EF4-FFF2-40B4-BE49-F238E27FC236}">
                  <a16:creationId xmlns:a16="http://schemas.microsoft.com/office/drawing/2014/main" id="{663FFC47-23AC-EDF5-7491-9CDD469CD907}"/>
                </a:ext>
              </a:extLst>
            </p:cNvPr>
            <p:cNvGrpSpPr/>
            <p:nvPr/>
          </p:nvGrpSpPr>
          <p:grpSpPr>
            <a:xfrm>
              <a:off x="401444" y="2124505"/>
              <a:ext cx="2522382" cy="1353012"/>
              <a:chOff x="5479100" y="2251204"/>
              <a:chExt cx="2522382" cy="1303516"/>
            </a:xfrm>
          </p:grpSpPr>
          <p:sp>
            <p:nvSpPr>
              <p:cNvPr id="2052" name="Google Shape;2095;p27">
                <a:extLst>
                  <a:ext uri="{FF2B5EF4-FFF2-40B4-BE49-F238E27FC236}">
                    <a16:creationId xmlns:a16="http://schemas.microsoft.com/office/drawing/2014/main" id="{4807547F-9760-8F5D-7E31-EFEFFC64CFCE}"/>
                  </a:ext>
                </a:extLst>
              </p:cNvPr>
              <p:cNvSpPr txBox="1"/>
              <p:nvPr/>
            </p:nvSpPr>
            <p:spPr>
              <a:xfrm>
                <a:off x="5479100" y="2251204"/>
                <a:ext cx="1651200" cy="3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Frontend</a:t>
                </a:r>
                <a:endParaRPr sz="1800" b="1" dirty="0">
                  <a:solidFill>
                    <a:schemeClr val="dk1"/>
                  </a:solidFill>
                  <a:latin typeface="Fira Sans Extra Condensed"/>
                  <a:ea typeface="Fira Sans Extra Condensed"/>
                  <a:cs typeface="Fira Sans Extra Condensed"/>
                  <a:sym typeface="Fira Sans Extra Condensed"/>
                </a:endParaRPr>
              </a:p>
            </p:txBody>
          </p:sp>
          <p:sp>
            <p:nvSpPr>
              <p:cNvPr id="2053" name="Google Shape;2096;p27">
                <a:extLst>
                  <a:ext uri="{FF2B5EF4-FFF2-40B4-BE49-F238E27FC236}">
                    <a16:creationId xmlns:a16="http://schemas.microsoft.com/office/drawing/2014/main" id="{013550FF-1927-53D6-FD3C-7413A27B6641}"/>
                  </a:ext>
                </a:extLst>
              </p:cNvPr>
              <p:cNvSpPr txBox="1"/>
              <p:nvPr/>
            </p:nvSpPr>
            <p:spPr>
              <a:xfrm>
                <a:off x="5479100" y="2616920"/>
                <a:ext cx="2522382" cy="9378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a:solidFill>
                      <a:schemeClr val="dk1"/>
                    </a:solidFill>
                    <a:latin typeface="Roboto"/>
                    <a:ea typeface="Roboto"/>
                    <a:cs typeface="Roboto"/>
                    <a:sym typeface="Roboto"/>
                  </a:rPr>
                  <a:t>React (with TypeScript) </a:t>
                </a:r>
              </a:p>
              <a:p>
                <a:pPr marL="285750" lvl="0" indent="-285750" algn="l" rtl="0">
                  <a:spcBef>
                    <a:spcPts val="0"/>
                  </a:spcBef>
                  <a:spcAft>
                    <a:spcPts val="0"/>
                  </a:spcAft>
                  <a:buFont typeface="Arial" panose="020B0604020202020204" pitchFamily="34" charset="0"/>
                  <a:buChar char="•"/>
                </a:pPr>
                <a:r>
                  <a:rPr lang="en-US" dirty="0">
                    <a:solidFill>
                      <a:schemeClr val="dk1"/>
                    </a:solidFill>
                    <a:latin typeface="Roboto"/>
                    <a:ea typeface="Roboto"/>
                    <a:cs typeface="Roboto"/>
                    <a:sym typeface="Roboto"/>
                  </a:rPr>
                  <a:t>Vite </a:t>
                </a:r>
                <a:endParaRPr lang="en-IN" dirty="0">
                  <a:solidFill>
                    <a:schemeClr val="dk1"/>
                  </a:solidFill>
                  <a:latin typeface="Roboto"/>
                  <a:ea typeface="Roboto"/>
                  <a:cs typeface="Roboto"/>
                  <a:sym typeface="Roboto"/>
                </a:endParaRPr>
              </a:p>
              <a:p>
                <a:pPr marL="0" lvl="0" indent="0" algn="l" rtl="0">
                  <a:spcBef>
                    <a:spcPts val="0"/>
                  </a:spcBef>
                  <a:spcAft>
                    <a:spcPts val="0"/>
                  </a:spcAft>
                  <a:buNone/>
                </a:pPr>
                <a:endParaRPr dirty="0">
                  <a:solidFill>
                    <a:schemeClr val="dk1"/>
                  </a:solidFill>
                  <a:latin typeface="Roboto"/>
                  <a:ea typeface="Roboto"/>
                  <a:cs typeface="Roboto"/>
                  <a:sym typeface="Roboto"/>
                </a:endParaRPr>
              </a:p>
            </p:txBody>
          </p:sp>
        </p:grpSp>
        <p:pic>
          <p:nvPicPr>
            <p:cNvPr id="2050" name="Picture 2049">
              <a:extLst>
                <a:ext uri="{FF2B5EF4-FFF2-40B4-BE49-F238E27FC236}">
                  <a16:creationId xmlns:a16="http://schemas.microsoft.com/office/drawing/2014/main" id="{4B90C197-5B12-1D80-5B4B-41B806035427}"/>
                </a:ext>
              </a:extLst>
            </p:cNvPr>
            <p:cNvPicPr>
              <a:picLocks noChangeAspect="1"/>
            </p:cNvPicPr>
            <p:nvPr/>
          </p:nvPicPr>
          <p:blipFill>
            <a:blip r:embed="rId7"/>
            <a:stretch>
              <a:fillRect/>
            </a:stretch>
          </p:blipFill>
          <p:spPr>
            <a:xfrm>
              <a:off x="401444" y="1224972"/>
              <a:ext cx="899532" cy="899532"/>
            </a:xfrm>
            <a:prstGeom prst="rect">
              <a:avLst/>
            </a:prstGeom>
          </p:spPr>
        </p:pic>
        <p:pic>
          <p:nvPicPr>
            <p:cNvPr id="2051" name="Picture 2050">
              <a:extLst>
                <a:ext uri="{FF2B5EF4-FFF2-40B4-BE49-F238E27FC236}">
                  <a16:creationId xmlns:a16="http://schemas.microsoft.com/office/drawing/2014/main" id="{863CA0A4-D0EA-91EA-24AA-336CC20736CA}"/>
                </a:ext>
              </a:extLst>
            </p:cNvPr>
            <p:cNvPicPr>
              <a:picLocks noChangeAspect="1"/>
            </p:cNvPicPr>
            <p:nvPr/>
          </p:nvPicPr>
          <p:blipFill>
            <a:blip r:embed="rId8"/>
            <a:stretch>
              <a:fillRect/>
            </a:stretch>
          </p:blipFill>
          <p:spPr>
            <a:xfrm>
              <a:off x="1431944" y="1195702"/>
              <a:ext cx="973409" cy="973409"/>
            </a:xfrm>
            <a:prstGeom prst="rect">
              <a:avLst/>
            </a:prstGeom>
          </p:spPr>
        </p:pic>
      </p:grpSp>
      <p:grpSp>
        <p:nvGrpSpPr>
          <p:cNvPr id="2058" name="Group 2057">
            <a:extLst>
              <a:ext uri="{FF2B5EF4-FFF2-40B4-BE49-F238E27FC236}">
                <a16:creationId xmlns:a16="http://schemas.microsoft.com/office/drawing/2014/main" id="{48D291AF-7520-A4F3-1782-451C3BFA8BEC}"/>
              </a:ext>
            </a:extLst>
          </p:cNvPr>
          <p:cNvGrpSpPr/>
          <p:nvPr/>
        </p:nvGrpSpPr>
        <p:grpSpPr>
          <a:xfrm>
            <a:off x="583580" y="2961680"/>
            <a:ext cx="2522383" cy="2210749"/>
            <a:chOff x="401009" y="3074486"/>
            <a:chExt cx="2522383" cy="2210749"/>
          </a:xfrm>
        </p:grpSpPr>
        <p:grpSp>
          <p:nvGrpSpPr>
            <p:cNvPr id="2094" name="Google Shape;2094;p27"/>
            <p:cNvGrpSpPr/>
            <p:nvPr/>
          </p:nvGrpSpPr>
          <p:grpSpPr>
            <a:xfrm>
              <a:off x="401010" y="3954369"/>
              <a:ext cx="2522382" cy="1330866"/>
              <a:chOff x="5307244" y="2251204"/>
              <a:chExt cx="2522382" cy="1282180"/>
            </a:xfrm>
          </p:grpSpPr>
          <p:sp>
            <p:nvSpPr>
              <p:cNvPr id="2095" name="Google Shape;2095;p27"/>
              <p:cNvSpPr txBox="1"/>
              <p:nvPr/>
            </p:nvSpPr>
            <p:spPr>
              <a:xfrm>
                <a:off x="5479100" y="2251204"/>
                <a:ext cx="1651200" cy="35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GenAI</a:t>
                </a:r>
                <a:endParaRPr sz="1800" b="1" dirty="0">
                  <a:solidFill>
                    <a:schemeClr val="dk1"/>
                  </a:solidFill>
                  <a:latin typeface="Fira Sans Extra Condensed"/>
                  <a:ea typeface="Fira Sans Extra Condensed"/>
                  <a:cs typeface="Fira Sans Extra Condensed"/>
                  <a:sym typeface="Fira Sans Extra Condensed"/>
                </a:endParaRPr>
              </a:p>
            </p:txBody>
          </p:sp>
          <p:sp>
            <p:nvSpPr>
              <p:cNvPr id="2096" name="Google Shape;2096;p27"/>
              <p:cNvSpPr txBox="1"/>
              <p:nvPr/>
            </p:nvSpPr>
            <p:spPr>
              <a:xfrm>
                <a:off x="5307244" y="2595584"/>
                <a:ext cx="2522382" cy="9378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Gemini API</a:t>
                </a:r>
              </a:p>
              <a:p>
                <a:pPr marL="285750" lvl="0" indent="-285750" algn="l" rtl="0">
                  <a:spcBef>
                    <a:spcPts val="0"/>
                  </a:spcBef>
                  <a:spcAft>
                    <a:spcPts val="0"/>
                  </a:spcAft>
                  <a:buFont typeface="Arial" panose="020B0604020202020204" pitchFamily="34" charset="0"/>
                  <a:buChar char="•"/>
                </a:pPr>
                <a:r>
                  <a:rPr lang="en-IN" dirty="0">
                    <a:solidFill>
                      <a:schemeClr val="dk1"/>
                    </a:solidFill>
                    <a:latin typeface="Roboto"/>
                    <a:ea typeface="Roboto"/>
                    <a:cs typeface="Roboto"/>
                    <a:sym typeface="Roboto"/>
                  </a:rPr>
                  <a:t>Lovable</a:t>
                </a:r>
                <a:endParaRPr dirty="0">
                  <a:solidFill>
                    <a:schemeClr val="dk1"/>
                  </a:solidFill>
                  <a:latin typeface="Roboto"/>
                  <a:ea typeface="Roboto"/>
                  <a:cs typeface="Roboto"/>
                  <a:sym typeface="Roboto"/>
                </a:endParaRPr>
              </a:p>
            </p:txBody>
          </p:sp>
        </p:grpSp>
        <p:pic>
          <p:nvPicPr>
            <p:cNvPr id="2055" name="Picture 2054">
              <a:extLst>
                <a:ext uri="{FF2B5EF4-FFF2-40B4-BE49-F238E27FC236}">
                  <a16:creationId xmlns:a16="http://schemas.microsoft.com/office/drawing/2014/main" id="{1C89339D-4EB7-E57A-561E-9BCCA8E207E2}"/>
                </a:ext>
              </a:extLst>
            </p:cNvPr>
            <p:cNvPicPr>
              <a:picLocks noChangeAspect="1"/>
            </p:cNvPicPr>
            <p:nvPr/>
          </p:nvPicPr>
          <p:blipFill>
            <a:blip r:embed="rId9"/>
            <a:stretch>
              <a:fillRect/>
            </a:stretch>
          </p:blipFill>
          <p:spPr>
            <a:xfrm>
              <a:off x="401009" y="3074486"/>
              <a:ext cx="899533" cy="899533"/>
            </a:xfrm>
            <a:prstGeom prst="rect">
              <a:avLst/>
            </a:prstGeom>
          </p:spPr>
        </p:pic>
        <p:pic>
          <p:nvPicPr>
            <p:cNvPr id="2057" name="Picture 2056">
              <a:extLst>
                <a:ext uri="{FF2B5EF4-FFF2-40B4-BE49-F238E27FC236}">
                  <a16:creationId xmlns:a16="http://schemas.microsoft.com/office/drawing/2014/main" id="{6BADB690-0961-9E1B-1C7A-26ED0CB3EB6E}"/>
                </a:ext>
              </a:extLst>
            </p:cNvPr>
            <p:cNvPicPr>
              <a:picLocks noChangeAspect="1"/>
            </p:cNvPicPr>
            <p:nvPr/>
          </p:nvPicPr>
          <p:blipFill>
            <a:blip r:embed="rId10"/>
            <a:stretch>
              <a:fillRect/>
            </a:stretch>
          </p:blipFill>
          <p:spPr>
            <a:xfrm>
              <a:off x="1483113" y="3120848"/>
              <a:ext cx="797743" cy="807674"/>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4307FEC2-7BC4-6348-900A-E1379A0769A5}"/>
            </a:ext>
          </a:extLst>
        </p:cNvPr>
        <p:cNvGrpSpPr/>
        <p:nvPr/>
      </p:nvGrpSpPr>
      <p:grpSpPr>
        <a:xfrm>
          <a:off x="0" y="0"/>
          <a:ext cx="0" cy="0"/>
          <a:chOff x="0" y="0"/>
          <a:chExt cx="0" cy="0"/>
        </a:xfrm>
      </p:grpSpPr>
      <p:sp>
        <p:nvSpPr>
          <p:cNvPr id="46" name="Google Shape;46;p15">
            <a:extLst>
              <a:ext uri="{FF2B5EF4-FFF2-40B4-BE49-F238E27FC236}">
                <a16:creationId xmlns:a16="http://schemas.microsoft.com/office/drawing/2014/main" id="{4CECC538-67AF-5C60-EC45-5C5567C66321}"/>
              </a:ext>
            </a:extLst>
          </p:cNvPr>
          <p:cNvSpPr txBox="1">
            <a:spLocks noGrp="1"/>
          </p:cNvSpPr>
          <p:nvPr>
            <p:ph type="ctrTitle"/>
          </p:nvPr>
        </p:nvSpPr>
        <p:spPr>
          <a:xfrm>
            <a:off x="658166" y="2415831"/>
            <a:ext cx="4114800" cy="179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7200" dirty="0"/>
              <a:t>THANK YOU !</a:t>
            </a:r>
            <a:endParaRPr sz="7200" dirty="0"/>
          </a:p>
        </p:txBody>
      </p:sp>
      <p:pic>
        <p:nvPicPr>
          <p:cNvPr id="2" name="image2.png" descr="IIT Madras - Wikipedia">
            <a:extLst>
              <a:ext uri="{FF2B5EF4-FFF2-40B4-BE49-F238E27FC236}">
                <a16:creationId xmlns:a16="http://schemas.microsoft.com/office/drawing/2014/main" id="{795A1307-82FB-0CCB-E66F-FB3E337E17A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555920" y="665855"/>
            <a:ext cx="1330657" cy="1313058"/>
          </a:xfrm>
          <a:prstGeom prst="rect">
            <a:avLst/>
          </a:prstGeom>
          <a:ln/>
        </p:spPr>
      </p:pic>
      <p:grpSp>
        <p:nvGrpSpPr>
          <p:cNvPr id="5" name="Google Shape;48;p15">
            <a:extLst>
              <a:ext uri="{FF2B5EF4-FFF2-40B4-BE49-F238E27FC236}">
                <a16:creationId xmlns:a16="http://schemas.microsoft.com/office/drawing/2014/main" id="{BD9676D8-517D-F9B5-1677-2A2DA05BF69D}"/>
              </a:ext>
            </a:extLst>
          </p:cNvPr>
          <p:cNvGrpSpPr/>
          <p:nvPr/>
        </p:nvGrpSpPr>
        <p:grpSpPr>
          <a:xfrm>
            <a:off x="5211919" y="-447730"/>
            <a:ext cx="3725058" cy="5151182"/>
            <a:chOff x="4572405" y="-908049"/>
            <a:chExt cx="4114905" cy="5640131"/>
          </a:xfrm>
        </p:grpSpPr>
        <p:sp>
          <p:nvSpPr>
            <p:cNvPr id="6" name="Google Shape;49;p15">
              <a:extLst>
                <a:ext uri="{FF2B5EF4-FFF2-40B4-BE49-F238E27FC236}">
                  <a16:creationId xmlns:a16="http://schemas.microsoft.com/office/drawing/2014/main" id="{383FA34E-0B94-1949-9EAC-9007723DCCCE}"/>
                </a:ext>
              </a:extLst>
            </p:cNvPr>
            <p:cNvSpPr/>
            <p:nvPr/>
          </p:nvSpPr>
          <p:spPr>
            <a:xfrm>
              <a:off x="4647387" y="4435335"/>
              <a:ext cx="3964941" cy="296747"/>
            </a:xfrm>
            <a:custGeom>
              <a:avLst/>
              <a:gdLst/>
              <a:ahLst/>
              <a:cxnLst/>
              <a:rect l="l" t="t" r="r" b="b"/>
              <a:pathLst>
                <a:path w="129605" h="9700" extrusionOk="0">
                  <a:moveTo>
                    <a:pt x="61472" y="0"/>
                  </a:move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0;p15">
              <a:extLst>
                <a:ext uri="{FF2B5EF4-FFF2-40B4-BE49-F238E27FC236}">
                  <a16:creationId xmlns:a16="http://schemas.microsoft.com/office/drawing/2014/main" id="{125890ED-F638-81AD-0F85-858E73B93606}"/>
                </a:ext>
              </a:extLst>
            </p:cNvPr>
            <p:cNvSpPr/>
            <p:nvPr/>
          </p:nvSpPr>
          <p:spPr>
            <a:xfrm>
              <a:off x="4647387" y="4435335"/>
              <a:ext cx="3964941" cy="296747"/>
            </a:xfrm>
            <a:custGeom>
              <a:avLst/>
              <a:gdLst/>
              <a:ahLst/>
              <a:cxnLst/>
              <a:rect l="l" t="t" r="r" b="b"/>
              <a:pathLst>
                <a:path w="129605" h="9700" fill="none" extrusionOk="0">
                  <a:moveTo>
                    <a:pt x="64796" y="0"/>
                  </a:moveTo>
                  <a:lnTo>
                    <a:pt x="64796" y="0"/>
                  </a:lnTo>
                  <a:lnTo>
                    <a:pt x="61472" y="0"/>
                  </a:ln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lnTo>
                    <a:pt x="6479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p15">
              <a:extLst>
                <a:ext uri="{FF2B5EF4-FFF2-40B4-BE49-F238E27FC236}">
                  <a16:creationId xmlns:a16="http://schemas.microsoft.com/office/drawing/2014/main" id="{911B75C4-7AAF-37A8-641E-AE77D7B5D268}"/>
                </a:ext>
              </a:extLst>
            </p:cNvPr>
            <p:cNvSpPr/>
            <p:nvPr/>
          </p:nvSpPr>
          <p:spPr>
            <a:xfrm>
              <a:off x="4759876" y="2227719"/>
              <a:ext cx="678052" cy="1514849"/>
            </a:xfrm>
            <a:custGeom>
              <a:avLst/>
              <a:gdLst/>
              <a:ahLst/>
              <a:cxnLst/>
              <a:rect l="l" t="t" r="r" b="b"/>
              <a:pathLst>
                <a:path w="22164" h="49517" extrusionOk="0">
                  <a:moveTo>
                    <a:pt x="15671" y="0"/>
                  </a:moveTo>
                  <a:lnTo>
                    <a:pt x="15476" y="13"/>
                  </a:lnTo>
                  <a:lnTo>
                    <a:pt x="0" y="13"/>
                  </a:lnTo>
                  <a:lnTo>
                    <a:pt x="4954" y="45801"/>
                  </a:lnTo>
                  <a:lnTo>
                    <a:pt x="5698" y="45996"/>
                  </a:lnTo>
                  <a:lnTo>
                    <a:pt x="7666" y="46505"/>
                  </a:lnTo>
                  <a:lnTo>
                    <a:pt x="10430" y="47209"/>
                  </a:lnTo>
                  <a:lnTo>
                    <a:pt x="11982" y="47587"/>
                  </a:lnTo>
                  <a:lnTo>
                    <a:pt x="13598" y="47978"/>
                  </a:lnTo>
                  <a:lnTo>
                    <a:pt x="15202" y="48343"/>
                  </a:lnTo>
                  <a:lnTo>
                    <a:pt x="16766" y="48695"/>
                  </a:lnTo>
                  <a:lnTo>
                    <a:pt x="18213" y="48995"/>
                  </a:lnTo>
                  <a:lnTo>
                    <a:pt x="18891" y="49125"/>
                  </a:lnTo>
                  <a:lnTo>
                    <a:pt x="19517" y="49242"/>
                  </a:lnTo>
                  <a:lnTo>
                    <a:pt x="20091" y="49347"/>
                  </a:lnTo>
                  <a:lnTo>
                    <a:pt x="20612" y="49425"/>
                  </a:lnTo>
                  <a:lnTo>
                    <a:pt x="21069" y="49477"/>
                  </a:lnTo>
                  <a:lnTo>
                    <a:pt x="21447" y="49503"/>
                  </a:lnTo>
                  <a:lnTo>
                    <a:pt x="21760" y="49516"/>
                  </a:lnTo>
                  <a:lnTo>
                    <a:pt x="21877" y="49503"/>
                  </a:lnTo>
                  <a:lnTo>
                    <a:pt x="21981" y="49490"/>
                  </a:lnTo>
                  <a:lnTo>
                    <a:pt x="22059" y="49464"/>
                  </a:lnTo>
                  <a:lnTo>
                    <a:pt x="22125" y="49438"/>
                  </a:lnTo>
                  <a:lnTo>
                    <a:pt x="22151" y="49399"/>
                  </a:lnTo>
                  <a:lnTo>
                    <a:pt x="22164" y="49360"/>
                  </a:lnTo>
                  <a:lnTo>
                    <a:pt x="17575" y="1747"/>
                  </a:lnTo>
                  <a:lnTo>
                    <a:pt x="17549" y="1552"/>
                  </a:lnTo>
                  <a:lnTo>
                    <a:pt x="17496" y="1356"/>
                  </a:lnTo>
                  <a:lnTo>
                    <a:pt x="17431" y="1187"/>
                  </a:lnTo>
                  <a:lnTo>
                    <a:pt x="17353" y="1017"/>
                  </a:lnTo>
                  <a:lnTo>
                    <a:pt x="17249" y="848"/>
                  </a:lnTo>
                  <a:lnTo>
                    <a:pt x="17144" y="704"/>
                  </a:lnTo>
                  <a:lnTo>
                    <a:pt x="17014" y="574"/>
                  </a:lnTo>
                  <a:lnTo>
                    <a:pt x="16884" y="443"/>
                  </a:lnTo>
                  <a:lnTo>
                    <a:pt x="16727" y="339"/>
                  </a:lnTo>
                  <a:lnTo>
                    <a:pt x="16571" y="235"/>
                  </a:lnTo>
                  <a:lnTo>
                    <a:pt x="16401" y="157"/>
                  </a:lnTo>
                  <a:lnTo>
                    <a:pt x="16232" y="91"/>
                  </a:lnTo>
                  <a:lnTo>
                    <a:pt x="16049" y="39"/>
                  </a:lnTo>
                  <a:lnTo>
                    <a:pt x="15867" y="13"/>
                  </a:lnTo>
                  <a:lnTo>
                    <a:pt x="15671"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p15">
              <a:extLst>
                <a:ext uri="{FF2B5EF4-FFF2-40B4-BE49-F238E27FC236}">
                  <a16:creationId xmlns:a16="http://schemas.microsoft.com/office/drawing/2014/main" id="{8F2563DA-7D49-1B06-896F-9BC5E1D47ADC}"/>
                </a:ext>
              </a:extLst>
            </p:cNvPr>
            <p:cNvSpPr/>
            <p:nvPr/>
          </p:nvSpPr>
          <p:spPr>
            <a:xfrm>
              <a:off x="4906261" y="3487671"/>
              <a:ext cx="1317007" cy="300357"/>
            </a:xfrm>
            <a:custGeom>
              <a:avLst/>
              <a:gdLst/>
              <a:ahLst/>
              <a:cxnLst/>
              <a:rect l="l" t="t" r="r" b="b"/>
              <a:pathLst>
                <a:path w="43050" h="9818" extrusionOk="0">
                  <a:moveTo>
                    <a:pt x="2529" y="0"/>
                  </a:moveTo>
                  <a:lnTo>
                    <a:pt x="2269" y="13"/>
                  </a:lnTo>
                  <a:lnTo>
                    <a:pt x="2021" y="52"/>
                  </a:lnTo>
                  <a:lnTo>
                    <a:pt x="1786" y="118"/>
                  </a:lnTo>
                  <a:lnTo>
                    <a:pt x="1551" y="196"/>
                  </a:lnTo>
                  <a:lnTo>
                    <a:pt x="1330" y="300"/>
                  </a:lnTo>
                  <a:lnTo>
                    <a:pt x="1121" y="431"/>
                  </a:lnTo>
                  <a:lnTo>
                    <a:pt x="926" y="574"/>
                  </a:lnTo>
                  <a:lnTo>
                    <a:pt x="743" y="743"/>
                  </a:lnTo>
                  <a:lnTo>
                    <a:pt x="587" y="926"/>
                  </a:lnTo>
                  <a:lnTo>
                    <a:pt x="430" y="1109"/>
                  </a:lnTo>
                  <a:lnTo>
                    <a:pt x="313" y="1317"/>
                  </a:lnTo>
                  <a:lnTo>
                    <a:pt x="209" y="1539"/>
                  </a:lnTo>
                  <a:lnTo>
                    <a:pt x="117" y="1773"/>
                  </a:lnTo>
                  <a:lnTo>
                    <a:pt x="52" y="2021"/>
                  </a:lnTo>
                  <a:lnTo>
                    <a:pt x="13" y="2269"/>
                  </a:lnTo>
                  <a:lnTo>
                    <a:pt x="0" y="2530"/>
                  </a:lnTo>
                  <a:lnTo>
                    <a:pt x="0" y="6232"/>
                  </a:lnTo>
                  <a:lnTo>
                    <a:pt x="13" y="6415"/>
                  </a:lnTo>
                  <a:lnTo>
                    <a:pt x="26" y="6597"/>
                  </a:lnTo>
                  <a:lnTo>
                    <a:pt x="39" y="6780"/>
                  </a:lnTo>
                  <a:lnTo>
                    <a:pt x="78" y="6949"/>
                  </a:lnTo>
                  <a:lnTo>
                    <a:pt x="117" y="7119"/>
                  </a:lnTo>
                  <a:lnTo>
                    <a:pt x="169" y="7288"/>
                  </a:lnTo>
                  <a:lnTo>
                    <a:pt x="222" y="7458"/>
                  </a:lnTo>
                  <a:lnTo>
                    <a:pt x="287" y="7627"/>
                  </a:lnTo>
                  <a:lnTo>
                    <a:pt x="352" y="7784"/>
                  </a:lnTo>
                  <a:lnTo>
                    <a:pt x="430" y="7940"/>
                  </a:lnTo>
                  <a:lnTo>
                    <a:pt x="522" y="8084"/>
                  </a:lnTo>
                  <a:lnTo>
                    <a:pt x="613" y="8227"/>
                  </a:lnTo>
                  <a:lnTo>
                    <a:pt x="717" y="8370"/>
                  </a:lnTo>
                  <a:lnTo>
                    <a:pt x="821" y="8514"/>
                  </a:lnTo>
                  <a:lnTo>
                    <a:pt x="939" y="8631"/>
                  </a:lnTo>
                  <a:lnTo>
                    <a:pt x="1056" y="8761"/>
                  </a:lnTo>
                  <a:lnTo>
                    <a:pt x="1173" y="8879"/>
                  </a:lnTo>
                  <a:lnTo>
                    <a:pt x="1304" y="8996"/>
                  </a:lnTo>
                  <a:lnTo>
                    <a:pt x="1447" y="9100"/>
                  </a:lnTo>
                  <a:lnTo>
                    <a:pt x="1578" y="9205"/>
                  </a:lnTo>
                  <a:lnTo>
                    <a:pt x="1734" y="9296"/>
                  </a:lnTo>
                  <a:lnTo>
                    <a:pt x="1877" y="9374"/>
                  </a:lnTo>
                  <a:lnTo>
                    <a:pt x="2034" y="9452"/>
                  </a:lnTo>
                  <a:lnTo>
                    <a:pt x="2190" y="9531"/>
                  </a:lnTo>
                  <a:lnTo>
                    <a:pt x="2360" y="9596"/>
                  </a:lnTo>
                  <a:lnTo>
                    <a:pt x="2516" y="9648"/>
                  </a:lnTo>
                  <a:lnTo>
                    <a:pt x="2686" y="9700"/>
                  </a:lnTo>
                  <a:lnTo>
                    <a:pt x="2868" y="9739"/>
                  </a:lnTo>
                  <a:lnTo>
                    <a:pt x="3038" y="9765"/>
                  </a:lnTo>
                  <a:lnTo>
                    <a:pt x="3220" y="9791"/>
                  </a:lnTo>
                  <a:lnTo>
                    <a:pt x="3403" y="9804"/>
                  </a:lnTo>
                  <a:lnTo>
                    <a:pt x="3585" y="9818"/>
                  </a:lnTo>
                  <a:lnTo>
                    <a:pt x="39464" y="9818"/>
                  </a:lnTo>
                  <a:lnTo>
                    <a:pt x="39647" y="9804"/>
                  </a:lnTo>
                  <a:lnTo>
                    <a:pt x="39829" y="9791"/>
                  </a:lnTo>
                  <a:lnTo>
                    <a:pt x="40012" y="9765"/>
                  </a:lnTo>
                  <a:lnTo>
                    <a:pt x="40194" y="9739"/>
                  </a:lnTo>
                  <a:lnTo>
                    <a:pt x="40364" y="9700"/>
                  </a:lnTo>
                  <a:lnTo>
                    <a:pt x="40533" y="9648"/>
                  </a:lnTo>
                  <a:lnTo>
                    <a:pt x="40703" y="9596"/>
                  </a:lnTo>
                  <a:lnTo>
                    <a:pt x="40859" y="9531"/>
                  </a:lnTo>
                  <a:lnTo>
                    <a:pt x="41015" y="9452"/>
                  </a:lnTo>
                  <a:lnTo>
                    <a:pt x="41172" y="9374"/>
                  </a:lnTo>
                  <a:lnTo>
                    <a:pt x="41328" y="9296"/>
                  </a:lnTo>
                  <a:lnTo>
                    <a:pt x="41472" y="9205"/>
                  </a:lnTo>
                  <a:lnTo>
                    <a:pt x="41615" y="9100"/>
                  </a:lnTo>
                  <a:lnTo>
                    <a:pt x="41746" y="8996"/>
                  </a:lnTo>
                  <a:lnTo>
                    <a:pt x="41876" y="8879"/>
                  </a:lnTo>
                  <a:lnTo>
                    <a:pt x="42006" y="8761"/>
                  </a:lnTo>
                  <a:lnTo>
                    <a:pt x="42124" y="8631"/>
                  </a:lnTo>
                  <a:lnTo>
                    <a:pt x="42228" y="8514"/>
                  </a:lnTo>
                  <a:lnTo>
                    <a:pt x="42332" y="8370"/>
                  </a:lnTo>
                  <a:lnTo>
                    <a:pt x="42437" y="8227"/>
                  </a:lnTo>
                  <a:lnTo>
                    <a:pt x="42528" y="8084"/>
                  </a:lnTo>
                  <a:lnTo>
                    <a:pt x="42619" y="7940"/>
                  </a:lnTo>
                  <a:lnTo>
                    <a:pt x="42697" y="7784"/>
                  </a:lnTo>
                  <a:lnTo>
                    <a:pt x="42762" y="7627"/>
                  </a:lnTo>
                  <a:lnTo>
                    <a:pt x="42828" y="7458"/>
                  </a:lnTo>
                  <a:lnTo>
                    <a:pt x="42893" y="7288"/>
                  </a:lnTo>
                  <a:lnTo>
                    <a:pt x="42932" y="7119"/>
                  </a:lnTo>
                  <a:lnTo>
                    <a:pt x="42971" y="6949"/>
                  </a:lnTo>
                  <a:lnTo>
                    <a:pt x="43010" y="6780"/>
                  </a:lnTo>
                  <a:lnTo>
                    <a:pt x="43036" y="6597"/>
                  </a:lnTo>
                  <a:lnTo>
                    <a:pt x="43049" y="6415"/>
                  </a:lnTo>
                  <a:lnTo>
                    <a:pt x="43049" y="6232"/>
                  </a:lnTo>
                  <a:lnTo>
                    <a:pt x="43049" y="2530"/>
                  </a:lnTo>
                  <a:lnTo>
                    <a:pt x="43036" y="2269"/>
                  </a:lnTo>
                  <a:lnTo>
                    <a:pt x="42997" y="2021"/>
                  </a:lnTo>
                  <a:lnTo>
                    <a:pt x="42932" y="1773"/>
                  </a:lnTo>
                  <a:lnTo>
                    <a:pt x="42854" y="1539"/>
                  </a:lnTo>
                  <a:lnTo>
                    <a:pt x="42749" y="1317"/>
                  </a:lnTo>
                  <a:lnTo>
                    <a:pt x="42619" y="1109"/>
                  </a:lnTo>
                  <a:lnTo>
                    <a:pt x="42476" y="926"/>
                  </a:lnTo>
                  <a:lnTo>
                    <a:pt x="42306" y="743"/>
                  </a:lnTo>
                  <a:lnTo>
                    <a:pt x="42124" y="574"/>
                  </a:lnTo>
                  <a:lnTo>
                    <a:pt x="41941" y="431"/>
                  </a:lnTo>
                  <a:lnTo>
                    <a:pt x="41733" y="300"/>
                  </a:lnTo>
                  <a:lnTo>
                    <a:pt x="41511" y="196"/>
                  </a:lnTo>
                  <a:lnTo>
                    <a:pt x="41276" y="118"/>
                  </a:lnTo>
                  <a:lnTo>
                    <a:pt x="41029" y="52"/>
                  </a:lnTo>
                  <a:lnTo>
                    <a:pt x="40781" y="13"/>
                  </a:lnTo>
                  <a:lnTo>
                    <a:pt x="40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p15">
              <a:extLst>
                <a:ext uri="{FF2B5EF4-FFF2-40B4-BE49-F238E27FC236}">
                  <a16:creationId xmlns:a16="http://schemas.microsoft.com/office/drawing/2014/main" id="{310E1FCF-1453-4907-8407-4E627371741C}"/>
                </a:ext>
              </a:extLst>
            </p:cNvPr>
            <p:cNvSpPr/>
            <p:nvPr/>
          </p:nvSpPr>
          <p:spPr>
            <a:xfrm>
              <a:off x="5232897" y="3510401"/>
              <a:ext cx="990371" cy="299959"/>
            </a:xfrm>
            <a:custGeom>
              <a:avLst/>
              <a:gdLst/>
              <a:ahLst/>
              <a:cxnLst/>
              <a:rect l="l" t="t" r="r" b="b"/>
              <a:pathLst>
                <a:path w="32373" h="9805" extrusionOk="0">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196" y="1539"/>
                  </a:lnTo>
                  <a:lnTo>
                    <a:pt x="118" y="1774"/>
                  </a:lnTo>
                  <a:lnTo>
                    <a:pt x="53" y="2021"/>
                  </a:lnTo>
                  <a:lnTo>
                    <a:pt x="14" y="2269"/>
                  </a:lnTo>
                  <a:lnTo>
                    <a:pt x="1" y="2530"/>
                  </a:lnTo>
                  <a:lnTo>
                    <a:pt x="1" y="7288"/>
                  </a:lnTo>
                  <a:lnTo>
                    <a:pt x="14" y="7536"/>
                  </a:lnTo>
                  <a:lnTo>
                    <a:pt x="53" y="7797"/>
                  </a:lnTo>
                  <a:lnTo>
                    <a:pt x="118" y="8032"/>
                  </a:lnTo>
                  <a:lnTo>
                    <a:pt x="196"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2" y="9752"/>
                  </a:lnTo>
                  <a:lnTo>
                    <a:pt x="30599" y="9700"/>
                  </a:lnTo>
                  <a:lnTo>
                    <a:pt x="30834" y="9609"/>
                  </a:lnTo>
                  <a:lnTo>
                    <a:pt x="31056" y="9505"/>
                  </a:lnTo>
                  <a:lnTo>
                    <a:pt x="31264" y="9374"/>
                  </a:lnTo>
                  <a:lnTo>
                    <a:pt x="31447" y="9231"/>
                  </a:lnTo>
                  <a:lnTo>
                    <a:pt x="31629" y="9075"/>
                  </a:lnTo>
                  <a:lnTo>
                    <a:pt x="31799"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9" y="913"/>
                  </a:lnTo>
                  <a:lnTo>
                    <a:pt x="31629" y="744"/>
                  </a:lnTo>
                  <a:lnTo>
                    <a:pt x="31447" y="574"/>
                  </a:lnTo>
                  <a:lnTo>
                    <a:pt x="31264" y="431"/>
                  </a:lnTo>
                  <a:lnTo>
                    <a:pt x="31056" y="300"/>
                  </a:lnTo>
                  <a:lnTo>
                    <a:pt x="30834" y="196"/>
                  </a:lnTo>
                  <a:lnTo>
                    <a:pt x="30599" y="118"/>
                  </a:lnTo>
                  <a:lnTo>
                    <a:pt x="30352" y="53"/>
                  </a:lnTo>
                  <a:lnTo>
                    <a:pt x="30104" y="14"/>
                  </a:lnTo>
                  <a:lnTo>
                    <a:pt x="2984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p15">
              <a:extLst>
                <a:ext uri="{FF2B5EF4-FFF2-40B4-BE49-F238E27FC236}">
                  <a16:creationId xmlns:a16="http://schemas.microsoft.com/office/drawing/2014/main" id="{4CE6E2C7-5BF7-43E2-E456-7FBAEE0B50A9}"/>
                </a:ext>
              </a:extLst>
            </p:cNvPr>
            <p:cNvSpPr/>
            <p:nvPr/>
          </p:nvSpPr>
          <p:spPr>
            <a:xfrm>
              <a:off x="5241677" y="3810330"/>
              <a:ext cx="230545" cy="770992"/>
            </a:xfrm>
            <a:custGeom>
              <a:avLst/>
              <a:gdLst/>
              <a:ahLst/>
              <a:cxnLst/>
              <a:rect l="l" t="t" r="r" b="b"/>
              <a:pathLst>
                <a:path w="7536" h="25202" extrusionOk="0">
                  <a:moveTo>
                    <a:pt x="3116" y="1"/>
                  </a:moveTo>
                  <a:lnTo>
                    <a:pt x="0" y="25202"/>
                  </a:lnTo>
                  <a:lnTo>
                    <a:pt x="2412" y="25202"/>
                  </a:lnTo>
                  <a:lnTo>
                    <a:pt x="7536"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5;p15">
              <a:extLst>
                <a:ext uri="{FF2B5EF4-FFF2-40B4-BE49-F238E27FC236}">
                  <a16:creationId xmlns:a16="http://schemas.microsoft.com/office/drawing/2014/main" id="{CCA33C15-457C-5E51-2730-413C3F548C2D}"/>
                </a:ext>
              </a:extLst>
            </p:cNvPr>
            <p:cNvSpPr/>
            <p:nvPr/>
          </p:nvSpPr>
          <p:spPr>
            <a:xfrm>
              <a:off x="5984708" y="3810330"/>
              <a:ext cx="142041" cy="770992"/>
            </a:xfrm>
            <a:custGeom>
              <a:avLst/>
              <a:gdLst/>
              <a:ahLst/>
              <a:cxnLst/>
              <a:rect l="l" t="t" r="r" b="b"/>
              <a:pathLst>
                <a:path w="4643" h="25202" extrusionOk="0">
                  <a:moveTo>
                    <a:pt x="1" y="1"/>
                  </a:moveTo>
                  <a:lnTo>
                    <a:pt x="2243" y="25202"/>
                  </a:lnTo>
                  <a:lnTo>
                    <a:pt x="4642" y="25202"/>
                  </a:lnTo>
                  <a:lnTo>
                    <a:pt x="4421"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5">
              <a:extLst>
                <a:ext uri="{FF2B5EF4-FFF2-40B4-BE49-F238E27FC236}">
                  <a16:creationId xmlns:a16="http://schemas.microsoft.com/office/drawing/2014/main" id="{B4C15CC7-DB67-FF4F-61D1-DBCAB3B801FE}"/>
                </a:ext>
              </a:extLst>
            </p:cNvPr>
            <p:cNvSpPr/>
            <p:nvPr/>
          </p:nvSpPr>
          <p:spPr>
            <a:xfrm>
              <a:off x="5332996" y="3810330"/>
              <a:ext cx="796935" cy="61858"/>
            </a:xfrm>
            <a:custGeom>
              <a:avLst/>
              <a:gdLst/>
              <a:ahLst/>
              <a:cxnLst/>
              <a:rect l="l" t="t" r="r" b="b"/>
              <a:pathLst>
                <a:path w="26050" h="2022" extrusionOk="0">
                  <a:moveTo>
                    <a:pt x="1" y="1"/>
                  </a:moveTo>
                  <a:lnTo>
                    <a:pt x="1" y="2021"/>
                  </a:lnTo>
                  <a:lnTo>
                    <a:pt x="26050" y="2021"/>
                  </a:lnTo>
                  <a:lnTo>
                    <a:pt x="26050"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7;p15">
              <a:extLst>
                <a:ext uri="{FF2B5EF4-FFF2-40B4-BE49-F238E27FC236}">
                  <a16:creationId xmlns:a16="http://schemas.microsoft.com/office/drawing/2014/main" id="{DC88F94D-9235-00FD-EF3F-9FFBC9F5A961}"/>
                </a:ext>
              </a:extLst>
            </p:cNvPr>
            <p:cNvSpPr/>
            <p:nvPr/>
          </p:nvSpPr>
          <p:spPr>
            <a:xfrm>
              <a:off x="4735555" y="3510401"/>
              <a:ext cx="990340" cy="299959"/>
            </a:xfrm>
            <a:custGeom>
              <a:avLst/>
              <a:gdLst/>
              <a:ahLst/>
              <a:cxnLst/>
              <a:rect l="l" t="t" r="r" b="b"/>
              <a:pathLst>
                <a:path w="32372" h="9805" extrusionOk="0">
                  <a:moveTo>
                    <a:pt x="2529" y="0"/>
                  </a:moveTo>
                  <a:lnTo>
                    <a:pt x="2269" y="14"/>
                  </a:lnTo>
                  <a:lnTo>
                    <a:pt x="2021" y="53"/>
                  </a:lnTo>
                  <a:lnTo>
                    <a:pt x="1786" y="118"/>
                  </a:lnTo>
                  <a:lnTo>
                    <a:pt x="1551" y="196"/>
                  </a:lnTo>
                  <a:lnTo>
                    <a:pt x="1330" y="300"/>
                  </a:lnTo>
                  <a:lnTo>
                    <a:pt x="1121" y="431"/>
                  </a:lnTo>
                  <a:lnTo>
                    <a:pt x="926" y="574"/>
                  </a:lnTo>
                  <a:lnTo>
                    <a:pt x="743" y="744"/>
                  </a:lnTo>
                  <a:lnTo>
                    <a:pt x="587" y="913"/>
                  </a:lnTo>
                  <a:lnTo>
                    <a:pt x="430" y="1109"/>
                  </a:lnTo>
                  <a:lnTo>
                    <a:pt x="313" y="1317"/>
                  </a:lnTo>
                  <a:lnTo>
                    <a:pt x="209" y="1539"/>
                  </a:lnTo>
                  <a:lnTo>
                    <a:pt x="117" y="1774"/>
                  </a:lnTo>
                  <a:lnTo>
                    <a:pt x="52" y="2021"/>
                  </a:lnTo>
                  <a:lnTo>
                    <a:pt x="13" y="2269"/>
                  </a:lnTo>
                  <a:lnTo>
                    <a:pt x="0" y="2530"/>
                  </a:lnTo>
                  <a:lnTo>
                    <a:pt x="0" y="7288"/>
                  </a:lnTo>
                  <a:lnTo>
                    <a:pt x="13" y="7536"/>
                  </a:lnTo>
                  <a:lnTo>
                    <a:pt x="52" y="7797"/>
                  </a:lnTo>
                  <a:lnTo>
                    <a:pt x="117" y="8032"/>
                  </a:lnTo>
                  <a:lnTo>
                    <a:pt x="209" y="8266"/>
                  </a:lnTo>
                  <a:lnTo>
                    <a:pt x="313" y="8488"/>
                  </a:lnTo>
                  <a:lnTo>
                    <a:pt x="430" y="8696"/>
                  </a:lnTo>
                  <a:lnTo>
                    <a:pt x="587" y="8892"/>
                  </a:lnTo>
                  <a:lnTo>
                    <a:pt x="743" y="9075"/>
                  </a:lnTo>
                  <a:lnTo>
                    <a:pt x="926" y="9231"/>
                  </a:lnTo>
                  <a:lnTo>
                    <a:pt x="1121" y="9374"/>
                  </a:lnTo>
                  <a:lnTo>
                    <a:pt x="1330" y="9505"/>
                  </a:lnTo>
                  <a:lnTo>
                    <a:pt x="1551" y="9609"/>
                  </a:lnTo>
                  <a:lnTo>
                    <a:pt x="1786" y="9700"/>
                  </a:lnTo>
                  <a:lnTo>
                    <a:pt x="2021" y="9752"/>
                  </a:lnTo>
                  <a:lnTo>
                    <a:pt x="2269" y="9792"/>
                  </a:lnTo>
                  <a:lnTo>
                    <a:pt x="2529" y="9805"/>
                  </a:lnTo>
                  <a:lnTo>
                    <a:pt x="29843" y="9805"/>
                  </a:lnTo>
                  <a:lnTo>
                    <a:pt x="30103" y="9792"/>
                  </a:lnTo>
                  <a:lnTo>
                    <a:pt x="30351" y="9752"/>
                  </a:lnTo>
                  <a:lnTo>
                    <a:pt x="30599" y="9700"/>
                  </a:lnTo>
                  <a:lnTo>
                    <a:pt x="30833" y="9609"/>
                  </a:lnTo>
                  <a:lnTo>
                    <a:pt x="31055" y="9505"/>
                  </a:lnTo>
                  <a:lnTo>
                    <a:pt x="31264" y="9374"/>
                  </a:lnTo>
                  <a:lnTo>
                    <a:pt x="31459" y="9231"/>
                  </a:lnTo>
                  <a:lnTo>
                    <a:pt x="31629" y="9075"/>
                  </a:lnTo>
                  <a:lnTo>
                    <a:pt x="31798" y="8892"/>
                  </a:lnTo>
                  <a:lnTo>
                    <a:pt x="31942" y="8696"/>
                  </a:lnTo>
                  <a:lnTo>
                    <a:pt x="32072" y="8488"/>
                  </a:lnTo>
                  <a:lnTo>
                    <a:pt x="32176" y="8266"/>
                  </a:lnTo>
                  <a:lnTo>
                    <a:pt x="32254" y="8032"/>
                  </a:lnTo>
                  <a:lnTo>
                    <a:pt x="32320" y="7797"/>
                  </a:lnTo>
                  <a:lnTo>
                    <a:pt x="32359" y="7536"/>
                  </a:lnTo>
                  <a:lnTo>
                    <a:pt x="32372" y="7288"/>
                  </a:lnTo>
                  <a:lnTo>
                    <a:pt x="32372" y="2530"/>
                  </a:lnTo>
                  <a:lnTo>
                    <a:pt x="32359" y="2269"/>
                  </a:lnTo>
                  <a:lnTo>
                    <a:pt x="32320" y="2021"/>
                  </a:lnTo>
                  <a:lnTo>
                    <a:pt x="32254" y="1774"/>
                  </a:lnTo>
                  <a:lnTo>
                    <a:pt x="32176" y="1539"/>
                  </a:lnTo>
                  <a:lnTo>
                    <a:pt x="32072" y="1317"/>
                  </a:lnTo>
                  <a:lnTo>
                    <a:pt x="31942" y="1109"/>
                  </a:lnTo>
                  <a:lnTo>
                    <a:pt x="31798" y="913"/>
                  </a:lnTo>
                  <a:lnTo>
                    <a:pt x="31629" y="744"/>
                  </a:lnTo>
                  <a:lnTo>
                    <a:pt x="31459" y="574"/>
                  </a:lnTo>
                  <a:lnTo>
                    <a:pt x="31264" y="431"/>
                  </a:lnTo>
                  <a:lnTo>
                    <a:pt x="31055" y="300"/>
                  </a:lnTo>
                  <a:lnTo>
                    <a:pt x="30833" y="196"/>
                  </a:lnTo>
                  <a:lnTo>
                    <a:pt x="30599" y="118"/>
                  </a:lnTo>
                  <a:lnTo>
                    <a:pt x="30351" y="53"/>
                  </a:lnTo>
                  <a:lnTo>
                    <a:pt x="30103" y="14"/>
                  </a:lnTo>
                  <a:lnTo>
                    <a:pt x="29843"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8;p15">
              <a:extLst>
                <a:ext uri="{FF2B5EF4-FFF2-40B4-BE49-F238E27FC236}">
                  <a16:creationId xmlns:a16="http://schemas.microsoft.com/office/drawing/2014/main" id="{D9AE35AD-2A48-F46E-A6D5-E093DDA04C12}"/>
                </a:ext>
              </a:extLst>
            </p:cNvPr>
            <p:cNvSpPr/>
            <p:nvPr/>
          </p:nvSpPr>
          <p:spPr>
            <a:xfrm>
              <a:off x="4572405" y="2227321"/>
              <a:ext cx="380938" cy="1587017"/>
            </a:xfrm>
            <a:custGeom>
              <a:avLst/>
              <a:gdLst/>
              <a:ahLst/>
              <a:cxnLst/>
              <a:rect l="l" t="t" r="r" b="b"/>
              <a:pathLst>
                <a:path w="12452" h="51876" extrusionOk="0">
                  <a:moveTo>
                    <a:pt x="5972" y="0"/>
                  </a:moveTo>
                  <a:lnTo>
                    <a:pt x="1526" y="430"/>
                  </a:lnTo>
                  <a:lnTo>
                    <a:pt x="1357" y="456"/>
                  </a:lnTo>
                  <a:lnTo>
                    <a:pt x="1187" y="496"/>
                  </a:lnTo>
                  <a:lnTo>
                    <a:pt x="1031" y="561"/>
                  </a:lnTo>
                  <a:lnTo>
                    <a:pt x="887" y="626"/>
                  </a:lnTo>
                  <a:lnTo>
                    <a:pt x="744" y="717"/>
                  </a:lnTo>
                  <a:lnTo>
                    <a:pt x="614" y="809"/>
                  </a:lnTo>
                  <a:lnTo>
                    <a:pt x="496" y="913"/>
                  </a:lnTo>
                  <a:lnTo>
                    <a:pt x="379" y="1043"/>
                  </a:lnTo>
                  <a:lnTo>
                    <a:pt x="288" y="1161"/>
                  </a:lnTo>
                  <a:lnTo>
                    <a:pt x="209" y="1304"/>
                  </a:lnTo>
                  <a:lnTo>
                    <a:pt x="131" y="1447"/>
                  </a:lnTo>
                  <a:lnTo>
                    <a:pt x="79" y="1604"/>
                  </a:lnTo>
                  <a:lnTo>
                    <a:pt x="40" y="1760"/>
                  </a:lnTo>
                  <a:lnTo>
                    <a:pt x="14" y="1930"/>
                  </a:lnTo>
                  <a:lnTo>
                    <a:pt x="1" y="2099"/>
                  </a:lnTo>
                  <a:lnTo>
                    <a:pt x="14" y="2269"/>
                  </a:lnTo>
                  <a:lnTo>
                    <a:pt x="4642" y="50364"/>
                  </a:lnTo>
                  <a:lnTo>
                    <a:pt x="4668" y="50533"/>
                  </a:lnTo>
                  <a:lnTo>
                    <a:pt x="4707" y="50690"/>
                  </a:lnTo>
                  <a:lnTo>
                    <a:pt x="4759" y="50846"/>
                  </a:lnTo>
                  <a:lnTo>
                    <a:pt x="4838" y="51002"/>
                  </a:lnTo>
                  <a:lnTo>
                    <a:pt x="4916" y="51133"/>
                  </a:lnTo>
                  <a:lnTo>
                    <a:pt x="5020" y="51263"/>
                  </a:lnTo>
                  <a:lnTo>
                    <a:pt x="5124" y="51394"/>
                  </a:lnTo>
                  <a:lnTo>
                    <a:pt x="5242" y="51498"/>
                  </a:lnTo>
                  <a:lnTo>
                    <a:pt x="5372" y="51589"/>
                  </a:lnTo>
                  <a:lnTo>
                    <a:pt x="5516" y="51680"/>
                  </a:lnTo>
                  <a:lnTo>
                    <a:pt x="5659" y="51746"/>
                  </a:lnTo>
                  <a:lnTo>
                    <a:pt x="5815" y="51811"/>
                  </a:lnTo>
                  <a:lnTo>
                    <a:pt x="5972" y="51850"/>
                  </a:lnTo>
                  <a:lnTo>
                    <a:pt x="6141" y="51876"/>
                  </a:lnTo>
                  <a:lnTo>
                    <a:pt x="6480" y="51876"/>
                  </a:lnTo>
                  <a:lnTo>
                    <a:pt x="10926" y="51446"/>
                  </a:lnTo>
                  <a:lnTo>
                    <a:pt x="11096" y="51420"/>
                  </a:lnTo>
                  <a:lnTo>
                    <a:pt x="11265" y="51381"/>
                  </a:lnTo>
                  <a:lnTo>
                    <a:pt x="11421" y="51328"/>
                  </a:lnTo>
                  <a:lnTo>
                    <a:pt x="11565" y="51250"/>
                  </a:lnTo>
                  <a:lnTo>
                    <a:pt x="11708" y="51172"/>
                  </a:lnTo>
                  <a:lnTo>
                    <a:pt x="11839" y="51068"/>
                  </a:lnTo>
                  <a:lnTo>
                    <a:pt x="11956" y="50963"/>
                  </a:lnTo>
                  <a:lnTo>
                    <a:pt x="12060" y="50846"/>
                  </a:lnTo>
                  <a:lnTo>
                    <a:pt x="12165" y="50716"/>
                  </a:lnTo>
                  <a:lnTo>
                    <a:pt x="12243" y="50572"/>
                  </a:lnTo>
                  <a:lnTo>
                    <a:pt x="12321" y="50429"/>
                  </a:lnTo>
                  <a:lnTo>
                    <a:pt x="12373" y="50272"/>
                  </a:lnTo>
                  <a:lnTo>
                    <a:pt x="12412" y="50116"/>
                  </a:lnTo>
                  <a:lnTo>
                    <a:pt x="12438" y="49946"/>
                  </a:lnTo>
                  <a:lnTo>
                    <a:pt x="12451" y="49777"/>
                  </a:lnTo>
                  <a:lnTo>
                    <a:pt x="12438" y="49607"/>
                  </a:lnTo>
                  <a:lnTo>
                    <a:pt x="7810" y="1513"/>
                  </a:lnTo>
                  <a:lnTo>
                    <a:pt x="7784" y="1343"/>
                  </a:lnTo>
                  <a:lnTo>
                    <a:pt x="7745" y="1187"/>
                  </a:lnTo>
                  <a:lnTo>
                    <a:pt x="7680" y="1030"/>
                  </a:lnTo>
                  <a:lnTo>
                    <a:pt x="7615" y="874"/>
                  </a:lnTo>
                  <a:lnTo>
                    <a:pt x="7536" y="743"/>
                  </a:lnTo>
                  <a:lnTo>
                    <a:pt x="7432" y="613"/>
                  </a:lnTo>
                  <a:lnTo>
                    <a:pt x="7328" y="483"/>
                  </a:lnTo>
                  <a:lnTo>
                    <a:pt x="7197" y="378"/>
                  </a:lnTo>
                  <a:lnTo>
                    <a:pt x="7080" y="287"/>
                  </a:lnTo>
                  <a:lnTo>
                    <a:pt x="6937" y="196"/>
                  </a:lnTo>
                  <a:lnTo>
                    <a:pt x="6793" y="131"/>
                  </a:lnTo>
                  <a:lnTo>
                    <a:pt x="6637" y="65"/>
                  </a:lnTo>
                  <a:lnTo>
                    <a:pt x="6480" y="26"/>
                  </a:lnTo>
                  <a:lnTo>
                    <a:pt x="6311"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9;p15">
              <a:extLst>
                <a:ext uri="{FF2B5EF4-FFF2-40B4-BE49-F238E27FC236}">
                  <a16:creationId xmlns:a16="http://schemas.microsoft.com/office/drawing/2014/main" id="{5C33730C-A943-C881-5DAC-E021C96F37A9}"/>
                </a:ext>
              </a:extLst>
            </p:cNvPr>
            <p:cNvSpPr/>
            <p:nvPr/>
          </p:nvSpPr>
          <p:spPr>
            <a:xfrm>
              <a:off x="4744702" y="3810330"/>
              <a:ext cx="230178" cy="770992"/>
            </a:xfrm>
            <a:custGeom>
              <a:avLst/>
              <a:gdLst/>
              <a:ahLst/>
              <a:cxnLst/>
              <a:rect l="l" t="t" r="r" b="b"/>
              <a:pathLst>
                <a:path w="7524" h="25202" extrusionOk="0">
                  <a:moveTo>
                    <a:pt x="3104" y="1"/>
                  </a:moveTo>
                  <a:lnTo>
                    <a:pt x="1" y="25202"/>
                  </a:lnTo>
                  <a:lnTo>
                    <a:pt x="2400" y="25202"/>
                  </a:lnTo>
                  <a:lnTo>
                    <a:pt x="752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0;p15">
              <a:extLst>
                <a:ext uri="{FF2B5EF4-FFF2-40B4-BE49-F238E27FC236}">
                  <a16:creationId xmlns:a16="http://schemas.microsoft.com/office/drawing/2014/main" id="{83BFDCB5-90AB-B54B-6CDD-133D367B7968}"/>
                </a:ext>
              </a:extLst>
            </p:cNvPr>
            <p:cNvSpPr/>
            <p:nvPr/>
          </p:nvSpPr>
          <p:spPr>
            <a:xfrm>
              <a:off x="5487366" y="3810330"/>
              <a:ext cx="135249" cy="770992"/>
            </a:xfrm>
            <a:custGeom>
              <a:avLst/>
              <a:gdLst/>
              <a:ahLst/>
              <a:cxnLst/>
              <a:rect l="l" t="t" r="r" b="b"/>
              <a:pathLst>
                <a:path w="4421" h="25202" extrusionOk="0">
                  <a:moveTo>
                    <a:pt x="0" y="1"/>
                  </a:moveTo>
                  <a:lnTo>
                    <a:pt x="1995" y="25202"/>
                  </a:lnTo>
                  <a:lnTo>
                    <a:pt x="4394" y="25202"/>
                  </a:lnTo>
                  <a:lnTo>
                    <a:pt x="44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1;p15">
              <a:extLst>
                <a:ext uri="{FF2B5EF4-FFF2-40B4-BE49-F238E27FC236}">
                  <a16:creationId xmlns:a16="http://schemas.microsoft.com/office/drawing/2014/main" id="{BE8ECF93-97B6-DFE7-DE75-185012B2AD9B}"/>
                </a:ext>
              </a:extLst>
            </p:cNvPr>
            <p:cNvSpPr/>
            <p:nvPr/>
          </p:nvSpPr>
          <p:spPr>
            <a:xfrm>
              <a:off x="4835654" y="3810330"/>
              <a:ext cx="793722" cy="61858"/>
            </a:xfrm>
            <a:custGeom>
              <a:avLst/>
              <a:gdLst/>
              <a:ahLst/>
              <a:cxnLst/>
              <a:rect l="l" t="t" r="r" b="b"/>
              <a:pathLst>
                <a:path w="25945" h="2022" extrusionOk="0">
                  <a:moveTo>
                    <a:pt x="0" y="1"/>
                  </a:moveTo>
                  <a:lnTo>
                    <a:pt x="0" y="2021"/>
                  </a:lnTo>
                  <a:lnTo>
                    <a:pt x="25945" y="2021"/>
                  </a:lnTo>
                  <a:lnTo>
                    <a:pt x="259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2;p15">
              <a:extLst>
                <a:ext uri="{FF2B5EF4-FFF2-40B4-BE49-F238E27FC236}">
                  <a16:creationId xmlns:a16="http://schemas.microsoft.com/office/drawing/2014/main" id="{21F638FB-D54F-6C15-88DA-E170CB0B3CD0}"/>
                </a:ext>
              </a:extLst>
            </p:cNvPr>
            <p:cNvSpPr/>
            <p:nvPr/>
          </p:nvSpPr>
          <p:spPr>
            <a:xfrm>
              <a:off x="4741123" y="3510799"/>
              <a:ext cx="189490" cy="288793"/>
            </a:xfrm>
            <a:custGeom>
              <a:avLst/>
              <a:gdLst/>
              <a:ahLst/>
              <a:cxnLst/>
              <a:rect l="l" t="t" r="r" b="b"/>
              <a:pathLst>
                <a:path w="6194" h="9440" fill="none" extrusionOk="0">
                  <a:moveTo>
                    <a:pt x="6193" y="1"/>
                  </a:moveTo>
                  <a:lnTo>
                    <a:pt x="1" y="9440"/>
                  </a:lnTo>
                </a:path>
              </a:pathLst>
            </a:custGeom>
            <a:noFill/>
            <a:ln w="21175" cap="rnd" cmpd="sng">
              <a:solidFill>
                <a:srgbClr val="6651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3;p15">
              <a:extLst>
                <a:ext uri="{FF2B5EF4-FFF2-40B4-BE49-F238E27FC236}">
                  <a16:creationId xmlns:a16="http://schemas.microsoft.com/office/drawing/2014/main" id="{3A1EE014-6D88-250D-0C21-2A84AE1ADD2E}"/>
                </a:ext>
              </a:extLst>
            </p:cNvPr>
            <p:cNvSpPr/>
            <p:nvPr/>
          </p:nvSpPr>
          <p:spPr>
            <a:xfrm>
              <a:off x="7821787" y="2227719"/>
              <a:ext cx="677685" cy="1514849"/>
            </a:xfrm>
            <a:custGeom>
              <a:avLst/>
              <a:gdLst/>
              <a:ahLst/>
              <a:cxnLst/>
              <a:rect l="l" t="t" r="r" b="b"/>
              <a:pathLst>
                <a:path w="22152" h="49517" extrusionOk="0">
                  <a:moveTo>
                    <a:pt x="6494" y="0"/>
                  </a:moveTo>
                  <a:lnTo>
                    <a:pt x="6298" y="13"/>
                  </a:lnTo>
                  <a:lnTo>
                    <a:pt x="6102" y="39"/>
                  </a:lnTo>
                  <a:lnTo>
                    <a:pt x="5920" y="91"/>
                  </a:lnTo>
                  <a:lnTo>
                    <a:pt x="5750" y="157"/>
                  </a:lnTo>
                  <a:lnTo>
                    <a:pt x="5581" y="235"/>
                  </a:lnTo>
                  <a:lnTo>
                    <a:pt x="5425" y="339"/>
                  </a:lnTo>
                  <a:lnTo>
                    <a:pt x="5281" y="443"/>
                  </a:lnTo>
                  <a:lnTo>
                    <a:pt x="5138" y="574"/>
                  </a:lnTo>
                  <a:lnTo>
                    <a:pt x="5020" y="704"/>
                  </a:lnTo>
                  <a:lnTo>
                    <a:pt x="4903" y="848"/>
                  </a:lnTo>
                  <a:lnTo>
                    <a:pt x="4812" y="1017"/>
                  </a:lnTo>
                  <a:lnTo>
                    <a:pt x="4720" y="1187"/>
                  </a:lnTo>
                  <a:lnTo>
                    <a:pt x="4655" y="1356"/>
                  </a:lnTo>
                  <a:lnTo>
                    <a:pt x="4616" y="1552"/>
                  </a:lnTo>
                  <a:lnTo>
                    <a:pt x="4590" y="1747"/>
                  </a:lnTo>
                  <a:lnTo>
                    <a:pt x="1" y="49360"/>
                  </a:lnTo>
                  <a:lnTo>
                    <a:pt x="1" y="49399"/>
                  </a:lnTo>
                  <a:lnTo>
                    <a:pt x="40" y="49438"/>
                  </a:lnTo>
                  <a:lnTo>
                    <a:pt x="92" y="49464"/>
                  </a:lnTo>
                  <a:lnTo>
                    <a:pt x="170" y="49490"/>
                  </a:lnTo>
                  <a:lnTo>
                    <a:pt x="275" y="49503"/>
                  </a:lnTo>
                  <a:lnTo>
                    <a:pt x="405" y="49516"/>
                  </a:lnTo>
                  <a:lnTo>
                    <a:pt x="705" y="49503"/>
                  </a:lnTo>
                  <a:lnTo>
                    <a:pt x="1096" y="49477"/>
                  </a:lnTo>
                  <a:lnTo>
                    <a:pt x="1552" y="49425"/>
                  </a:lnTo>
                  <a:lnTo>
                    <a:pt x="2061" y="49347"/>
                  </a:lnTo>
                  <a:lnTo>
                    <a:pt x="2648" y="49242"/>
                  </a:lnTo>
                  <a:lnTo>
                    <a:pt x="3273" y="49125"/>
                  </a:lnTo>
                  <a:lnTo>
                    <a:pt x="3938" y="48995"/>
                  </a:lnTo>
                  <a:lnTo>
                    <a:pt x="5398" y="48695"/>
                  </a:lnTo>
                  <a:lnTo>
                    <a:pt x="6950" y="48343"/>
                  </a:lnTo>
                  <a:lnTo>
                    <a:pt x="8553" y="47978"/>
                  </a:lnTo>
                  <a:lnTo>
                    <a:pt x="10170" y="47587"/>
                  </a:lnTo>
                  <a:lnTo>
                    <a:pt x="11735" y="47209"/>
                  </a:lnTo>
                  <a:lnTo>
                    <a:pt x="14499" y="46505"/>
                  </a:lnTo>
                  <a:lnTo>
                    <a:pt x="16454" y="45996"/>
                  </a:lnTo>
                  <a:lnTo>
                    <a:pt x="17197" y="45801"/>
                  </a:lnTo>
                  <a:lnTo>
                    <a:pt x="22151" y="13"/>
                  </a:lnTo>
                  <a:lnTo>
                    <a:pt x="6689" y="13"/>
                  </a:lnTo>
                  <a:lnTo>
                    <a:pt x="6494"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4;p15">
              <a:extLst>
                <a:ext uri="{FF2B5EF4-FFF2-40B4-BE49-F238E27FC236}">
                  <a16:creationId xmlns:a16="http://schemas.microsoft.com/office/drawing/2014/main" id="{6076AE84-BED9-86CD-699A-942186C7C30C}"/>
                </a:ext>
              </a:extLst>
            </p:cNvPr>
            <p:cNvSpPr/>
            <p:nvPr/>
          </p:nvSpPr>
          <p:spPr>
            <a:xfrm>
              <a:off x="7036080" y="3487671"/>
              <a:ext cx="1317007" cy="300357"/>
            </a:xfrm>
            <a:custGeom>
              <a:avLst/>
              <a:gdLst/>
              <a:ahLst/>
              <a:cxnLst/>
              <a:rect l="l" t="t" r="r" b="b"/>
              <a:pathLst>
                <a:path w="43050" h="9818" extrusionOk="0">
                  <a:moveTo>
                    <a:pt x="2530" y="0"/>
                  </a:moveTo>
                  <a:lnTo>
                    <a:pt x="2269" y="13"/>
                  </a:lnTo>
                  <a:lnTo>
                    <a:pt x="2021" y="52"/>
                  </a:lnTo>
                  <a:lnTo>
                    <a:pt x="1787" y="118"/>
                  </a:lnTo>
                  <a:lnTo>
                    <a:pt x="1552" y="196"/>
                  </a:lnTo>
                  <a:lnTo>
                    <a:pt x="1330" y="300"/>
                  </a:lnTo>
                  <a:lnTo>
                    <a:pt x="1122" y="431"/>
                  </a:lnTo>
                  <a:lnTo>
                    <a:pt x="926" y="574"/>
                  </a:lnTo>
                  <a:lnTo>
                    <a:pt x="744" y="743"/>
                  </a:lnTo>
                  <a:lnTo>
                    <a:pt x="587" y="926"/>
                  </a:lnTo>
                  <a:lnTo>
                    <a:pt x="431" y="1109"/>
                  </a:lnTo>
                  <a:lnTo>
                    <a:pt x="313" y="1317"/>
                  </a:lnTo>
                  <a:lnTo>
                    <a:pt x="209" y="1539"/>
                  </a:lnTo>
                  <a:lnTo>
                    <a:pt x="118" y="1773"/>
                  </a:lnTo>
                  <a:lnTo>
                    <a:pt x="53" y="2021"/>
                  </a:lnTo>
                  <a:lnTo>
                    <a:pt x="13" y="2269"/>
                  </a:lnTo>
                  <a:lnTo>
                    <a:pt x="0" y="2530"/>
                  </a:lnTo>
                  <a:lnTo>
                    <a:pt x="0" y="6232"/>
                  </a:lnTo>
                  <a:lnTo>
                    <a:pt x="13" y="6415"/>
                  </a:lnTo>
                  <a:lnTo>
                    <a:pt x="26" y="6597"/>
                  </a:lnTo>
                  <a:lnTo>
                    <a:pt x="53" y="6780"/>
                  </a:lnTo>
                  <a:lnTo>
                    <a:pt x="79" y="6949"/>
                  </a:lnTo>
                  <a:lnTo>
                    <a:pt x="118" y="7119"/>
                  </a:lnTo>
                  <a:lnTo>
                    <a:pt x="170" y="7288"/>
                  </a:lnTo>
                  <a:lnTo>
                    <a:pt x="222" y="7458"/>
                  </a:lnTo>
                  <a:lnTo>
                    <a:pt x="287" y="7627"/>
                  </a:lnTo>
                  <a:lnTo>
                    <a:pt x="352" y="7784"/>
                  </a:lnTo>
                  <a:lnTo>
                    <a:pt x="444" y="7940"/>
                  </a:lnTo>
                  <a:lnTo>
                    <a:pt x="522" y="8084"/>
                  </a:lnTo>
                  <a:lnTo>
                    <a:pt x="613" y="8227"/>
                  </a:lnTo>
                  <a:lnTo>
                    <a:pt x="717" y="8370"/>
                  </a:lnTo>
                  <a:lnTo>
                    <a:pt x="822" y="8514"/>
                  </a:lnTo>
                  <a:lnTo>
                    <a:pt x="939" y="8631"/>
                  </a:lnTo>
                  <a:lnTo>
                    <a:pt x="1056" y="8761"/>
                  </a:lnTo>
                  <a:lnTo>
                    <a:pt x="1174" y="8879"/>
                  </a:lnTo>
                  <a:lnTo>
                    <a:pt x="1304" y="8996"/>
                  </a:lnTo>
                  <a:lnTo>
                    <a:pt x="1448" y="9100"/>
                  </a:lnTo>
                  <a:lnTo>
                    <a:pt x="1591" y="9205"/>
                  </a:lnTo>
                  <a:lnTo>
                    <a:pt x="1734" y="9296"/>
                  </a:lnTo>
                  <a:lnTo>
                    <a:pt x="1878" y="9374"/>
                  </a:lnTo>
                  <a:lnTo>
                    <a:pt x="2034" y="9452"/>
                  </a:lnTo>
                  <a:lnTo>
                    <a:pt x="2191" y="9531"/>
                  </a:lnTo>
                  <a:lnTo>
                    <a:pt x="2360" y="9596"/>
                  </a:lnTo>
                  <a:lnTo>
                    <a:pt x="2530" y="9648"/>
                  </a:lnTo>
                  <a:lnTo>
                    <a:pt x="2699" y="9700"/>
                  </a:lnTo>
                  <a:lnTo>
                    <a:pt x="2869" y="9739"/>
                  </a:lnTo>
                  <a:lnTo>
                    <a:pt x="3038" y="9765"/>
                  </a:lnTo>
                  <a:lnTo>
                    <a:pt x="3221" y="9791"/>
                  </a:lnTo>
                  <a:lnTo>
                    <a:pt x="3403" y="9804"/>
                  </a:lnTo>
                  <a:lnTo>
                    <a:pt x="3586" y="9818"/>
                  </a:lnTo>
                  <a:lnTo>
                    <a:pt x="39464" y="9818"/>
                  </a:lnTo>
                  <a:lnTo>
                    <a:pt x="39647" y="9804"/>
                  </a:lnTo>
                  <a:lnTo>
                    <a:pt x="39829" y="9791"/>
                  </a:lnTo>
                  <a:lnTo>
                    <a:pt x="40012" y="9765"/>
                  </a:lnTo>
                  <a:lnTo>
                    <a:pt x="40195" y="9739"/>
                  </a:lnTo>
                  <a:lnTo>
                    <a:pt x="40364" y="9700"/>
                  </a:lnTo>
                  <a:lnTo>
                    <a:pt x="40534" y="9648"/>
                  </a:lnTo>
                  <a:lnTo>
                    <a:pt x="40703" y="9596"/>
                  </a:lnTo>
                  <a:lnTo>
                    <a:pt x="40859" y="9531"/>
                  </a:lnTo>
                  <a:lnTo>
                    <a:pt x="41016" y="9452"/>
                  </a:lnTo>
                  <a:lnTo>
                    <a:pt x="41172" y="9374"/>
                  </a:lnTo>
                  <a:lnTo>
                    <a:pt x="41329" y="9296"/>
                  </a:lnTo>
                  <a:lnTo>
                    <a:pt x="41472" y="9205"/>
                  </a:lnTo>
                  <a:lnTo>
                    <a:pt x="41616" y="9100"/>
                  </a:lnTo>
                  <a:lnTo>
                    <a:pt x="41746" y="8996"/>
                  </a:lnTo>
                  <a:lnTo>
                    <a:pt x="41876" y="8879"/>
                  </a:lnTo>
                  <a:lnTo>
                    <a:pt x="42007" y="8761"/>
                  </a:lnTo>
                  <a:lnTo>
                    <a:pt x="42124" y="8631"/>
                  </a:lnTo>
                  <a:lnTo>
                    <a:pt x="42228" y="8514"/>
                  </a:lnTo>
                  <a:lnTo>
                    <a:pt x="42346" y="8370"/>
                  </a:lnTo>
                  <a:lnTo>
                    <a:pt x="42437" y="8227"/>
                  </a:lnTo>
                  <a:lnTo>
                    <a:pt x="42528" y="8084"/>
                  </a:lnTo>
                  <a:lnTo>
                    <a:pt x="42619" y="7940"/>
                  </a:lnTo>
                  <a:lnTo>
                    <a:pt x="42698" y="7784"/>
                  </a:lnTo>
                  <a:lnTo>
                    <a:pt x="42776" y="7627"/>
                  </a:lnTo>
                  <a:lnTo>
                    <a:pt x="42828" y="7458"/>
                  </a:lnTo>
                  <a:lnTo>
                    <a:pt x="42893" y="7288"/>
                  </a:lnTo>
                  <a:lnTo>
                    <a:pt x="42932" y="7119"/>
                  </a:lnTo>
                  <a:lnTo>
                    <a:pt x="42985" y="6949"/>
                  </a:lnTo>
                  <a:lnTo>
                    <a:pt x="43011" y="6780"/>
                  </a:lnTo>
                  <a:lnTo>
                    <a:pt x="43037" y="6597"/>
                  </a:lnTo>
                  <a:lnTo>
                    <a:pt x="43050" y="6415"/>
                  </a:lnTo>
                  <a:lnTo>
                    <a:pt x="43050" y="6232"/>
                  </a:lnTo>
                  <a:lnTo>
                    <a:pt x="43050" y="2530"/>
                  </a:lnTo>
                  <a:lnTo>
                    <a:pt x="43037" y="2269"/>
                  </a:lnTo>
                  <a:lnTo>
                    <a:pt x="42998" y="2021"/>
                  </a:lnTo>
                  <a:lnTo>
                    <a:pt x="42932" y="1773"/>
                  </a:lnTo>
                  <a:lnTo>
                    <a:pt x="42854" y="1539"/>
                  </a:lnTo>
                  <a:lnTo>
                    <a:pt x="42750" y="1317"/>
                  </a:lnTo>
                  <a:lnTo>
                    <a:pt x="42619" y="1109"/>
                  </a:lnTo>
                  <a:lnTo>
                    <a:pt x="42476" y="926"/>
                  </a:lnTo>
                  <a:lnTo>
                    <a:pt x="42307" y="743"/>
                  </a:lnTo>
                  <a:lnTo>
                    <a:pt x="42137" y="574"/>
                  </a:lnTo>
                  <a:lnTo>
                    <a:pt x="41942" y="431"/>
                  </a:lnTo>
                  <a:lnTo>
                    <a:pt x="41733" y="300"/>
                  </a:lnTo>
                  <a:lnTo>
                    <a:pt x="41511" y="196"/>
                  </a:lnTo>
                  <a:lnTo>
                    <a:pt x="41277" y="118"/>
                  </a:lnTo>
                  <a:lnTo>
                    <a:pt x="41029" y="52"/>
                  </a:lnTo>
                  <a:lnTo>
                    <a:pt x="40781" y="13"/>
                  </a:lnTo>
                  <a:lnTo>
                    <a:pt x="40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5;p15">
              <a:extLst>
                <a:ext uri="{FF2B5EF4-FFF2-40B4-BE49-F238E27FC236}">
                  <a16:creationId xmlns:a16="http://schemas.microsoft.com/office/drawing/2014/main" id="{FBE61952-E16F-8791-9716-3A1A4FDCB10C}"/>
                </a:ext>
              </a:extLst>
            </p:cNvPr>
            <p:cNvSpPr/>
            <p:nvPr/>
          </p:nvSpPr>
          <p:spPr>
            <a:xfrm>
              <a:off x="7036080" y="3510401"/>
              <a:ext cx="990371" cy="299959"/>
            </a:xfrm>
            <a:custGeom>
              <a:avLst/>
              <a:gdLst/>
              <a:ahLst/>
              <a:cxnLst/>
              <a:rect l="l" t="t" r="r" b="b"/>
              <a:pathLst>
                <a:path w="32373" h="9805" extrusionOk="0">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209" y="1539"/>
                  </a:lnTo>
                  <a:lnTo>
                    <a:pt x="118" y="1774"/>
                  </a:lnTo>
                  <a:lnTo>
                    <a:pt x="53" y="2021"/>
                  </a:lnTo>
                  <a:lnTo>
                    <a:pt x="13" y="2269"/>
                  </a:lnTo>
                  <a:lnTo>
                    <a:pt x="0" y="2530"/>
                  </a:lnTo>
                  <a:lnTo>
                    <a:pt x="0" y="7288"/>
                  </a:lnTo>
                  <a:lnTo>
                    <a:pt x="13" y="7536"/>
                  </a:lnTo>
                  <a:lnTo>
                    <a:pt x="53" y="7797"/>
                  </a:lnTo>
                  <a:lnTo>
                    <a:pt x="118" y="8032"/>
                  </a:lnTo>
                  <a:lnTo>
                    <a:pt x="209"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1" y="9752"/>
                  </a:lnTo>
                  <a:lnTo>
                    <a:pt x="30599" y="9700"/>
                  </a:lnTo>
                  <a:lnTo>
                    <a:pt x="30834" y="9609"/>
                  </a:lnTo>
                  <a:lnTo>
                    <a:pt x="31055" y="9505"/>
                  </a:lnTo>
                  <a:lnTo>
                    <a:pt x="31264" y="9374"/>
                  </a:lnTo>
                  <a:lnTo>
                    <a:pt x="31460" y="9231"/>
                  </a:lnTo>
                  <a:lnTo>
                    <a:pt x="31629" y="9075"/>
                  </a:lnTo>
                  <a:lnTo>
                    <a:pt x="31798"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8" y="913"/>
                  </a:lnTo>
                  <a:lnTo>
                    <a:pt x="31629" y="744"/>
                  </a:lnTo>
                  <a:lnTo>
                    <a:pt x="31460" y="574"/>
                  </a:lnTo>
                  <a:lnTo>
                    <a:pt x="31264" y="431"/>
                  </a:lnTo>
                  <a:lnTo>
                    <a:pt x="31055" y="300"/>
                  </a:lnTo>
                  <a:lnTo>
                    <a:pt x="30834" y="196"/>
                  </a:lnTo>
                  <a:lnTo>
                    <a:pt x="30599" y="118"/>
                  </a:lnTo>
                  <a:lnTo>
                    <a:pt x="30351" y="53"/>
                  </a:lnTo>
                  <a:lnTo>
                    <a:pt x="30104" y="14"/>
                  </a:lnTo>
                  <a:lnTo>
                    <a:pt x="2984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6;p15">
              <a:extLst>
                <a:ext uri="{FF2B5EF4-FFF2-40B4-BE49-F238E27FC236}">
                  <a16:creationId xmlns:a16="http://schemas.microsoft.com/office/drawing/2014/main" id="{9F1E8CDF-910C-C54D-6E0F-BA81B9078564}"/>
                </a:ext>
              </a:extLst>
            </p:cNvPr>
            <p:cNvSpPr/>
            <p:nvPr/>
          </p:nvSpPr>
          <p:spPr>
            <a:xfrm>
              <a:off x="7787493" y="3810330"/>
              <a:ext cx="230178" cy="770992"/>
            </a:xfrm>
            <a:custGeom>
              <a:avLst/>
              <a:gdLst/>
              <a:ahLst/>
              <a:cxnLst/>
              <a:rect l="l" t="t" r="r" b="b"/>
              <a:pathLst>
                <a:path w="7524" h="25202" extrusionOk="0">
                  <a:moveTo>
                    <a:pt x="1" y="1"/>
                  </a:moveTo>
                  <a:lnTo>
                    <a:pt x="5111" y="25202"/>
                  </a:lnTo>
                  <a:lnTo>
                    <a:pt x="7523" y="25202"/>
                  </a:lnTo>
                  <a:lnTo>
                    <a:pt x="4420"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7;p15">
              <a:extLst>
                <a:ext uri="{FF2B5EF4-FFF2-40B4-BE49-F238E27FC236}">
                  <a16:creationId xmlns:a16="http://schemas.microsoft.com/office/drawing/2014/main" id="{0A2C825D-45C1-2DBA-BC74-78E2F0C274E6}"/>
                </a:ext>
              </a:extLst>
            </p:cNvPr>
            <p:cNvSpPr/>
            <p:nvPr/>
          </p:nvSpPr>
          <p:spPr>
            <a:xfrm>
              <a:off x="7132600" y="3810330"/>
              <a:ext cx="142010" cy="770992"/>
            </a:xfrm>
            <a:custGeom>
              <a:avLst/>
              <a:gdLst/>
              <a:ahLst/>
              <a:cxnLst/>
              <a:rect l="l" t="t" r="r" b="b"/>
              <a:pathLst>
                <a:path w="4642" h="25202" extrusionOk="0">
                  <a:moveTo>
                    <a:pt x="235" y="1"/>
                  </a:moveTo>
                  <a:lnTo>
                    <a:pt x="0" y="25202"/>
                  </a:lnTo>
                  <a:lnTo>
                    <a:pt x="2412" y="25202"/>
                  </a:lnTo>
                  <a:lnTo>
                    <a:pt x="4642"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p15">
              <a:extLst>
                <a:ext uri="{FF2B5EF4-FFF2-40B4-BE49-F238E27FC236}">
                  <a16:creationId xmlns:a16="http://schemas.microsoft.com/office/drawing/2014/main" id="{152AD312-4103-6457-0271-D02ACC6ED863}"/>
                </a:ext>
              </a:extLst>
            </p:cNvPr>
            <p:cNvSpPr/>
            <p:nvPr/>
          </p:nvSpPr>
          <p:spPr>
            <a:xfrm>
              <a:off x="7129418" y="3810330"/>
              <a:ext cx="796904" cy="61858"/>
            </a:xfrm>
            <a:custGeom>
              <a:avLst/>
              <a:gdLst/>
              <a:ahLst/>
              <a:cxnLst/>
              <a:rect l="l" t="t" r="r" b="b"/>
              <a:pathLst>
                <a:path w="26049" h="2022" extrusionOk="0">
                  <a:moveTo>
                    <a:pt x="0" y="1"/>
                  </a:moveTo>
                  <a:lnTo>
                    <a:pt x="0" y="2021"/>
                  </a:lnTo>
                  <a:lnTo>
                    <a:pt x="26049" y="2021"/>
                  </a:lnTo>
                  <a:lnTo>
                    <a:pt x="26049" y="1"/>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9;p15">
              <a:extLst>
                <a:ext uri="{FF2B5EF4-FFF2-40B4-BE49-F238E27FC236}">
                  <a16:creationId xmlns:a16="http://schemas.microsoft.com/office/drawing/2014/main" id="{103116CE-FAF1-6B11-526A-B467B990CE6D}"/>
                </a:ext>
              </a:extLst>
            </p:cNvPr>
            <p:cNvSpPr/>
            <p:nvPr/>
          </p:nvSpPr>
          <p:spPr>
            <a:xfrm>
              <a:off x="7533423" y="3510401"/>
              <a:ext cx="990371" cy="299959"/>
            </a:xfrm>
            <a:custGeom>
              <a:avLst/>
              <a:gdLst/>
              <a:ahLst/>
              <a:cxnLst/>
              <a:rect l="l" t="t" r="r" b="b"/>
              <a:pathLst>
                <a:path w="32373" h="9805" extrusionOk="0">
                  <a:moveTo>
                    <a:pt x="2530" y="0"/>
                  </a:moveTo>
                  <a:lnTo>
                    <a:pt x="2269" y="14"/>
                  </a:lnTo>
                  <a:lnTo>
                    <a:pt x="2022" y="53"/>
                  </a:lnTo>
                  <a:lnTo>
                    <a:pt x="1787" y="118"/>
                  </a:lnTo>
                  <a:lnTo>
                    <a:pt x="1552" y="196"/>
                  </a:lnTo>
                  <a:lnTo>
                    <a:pt x="1331" y="300"/>
                  </a:lnTo>
                  <a:lnTo>
                    <a:pt x="1122" y="431"/>
                  </a:lnTo>
                  <a:lnTo>
                    <a:pt x="927" y="574"/>
                  </a:lnTo>
                  <a:lnTo>
                    <a:pt x="744" y="744"/>
                  </a:lnTo>
                  <a:lnTo>
                    <a:pt x="588" y="913"/>
                  </a:lnTo>
                  <a:lnTo>
                    <a:pt x="431" y="1109"/>
                  </a:lnTo>
                  <a:lnTo>
                    <a:pt x="314" y="1317"/>
                  </a:lnTo>
                  <a:lnTo>
                    <a:pt x="210" y="1539"/>
                  </a:lnTo>
                  <a:lnTo>
                    <a:pt x="118" y="1774"/>
                  </a:lnTo>
                  <a:lnTo>
                    <a:pt x="53" y="2021"/>
                  </a:lnTo>
                  <a:lnTo>
                    <a:pt x="14" y="2269"/>
                  </a:lnTo>
                  <a:lnTo>
                    <a:pt x="1" y="2530"/>
                  </a:lnTo>
                  <a:lnTo>
                    <a:pt x="1" y="7288"/>
                  </a:lnTo>
                  <a:lnTo>
                    <a:pt x="14" y="7536"/>
                  </a:lnTo>
                  <a:lnTo>
                    <a:pt x="53" y="7797"/>
                  </a:lnTo>
                  <a:lnTo>
                    <a:pt x="118" y="8032"/>
                  </a:lnTo>
                  <a:lnTo>
                    <a:pt x="210" y="8266"/>
                  </a:lnTo>
                  <a:lnTo>
                    <a:pt x="314" y="8488"/>
                  </a:lnTo>
                  <a:lnTo>
                    <a:pt x="431" y="8696"/>
                  </a:lnTo>
                  <a:lnTo>
                    <a:pt x="588" y="8892"/>
                  </a:lnTo>
                  <a:lnTo>
                    <a:pt x="744" y="9075"/>
                  </a:lnTo>
                  <a:lnTo>
                    <a:pt x="927" y="9231"/>
                  </a:lnTo>
                  <a:lnTo>
                    <a:pt x="1122" y="9374"/>
                  </a:lnTo>
                  <a:lnTo>
                    <a:pt x="1331" y="9505"/>
                  </a:lnTo>
                  <a:lnTo>
                    <a:pt x="1552" y="9609"/>
                  </a:lnTo>
                  <a:lnTo>
                    <a:pt x="1787" y="9700"/>
                  </a:lnTo>
                  <a:lnTo>
                    <a:pt x="2022" y="9752"/>
                  </a:lnTo>
                  <a:lnTo>
                    <a:pt x="2269" y="9792"/>
                  </a:lnTo>
                  <a:lnTo>
                    <a:pt x="2530" y="9805"/>
                  </a:lnTo>
                  <a:lnTo>
                    <a:pt x="29843" y="9805"/>
                  </a:lnTo>
                  <a:lnTo>
                    <a:pt x="30104" y="9792"/>
                  </a:lnTo>
                  <a:lnTo>
                    <a:pt x="30352" y="9752"/>
                  </a:lnTo>
                  <a:lnTo>
                    <a:pt x="30600" y="9700"/>
                  </a:lnTo>
                  <a:lnTo>
                    <a:pt x="30834" y="9609"/>
                  </a:lnTo>
                  <a:lnTo>
                    <a:pt x="31056" y="9505"/>
                  </a:lnTo>
                  <a:lnTo>
                    <a:pt x="31265" y="9374"/>
                  </a:lnTo>
                  <a:lnTo>
                    <a:pt x="31460" y="9231"/>
                  </a:lnTo>
                  <a:lnTo>
                    <a:pt x="31630" y="9075"/>
                  </a:lnTo>
                  <a:lnTo>
                    <a:pt x="31799" y="8892"/>
                  </a:lnTo>
                  <a:lnTo>
                    <a:pt x="31942" y="8696"/>
                  </a:lnTo>
                  <a:lnTo>
                    <a:pt x="32073" y="8488"/>
                  </a:lnTo>
                  <a:lnTo>
                    <a:pt x="32177" y="8266"/>
                  </a:lnTo>
                  <a:lnTo>
                    <a:pt x="32255" y="8032"/>
                  </a:lnTo>
                  <a:lnTo>
                    <a:pt x="32321" y="7797"/>
                  </a:lnTo>
                  <a:lnTo>
                    <a:pt x="32360" y="7536"/>
                  </a:lnTo>
                  <a:lnTo>
                    <a:pt x="32373" y="7288"/>
                  </a:lnTo>
                  <a:lnTo>
                    <a:pt x="32373" y="2530"/>
                  </a:lnTo>
                  <a:lnTo>
                    <a:pt x="32360" y="2269"/>
                  </a:lnTo>
                  <a:lnTo>
                    <a:pt x="32321" y="2021"/>
                  </a:lnTo>
                  <a:lnTo>
                    <a:pt x="32255" y="1774"/>
                  </a:lnTo>
                  <a:lnTo>
                    <a:pt x="32177" y="1539"/>
                  </a:lnTo>
                  <a:lnTo>
                    <a:pt x="32073" y="1317"/>
                  </a:lnTo>
                  <a:lnTo>
                    <a:pt x="31942" y="1109"/>
                  </a:lnTo>
                  <a:lnTo>
                    <a:pt x="31799" y="913"/>
                  </a:lnTo>
                  <a:lnTo>
                    <a:pt x="31630" y="744"/>
                  </a:lnTo>
                  <a:lnTo>
                    <a:pt x="31460" y="574"/>
                  </a:lnTo>
                  <a:lnTo>
                    <a:pt x="31265" y="431"/>
                  </a:lnTo>
                  <a:lnTo>
                    <a:pt x="31056" y="300"/>
                  </a:lnTo>
                  <a:lnTo>
                    <a:pt x="30834" y="196"/>
                  </a:lnTo>
                  <a:lnTo>
                    <a:pt x="30600" y="118"/>
                  </a:lnTo>
                  <a:lnTo>
                    <a:pt x="30352" y="53"/>
                  </a:lnTo>
                  <a:lnTo>
                    <a:pt x="30104" y="14"/>
                  </a:lnTo>
                  <a:lnTo>
                    <a:pt x="29843" y="0"/>
                  </a:lnTo>
                  <a:close/>
                </a:path>
              </a:pathLst>
            </a:custGeom>
            <a:solidFill>
              <a:srgbClr val="806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p15">
              <a:extLst>
                <a:ext uri="{FF2B5EF4-FFF2-40B4-BE49-F238E27FC236}">
                  <a16:creationId xmlns:a16="http://schemas.microsoft.com/office/drawing/2014/main" id="{2C343E0A-1893-8F95-7710-5D3C098ACCD4}"/>
                </a:ext>
              </a:extLst>
            </p:cNvPr>
            <p:cNvSpPr/>
            <p:nvPr/>
          </p:nvSpPr>
          <p:spPr>
            <a:xfrm>
              <a:off x="8306006" y="2227321"/>
              <a:ext cx="381305" cy="1587017"/>
            </a:xfrm>
            <a:custGeom>
              <a:avLst/>
              <a:gdLst/>
              <a:ahLst/>
              <a:cxnLst/>
              <a:rect l="l" t="t" r="r" b="b"/>
              <a:pathLst>
                <a:path w="12464" h="51876" extrusionOk="0">
                  <a:moveTo>
                    <a:pt x="6141" y="0"/>
                  </a:moveTo>
                  <a:lnTo>
                    <a:pt x="5984" y="26"/>
                  </a:lnTo>
                  <a:lnTo>
                    <a:pt x="5828" y="65"/>
                  </a:lnTo>
                  <a:lnTo>
                    <a:pt x="5672" y="131"/>
                  </a:lnTo>
                  <a:lnTo>
                    <a:pt x="5528" y="196"/>
                  </a:lnTo>
                  <a:lnTo>
                    <a:pt x="5385" y="287"/>
                  </a:lnTo>
                  <a:lnTo>
                    <a:pt x="5254" y="378"/>
                  </a:lnTo>
                  <a:lnTo>
                    <a:pt x="5137" y="483"/>
                  </a:lnTo>
                  <a:lnTo>
                    <a:pt x="5020" y="613"/>
                  </a:lnTo>
                  <a:lnTo>
                    <a:pt x="4928" y="743"/>
                  </a:lnTo>
                  <a:lnTo>
                    <a:pt x="4837" y="874"/>
                  </a:lnTo>
                  <a:lnTo>
                    <a:pt x="4772" y="1030"/>
                  </a:lnTo>
                  <a:lnTo>
                    <a:pt x="4720" y="1187"/>
                  </a:lnTo>
                  <a:lnTo>
                    <a:pt x="4668" y="1343"/>
                  </a:lnTo>
                  <a:lnTo>
                    <a:pt x="4642" y="1513"/>
                  </a:lnTo>
                  <a:lnTo>
                    <a:pt x="13" y="49607"/>
                  </a:lnTo>
                  <a:lnTo>
                    <a:pt x="0" y="49777"/>
                  </a:lnTo>
                  <a:lnTo>
                    <a:pt x="13" y="49946"/>
                  </a:lnTo>
                  <a:lnTo>
                    <a:pt x="39" y="50116"/>
                  </a:lnTo>
                  <a:lnTo>
                    <a:pt x="79" y="50272"/>
                  </a:lnTo>
                  <a:lnTo>
                    <a:pt x="144" y="50429"/>
                  </a:lnTo>
                  <a:lnTo>
                    <a:pt x="209" y="50572"/>
                  </a:lnTo>
                  <a:lnTo>
                    <a:pt x="300" y="50716"/>
                  </a:lnTo>
                  <a:lnTo>
                    <a:pt x="391" y="50846"/>
                  </a:lnTo>
                  <a:lnTo>
                    <a:pt x="496" y="50963"/>
                  </a:lnTo>
                  <a:lnTo>
                    <a:pt x="626" y="51068"/>
                  </a:lnTo>
                  <a:lnTo>
                    <a:pt x="743" y="51172"/>
                  </a:lnTo>
                  <a:lnTo>
                    <a:pt x="887" y="51250"/>
                  </a:lnTo>
                  <a:lnTo>
                    <a:pt x="1043" y="51328"/>
                  </a:lnTo>
                  <a:lnTo>
                    <a:pt x="1200" y="51381"/>
                  </a:lnTo>
                  <a:lnTo>
                    <a:pt x="1356" y="51420"/>
                  </a:lnTo>
                  <a:lnTo>
                    <a:pt x="1526" y="51446"/>
                  </a:lnTo>
                  <a:lnTo>
                    <a:pt x="5971" y="51876"/>
                  </a:lnTo>
                  <a:lnTo>
                    <a:pt x="6323" y="51876"/>
                  </a:lnTo>
                  <a:lnTo>
                    <a:pt x="6480" y="51850"/>
                  </a:lnTo>
                  <a:lnTo>
                    <a:pt x="6636" y="51811"/>
                  </a:lnTo>
                  <a:lnTo>
                    <a:pt x="6793" y="51746"/>
                  </a:lnTo>
                  <a:lnTo>
                    <a:pt x="6936" y="51680"/>
                  </a:lnTo>
                  <a:lnTo>
                    <a:pt x="7080" y="51589"/>
                  </a:lnTo>
                  <a:lnTo>
                    <a:pt x="7210" y="51498"/>
                  </a:lnTo>
                  <a:lnTo>
                    <a:pt x="7327" y="51394"/>
                  </a:lnTo>
                  <a:lnTo>
                    <a:pt x="7445" y="51263"/>
                  </a:lnTo>
                  <a:lnTo>
                    <a:pt x="7536" y="51133"/>
                  </a:lnTo>
                  <a:lnTo>
                    <a:pt x="7627" y="51002"/>
                  </a:lnTo>
                  <a:lnTo>
                    <a:pt x="7692" y="50846"/>
                  </a:lnTo>
                  <a:lnTo>
                    <a:pt x="7744" y="50690"/>
                  </a:lnTo>
                  <a:lnTo>
                    <a:pt x="7797" y="50533"/>
                  </a:lnTo>
                  <a:lnTo>
                    <a:pt x="7810" y="50364"/>
                  </a:lnTo>
                  <a:lnTo>
                    <a:pt x="12451" y="2269"/>
                  </a:lnTo>
                  <a:lnTo>
                    <a:pt x="12464" y="2099"/>
                  </a:lnTo>
                  <a:lnTo>
                    <a:pt x="12451" y="1930"/>
                  </a:lnTo>
                  <a:lnTo>
                    <a:pt x="12425" y="1760"/>
                  </a:lnTo>
                  <a:lnTo>
                    <a:pt x="12386" y="1604"/>
                  </a:lnTo>
                  <a:lnTo>
                    <a:pt x="12321" y="1447"/>
                  </a:lnTo>
                  <a:lnTo>
                    <a:pt x="12255" y="1304"/>
                  </a:lnTo>
                  <a:lnTo>
                    <a:pt x="12164" y="1161"/>
                  </a:lnTo>
                  <a:lnTo>
                    <a:pt x="12073" y="1043"/>
                  </a:lnTo>
                  <a:lnTo>
                    <a:pt x="11969" y="913"/>
                  </a:lnTo>
                  <a:lnTo>
                    <a:pt x="11838" y="809"/>
                  </a:lnTo>
                  <a:lnTo>
                    <a:pt x="11708" y="717"/>
                  </a:lnTo>
                  <a:lnTo>
                    <a:pt x="11577" y="626"/>
                  </a:lnTo>
                  <a:lnTo>
                    <a:pt x="11421" y="561"/>
                  </a:lnTo>
                  <a:lnTo>
                    <a:pt x="11265" y="496"/>
                  </a:lnTo>
                  <a:lnTo>
                    <a:pt x="11108" y="456"/>
                  </a:lnTo>
                  <a:lnTo>
                    <a:pt x="10939" y="430"/>
                  </a:lnTo>
                  <a:lnTo>
                    <a:pt x="6493" y="0"/>
                  </a:lnTo>
                  <a:close/>
                </a:path>
              </a:pathLst>
            </a:custGeom>
            <a:solidFill>
              <a:srgbClr val="745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p15">
              <a:extLst>
                <a:ext uri="{FF2B5EF4-FFF2-40B4-BE49-F238E27FC236}">
                  <a16:creationId xmlns:a16="http://schemas.microsoft.com/office/drawing/2014/main" id="{4828C092-3B6D-D44F-A725-DF2DCE106ECD}"/>
                </a:ext>
              </a:extLst>
            </p:cNvPr>
            <p:cNvSpPr/>
            <p:nvPr/>
          </p:nvSpPr>
          <p:spPr>
            <a:xfrm>
              <a:off x="8284866" y="3810330"/>
              <a:ext cx="230147" cy="770992"/>
            </a:xfrm>
            <a:custGeom>
              <a:avLst/>
              <a:gdLst/>
              <a:ahLst/>
              <a:cxnLst/>
              <a:rect l="l" t="t" r="r" b="b"/>
              <a:pathLst>
                <a:path w="7523" h="25202" extrusionOk="0">
                  <a:moveTo>
                    <a:pt x="0" y="1"/>
                  </a:moveTo>
                  <a:lnTo>
                    <a:pt x="5111" y="25202"/>
                  </a:lnTo>
                  <a:lnTo>
                    <a:pt x="7523" y="25202"/>
                  </a:lnTo>
                  <a:lnTo>
                    <a:pt x="44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2;p15">
              <a:extLst>
                <a:ext uri="{FF2B5EF4-FFF2-40B4-BE49-F238E27FC236}">
                  <a16:creationId xmlns:a16="http://schemas.microsoft.com/office/drawing/2014/main" id="{5DBB51C9-E506-763D-8030-734805409793}"/>
                </a:ext>
              </a:extLst>
            </p:cNvPr>
            <p:cNvSpPr/>
            <p:nvPr/>
          </p:nvSpPr>
          <p:spPr>
            <a:xfrm>
              <a:off x="7637131" y="3810330"/>
              <a:ext cx="134852" cy="770992"/>
            </a:xfrm>
            <a:custGeom>
              <a:avLst/>
              <a:gdLst/>
              <a:ahLst/>
              <a:cxnLst/>
              <a:rect l="l" t="t" r="r" b="b"/>
              <a:pathLst>
                <a:path w="4408" h="25202" extrusionOk="0">
                  <a:moveTo>
                    <a:pt x="1" y="1"/>
                  </a:moveTo>
                  <a:lnTo>
                    <a:pt x="14" y="25202"/>
                  </a:lnTo>
                  <a:lnTo>
                    <a:pt x="2426" y="25202"/>
                  </a:lnTo>
                  <a:lnTo>
                    <a:pt x="44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3;p15">
              <a:extLst>
                <a:ext uri="{FF2B5EF4-FFF2-40B4-BE49-F238E27FC236}">
                  <a16:creationId xmlns:a16="http://schemas.microsoft.com/office/drawing/2014/main" id="{69333000-68E2-0B96-AB36-6397DE7C4FBD}"/>
                </a:ext>
              </a:extLst>
            </p:cNvPr>
            <p:cNvSpPr/>
            <p:nvPr/>
          </p:nvSpPr>
          <p:spPr>
            <a:xfrm>
              <a:off x="7629973" y="3810330"/>
              <a:ext cx="793722" cy="61858"/>
            </a:xfrm>
            <a:custGeom>
              <a:avLst/>
              <a:gdLst/>
              <a:ahLst/>
              <a:cxnLst/>
              <a:rect l="l" t="t" r="r" b="b"/>
              <a:pathLst>
                <a:path w="25945" h="2022" extrusionOk="0">
                  <a:moveTo>
                    <a:pt x="0" y="1"/>
                  </a:moveTo>
                  <a:lnTo>
                    <a:pt x="0" y="2021"/>
                  </a:lnTo>
                  <a:lnTo>
                    <a:pt x="25944" y="2021"/>
                  </a:lnTo>
                  <a:lnTo>
                    <a:pt x="25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4;p15">
              <a:extLst>
                <a:ext uri="{FF2B5EF4-FFF2-40B4-BE49-F238E27FC236}">
                  <a16:creationId xmlns:a16="http://schemas.microsoft.com/office/drawing/2014/main" id="{13ABEAF3-86F7-79AB-B77E-084A8DAD49E1}"/>
                </a:ext>
              </a:extLst>
            </p:cNvPr>
            <p:cNvSpPr/>
            <p:nvPr/>
          </p:nvSpPr>
          <p:spPr>
            <a:xfrm>
              <a:off x="8329133" y="3510799"/>
              <a:ext cx="189092" cy="288793"/>
            </a:xfrm>
            <a:custGeom>
              <a:avLst/>
              <a:gdLst/>
              <a:ahLst/>
              <a:cxnLst/>
              <a:rect l="l" t="t" r="r" b="b"/>
              <a:pathLst>
                <a:path w="6181" h="9440" fill="none" extrusionOk="0">
                  <a:moveTo>
                    <a:pt x="0" y="1"/>
                  </a:moveTo>
                  <a:lnTo>
                    <a:pt x="6180" y="9440"/>
                  </a:lnTo>
                </a:path>
              </a:pathLst>
            </a:custGeom>
            <a:noFill/>
            <a:ln w="21175" cap="rnd" cmpd="sng">
              <a:solidFill>
                <a:srgbClr val="66517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5;p15">
              <a:extLst>
                <a:ext uri="{FF2B5EF4-FFF2-40B4-BE49-F238E27FC236}">
                  <a16:creationId xmlns:a16="http://schemas.microsoft.com/office/drawing/2014/main" id="{42D910E3-BE07-7412-9101-720EDF99DAE7}"/>
                </a:ext>
              </a:extLst>
            </p:cNvPr>
            <p:cNvSpPr/>
            <p:nvPr/>
          </p:nvSpPr>
          <p:spPr>
            <a:xfrm>
              <a:off x="6577805" y="2909351"/>
              <a:ext cx="104137" cy="1637678"/>
            </a:xfrm>
            <a:custGeom>
              <a:avLst/>
              <a:gdLst/>
              <a:ahLst/>
              <a:cxnLst/>
              <a:rect l="l" t="t" r="r" b="b"/>
              <a:pathLst>
                <a:path w="3404" h="53532" extrusionOk="0">
                  <a:moveTo>
                    <a:pt x="1" y="0"/>
                  </a:moveTo>
                  <a:lnTo>
                    <a:pt x="1" y="53532"/>
                  </a:lnTo>
                  <a:lnTo>
                    <a:pt x="3403" y="53532"/>
                  </a:lnTo>
                  <a:lnTo>
                    <a:pt x="34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6;p15">
              <a:extLst>
                <a:ext uri="{FF2B5EF4-FFF2-40B4-BE49-F238E27FC236}">
                  <a16:creationId xmlns:a16="http://schemas.microsoft.com/office/drawing/2014/main" id="{EBFA1DD0-9AB3-4B83-BF4A-EF35CD1048E6}"/>
                </a:ext>
              </a:extLst>
            </p:cNvPr>
            <p:cNvSpPr/>
            <p:nvPr/>
          </p:nvSpPr>
          <p:spPr>
            <a:xfrm>
              <a:off x="5524046" y="2733841"/>
              <a:ext cx="2212419" cy="977216"/>
            </a:xfrm>
            <a:custGeom>
              <a:avLst/>
              <a:gdLst/>
              <a:ahLst/>
              <a:cxnLst/>
              <a:rect l="l" t="t" r="r" b="b"/>
              <a:pathLst>
                <a:path w="72319" h="31943" extrusionOk="0">
                  <a:moveTo>
                    <a:pt x="5203" y="1"/>
                  </a:moveTo>
                  <a:lnTo>
                    <a:pt x="1" y="27040"/>
                  </a:lnTo>
                  <a:lnTo>
                    <a:pt x="653" y="27249"/>
                  </a:lnTo>
                  <a:lnTo>
                    <a:pt x="1448" y="27497"/>
                  </a:lnTo>
                  <a:lnTo>
                    <a:pt x="2543" y="27809"/>
                  </a:lnTo>
                  <a:lnTo>
                    <a:pt x="3925" y="28174"/>
                  </a:lnTo>
                  <a:lnTo>
                    <a:pt x="4733" y="28383"/>
                  </a:lnTo>
                  <a:lnTo>
                    <a:pt x="5607" y="28592"/>
                  </a:lnTo>
                  <a:lnTo>
                    <a:pt x="6546" y="28813"/>
                  </a:lnTo>
                  <a:lnTo>
                    <a:pt x="7549" y="29035"/>
                  </a:lnTo>
                  <a:lnTo>
                    <a:pt x="8632" y="29270"/>
                  </a:lnTo>
                  <a:lnTo>
                    <a:pt x="9779" y="29491"/>
                  </a:lnTo>
                  <a:lnTo>
                    <a:pt x="10978" y="29726"/>
                  </a:lnTo>
                  <a:lnTo>
                    <a:pt x="12256" y="29948"/>
                  </a:lnTo>
                  <a:lnTo>
                    <a:pt x="13586" y="30182"/>
                  </a:lnTo>
                  <a:lnTo>
                    <a:pt x="14981" y="30391"/>
                  </a:lnTo>
                  <a:lnTo>
                    <a:pt x="16441" y="30599"/>
                  </a:lnTo>
                  <a:lnTo>
                    <a:pt x="17953" y="30808"/>
                  </a:lnTo>
                  <a:lnTo>
                    <a:pt x="19531" y="31004"/>
                  </a:lnTo>
                  <a:lnTo>
                    <a:pt x="21160" y="31173"/>
                  </a:lnTo>
                  <a:lnTo>
                    <a:pt x="22855" y="31343"/>
                  </a:lnTo>
                  <a:lnTo>
                    <a:pt x="24602" y="31499"/>
                  </a:lnTo>
                  <a:lnTo>
                    <a:pt x="26401" y="31629"/>
                  </a:lnTo>
                  <a:lnTo>
                    <a:pt x="28253" y="31734"/>
                  </a:lnTo>
                  <a:lnTo>
                    <a:pt x="30156" y="31825"/>
                  </a:lnTo>
                  <a:lnTo>
                    <a:pt x="32112" y="31890"/>
                  </a:lnTo>
                  <a:lnTo>
                    <a:pt x="34107" y="31929"/>
                  </a:lnTo>
                  <a:lnTo>
                    <a:pt x="36166" y="31942"/>
                  </a:lnTo>
                  <a:lnTo>
                    <a:pt x="38213" y="31929"/>
                  </a:lnTo>
                  <a:lnTo>
                    <a:pt x="40221" y="31890"/>
                  </a:lnTo>
                  <a:lnTo>
                    <a:pt x="42177" y="31825"/>
                  </a:lnTo>
                  <a:lnTo>
                    <a:pt x="44080" y="31734"/>
                  </a:lnTo>
                  <a:lnTo>
                    <a:pt x="45931" y="31629"/>
                  </a:lnTo>
                  <a:lnTo>
                    <a:pt x="47731" y="31499"/>
                  </a:lnTo>
                  <a:lnTo>
                    <a:pt x="49478" y="31343"/>
                  </a:lnTo>
                  <a:lnTo>
                    <a:pt x="51159" y="31173"/>
                  </a:lnTo>
                  <a:lnTo>
                    <a:pt x="52789" y="31004"/>
                  </a:lnTo>
                  <a:lnTo>
                    <a:pt x="54367" y="30808"/>
                  </a:lnTo>
                  <a:lnTo>
                    <a:pt x="55892" y="30599"/>
                  </a:lnTo>
                  <a:lnTo>
                    <a:pt x="57339" y="30391"/>
                  </a:lnTo>
                  <a:lnTo>
                    <a:pt x="58734" y="30182"/>
                  </a:lnTo>
                  <a:lnTo>
                    <a:pt x="60077" y="29948"/>
                  </a:lnTo>
                  <a:lnTo>
                    <a:pt x="61342" y="29726"/>
                  </a:lnTo>
                  <a:lnTo>
                    <a:pt x="62554" y="29491"/>
                  </a:lnTo>
                  <a:lnTo>
                    <a:pt x="63701" y="29270"/>
                  </a:lnTo>
                  <a:lnTo>
                    <a:pt x="64770" y="29035"/>
                  </a:lnTo>
                  <a:lnTo>
                    <a:pt x="65787" y="28813"/>
                  </a:lnTo>
                  <a:lnTo>
                    <a:pt x="66726" y="28592"/>
                  </a:lnTo>
                  <a:lnTo>
                    <a:pt x="67599" y="28383"/>
                  </a:lnTo>
                  <a:lnTo>
                    <a:pt x="68395" y="28174"/>
                  </a:lnTo>
                  <a:lnTo>
                    <a:pt x="69790" y="27809"/>
                  </a:lnTo>
                  <a:lnTo>
                    <a:pt x="70885" y="27497"/>
                  </a:lnTo>
                  <a:lnTo>
                    <a:pt x="71680" y="27249"/>
                  </a:lnTo>
                  <a:lnTo>
                    <a:pt x="72319" y="27040"/>
                  </a:lnTo>
                  <a:lnTo>
                    <a:pt x="67117" y="1"/>
                  </a:lnTo>
                  <a:close/>
                </a:path>
              </a:pathLst>
            </a:custGeom>
            <a:solidFill>
              <a:srgbClr val="ED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7;p15">
              <a:extLst>
                <a:ext uri="{FF2B5EF4-FFF2-40B4-BE49-F238E27FC236}">
                  <a16:creationId xmlns:a16="http://schemas.microsoft.com/office/drawing/2014/main" id="{1DEBD092-AACB-D4BB-63F0-AA68331E4348}"/>
                </a:ext>
              </a:extLst>
            </p:cNvPr>
            <p:cNvSpPr/>
            <p:nvPr/>
          </p:nvSpPr>
          <p:spPr>
            <a:xfrm>
              <a:off x="5524046" y="2733841"/>
              <a:ext cx="2212419" cy="977216"/>
            </a:xfrm>
            <a:custGeom>
              <a:avLst/>
              <a:gdLst/>
              <a:ahLst/>
              <a:cxnLst/>
              <a:rect l="l" t="t" r="r" b="b"/>
              <a:pathLst>
                <a:path w="72319" h="31943" fill="none" extrusionOk="0">
                  <a:moveTo>
                    <a:pt x="72319" y="27040"/>
                  </a:moveTo>
                  <a:lnTo>
                    <a:pt x="72319" y="27040"/>
                  </a:lnTo>
                  <a:lnTo>
                    <a:pt x="71680" y="27249"/>
                  </a:lnTo>
                  <a:lnTo>
                    <a:pt x="70885" y="27497"/>
                  </a:lnTo>
                  <a:lnTo>
                    <a:pt x="69790" y="27809"/>
                  </a:lnTo>
                  <a:lnTo>
                    <a:pt x="68395" y="28174"/>
                  </a:lnTo>
                  <a:lnTo>
                    <a:pt x="67599" y="28383"/>
                  </a:lnTo>
                  <a:lnTo>
                    <a:pt x="66726" y="28592"/>
                  </a:lnTo>
                  <a:lnTo>
                    <a:pt x="65787" y="28813"/>
                  </a:lnTo>
                  <a:lnTo>
                    <a:pt x="64770" y="29035"/>
                  </a:lnTo>
                  <a:lnTo>
                    <a:pt x="63701" y="29270"/>
                  </a:lnTo>
                  <a:lnTo>
                    <a:pt x="62554" y="29491"/>
                  </a:lnTo>
                  <a:lnTo>
                    <a:pt x="61342" y="29726"/>
                  </a:lnTo>
                  <a:lnTo>
                    <a:pt x="60077" y="29948"/>
                  </a:lnTo>
                  <a:lnTo>
                    <a:pt x="58734" y="30182"/>
                  </a:lnTo>
                  <a:lnTo>
                    <a:pt x="57339" y="30391"/>
                  </a:lnTo>
                  <a:lnTo>
                    <a:pt x="55892" y="30599"/>
                  </a:lnTo>
                  <a:lnTo>
                    <a:pt x="54367" y="30808"/>
                  </a:lnTo>
                  <a:lnTo>
                    <a:pt x="52789" y="31004"/>
                  </a:lnTo>
                  <a:lnTo>
                    <a:pt x="51159" y="31173"/>
                  </a:lnTo>
                  <a:lnTo>
                    <a:pt x="49478" y="31343"/>
                  </a:lnTo>
                  <a:lnTo>
                    <a:pt x="47731" y="31499"/>
                  </a:lnTo>
                  <a:lnTo>
                    <a:pt x="45931" y="31629"/>
                  </a:lnTo>
                  <a:lnTo>
                    <a:pt x="44080" y="31734"/>
                  </a:lnTo>
                  <a:lnTo>
                    <a:pt x="42177" y="31825"/>
                  </a:lnTo>
                  <a:lnTo>
                    <a:pt x="40221" y="31890"/>
                  </a:lnTo>
                  <a:lnTo>
                    <a:pt x="38213" y="31929"/>
                  </a:lnTo>
                  <a:lnTo>
                    <a:pt x="36166" y="31942"/>
                  </a:lnTo>
                  <a:lnTo>
                    <a:pt x="36166" y="31942"/>
                  </a:lnTo>
                  <a:lnTo>
                    <a:pt x="34107" y="31929"/>
                  </a:lnTo>
                  <a:lnTo>
                    <a:pt x="32112" y="31890"/>
                  </a:lnTo>
                  <a:lnTo>
                    <a:pt x="30156" y="31825"/>
                  </a:lnTo>
                  <a:lnTo>
                    <a:pt x="28253" y="31734"/>
                  </a:lnTo>
                  <a:lnTo>
                    <a:pt x="26401" y="31629"/>
                  </a:lnTo>
                  <a:lnTo>
                    <a:pt x="24602" y="31499"/>
                  </a:lnTo>
                  <a:lnTo>
                    <a:pt x="22855" y="31343"/>
                  </a:lnTo>
                  <a:lnTo>
                    <a:pt x="21160" y="31173"/>
                  </a:lnTo>
                  <a:lnTo>
                    <a:pt x="19531" y="31004"/>
                  </a:lnTo>
                  <a:lnTo>
                    <a:pt x="17953" y="30808"/>
                  </a:lnTo>
                  <a:lnTo>
                    <a:pt x="16441" y="30599"/>
                  </a:lnTo>
                  <a:lnTo>
                    <a:pt x="14981" y="30391"/>
                  </a:lnTo>
                  <a:lnTo>
                    <a:pt x="13586" y="30182"/>
                  </a:lnTo>
                  <a:lnTo>
                    <a:pt x="12256" y="29948"/>
                  </a:lnTo>
                  <a:lnTo>
                    <a:pt x="10978" y="29726"/>
                  </a:lnTo>
                  <a:lnTo>
                    <a:pt x="9779" y="29491"/>
                  </a:lnTo>
                  <a:lnTo>
                    <a:pt x="8632" y="29270"/>
                  </a:lnTo>
                  <a:lnTo>
                    <a:pt x="7549" y="29035"/>
                  </a:lnTo>
                  <a:lnTo>
                    <a:pt x="6546" y="28813"/>
                  </a:lnTo>
                  <a:lnTo>
                    <a:pt x="5607" y="28592"/>
                  </a:lnTo>
                  <a:lnTo>
                    <a:pt x="4733" y="28383"/>
                  </a:lnTo>
                  <a:lnTo>
                    <a:pt x="3925" y="28174"/>
                  </a:lnTo>
                  <a:lnTo>
                    <a:pt x="2543" y="27809"/>
                  </a:lnTo>
                  <a:lnTo>
                    <a:pt x="1448" y="27497"/>
                  </a:lnTo>
                  <a:lnTo>
                    <a:pt x="653" y="27249"/>
                  </a:lnTo>
                  <a:lnTo>
                    <a:pt x="1" y="27040"/>
                  </a:lnTo>
                  <a:lnTo>
                    <a:pt x="5203" y="1"/>
                  </a:lnTo>
                  <a:lnTo>
                    <a:pt x="67117" y="1"/>
                  </a:lnTo>
                  <a:lnTo>
                    <a:pt x="72319" y="270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8;p15">
              <a:extLst>
                <a:ext uri="{FF2B5EF4-FFF2-40B4-BE49-F238E27FC236}">
                  <a16:creationId xmlns:a16="http://schemas.microsoft.com/office/drawing/2014/main" id="{FAFF543E-A9FA-A3C3-04E7-DFE3A9E760ED}"/>
                </a:ext>
              </a:extLst>
            </p:cNvPr>
            <p:cNvSpPr/>
            <p:nvPr/>
          </p:nvSpPr>
          <p:spPr>
            <a:xfrm>
              <a:off x="5941634" y="3078864"/>
              <a:ext cx="170737" cy="603070"/>
            </a:xfrm>
            <a:custGeom>
              <a:avLst/>
              <a:gdLst/>
              <a:ahLst/>
              <a:cxnLst/>
              <a:rect l="l" t="t" r="r" b="b"/>
              <a:pathLst>
                <a:path w="5581" h="19713" extrusionOk="0">
                  <a:moveTo>
                    <a:pt x="5581" y="0"/>
                  </a:moveTo>
                  <a:lnTo>
                    <a:pt x="1" y="18995"/>
                  </a:lnTo>
                  <a:lnTo>
                    <a:pt x="5294" y="19713"/>
                  </a:lnTo>
                  <a:lnTo>
                    <a:pt x="5581" y="0"/>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9;p15">
              <a:extLst>
                <a:ext uri="{FF2B5EF4-FFF2-40B4-BE49-F238E27FC236}">
                  <a16:creationId xmlns:a16="http://schemas.microsoft.com/office/drawing/2014/main" id="{57CDD545-B607-0802-1B2E-AD63603921EB}"/>
                </a:ext>
              </a:extLst>
            </p:cNvPr>
            <p:cNvSpPr/>
            <p:nvPr/>
          </p:nvSpPr>
          <p:spPr>
            <a:xfrm>
              <a:off x="7115835" y="3078864"/>
              <a:ext cx="170339" cy="603070"/>
            </a:xfrm>
            <a:custGeom>
              <a:avLst/>
              <a:gdLst/>
              <a:ahLst/>
              <a:cxnLst/>
              <a:rect l="l" t="t" r="r" b="b"/>
              <a:pathLst>
                <a:path w="5568" h="19713" extrusionOk="0">
                  <a:moveTo>
                    <a:pt x="1" y="0"/>
                  </a:moveTo>
                  <a:lnTo>
                    <a:pt x="275" y="19713"/>
                  </a:lnTo>
                  <a:lnTo>
                    <a:pt x="5568" y="18995"/>
                  </a:lnTo>
                  <a:lnTo>
                    <a:pt x="1" y="0"/>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0;p15">
              <a:extLst>
                <a:ext uri="{FF2B5EF4-FFF2-40B4-BE49-F238E27FC236}">
                  <a16:creationId xmlns:a16="http://schemas.microsoft.com/office/drawing/2014/main" id="{E250DC14-9542-604F-3840-B085283F14AA}"/>
                </a:ext>
              </a:extLst>
            </p:cNvPr>
            <p:cNvSpPr/>
            <p:nvPr/>
          </p:nvSpPr>
          <p:spPr>
            <a:xfrm>
              <a:off x="5666056" y="2733841"/>
              <a:ext cx="1927236" cy="98141"/>
            </a:xfrm>
            <a:custGeom>
              <a:avLst/>
              <a:gdLst/>
              <a:ahLst/>
              <a:cxnLst/>
              <a:rect l="l" t="t" r="r" b="b"/>
              <a:pathLst>
                <a:path w="62997" h="3208" extrusionOk="0">
                  <a:moveTo>
                    <a:pt x="548" y="1"/>
                  </a:moveTo>
                  <a:lnTo>
                    <a:pt x="0" y="3208"/>
                  </a:lnTo>
                  <a:lnTo>
                    <a:pt x="62997" y="3208"/>
                  </a:lnTo>
                  <a:lnTo>
                    <a:pt x="62462"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1;p15">
              <a:extLst>
                <a:ext uri="{FF2B5EF4-FFF2-40B4-BE49-F238E27FC236}">
                  <a16:creationId xmlns:a16="http://schemas.microsoft.com/office/drawing/2014/main" id="{03D4C4A0-2E01-AD6E-533E-ACE188FF56C0}"/>
                </a:ext>
              </a:extLst>
            </p:cNvPr>
            <p:cNvSpPr/>
            <p:nvPr/>
          </p:nvSpPr>
          <p:spPr>
            <a:xfrm>
              <a:off x="5666056" y="2733841"/>
              <a:ext cx="1927236" cy="98141"/>
            </a:xfrm>
            <a:custGeom>
              <a:avLst/>
              <a:gdLst/>
              <a:ahLst/>
              <a:cxnLst/>
              <a:rect l="l" t="t" r="r" b="b"/>
              <a:pathLst>
                <a:path w="62997" h="3208" fill="none" extrusionOk="0">
                  <a:moveTo>
                    <a:pt x="62997" y="3208"/>
                  </a:moveTo>
                  <a:lnTo>
                    <a:pt x="0" y="3208"/>
                  </a:lnTo>
                  <a:lnTo>
                    <a:pt x="548" y="1"/>
                  </a:lnTo>
                  <a:lnTo>
                    <a:pt x="62462" y="1"/>
                  </a:lnTo>
                  <a:lnTo>
                    <a:pt x="62997" y="32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2;p15">
              <a:extLst>
                <a:ext uri="{FF2B5EF4-FFF2-40B4-BE49-F238E27FC236}">
                  <a16:creationId xmlns:a16="http://schemas.microsoft.com/office/drawing/2014/main" id="{8451EDA8-868B-42CB-AAC9-2F49B6566188}"/>
                </a:ext>
              </a:extLst>
            </p:cNvPr>
            <p:cNvSpPr/>
            <p:nvPr/>
          </p:nvSpPr>
          <p:spPr>
            <a:xfrm>
              <a:off x="5524046" y="2733841"/>
              <a:ext cx="331867" cy="852368"/>
            </a:xfrm>
            <a:custGeom>
              <a:avLst/>
              <a:gdLst/>
              <a:ahLst/>
              <a:cxnLst/>
              <a:rect l="l" t="t" r="r" b="b"/>
              <a:pathLst>
                <a:path w="10848" h="27862" extrusionOk="0">
                  <a:moveTo>
                    <a:pt x="5203" y="1"/>
                  </a:moveTo>
                  <a:lnTo>
                    <a:pt x="1" y="27040"/>
                  </a:lnTo>
                  <a:lnTo>
                    <a:pt x="2726" y="27862"/>
                  </a:lnTo>
                  <a:lnTo>
                    <a:pt x="10848" y="2791"/>
                  </a:lnTo>
                  <a:lnTo>
                    <a:pt x="5203"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3;p15">
              <a:extLst>
                <a:ext uri="{FF2B5EF4-FFF2-40B4-BE49-F238E27FC236}">
                  <a16:creationId xmlns:a16="http://schemas.microsoft.com/office/drawing/2014/main" id="{19FFE40D-7596-6578-ADD6-73096C9B6D47}"/>
                </a:ext>
              </a:extLst>
            </p:cNvPr>
            <p:cNvSpPr/>
            <p:nvPr/>
          </p:nvSpPr>
          <p:spPr>
            <a:xfrm>
              <a:off x="6839462" y="1681704"/>
              <a:ext cx="69414" cy="103311"/>
            </a:xfrm>
            <a:custGeom>
              <a:avLst/>
              <a:gdLst/>
              <a:ahLst/>
              <a:cxnLst/>
              <a:rect l="l" t="t" r="r" b="b"/>
              <a:pathLst>
                <a:path w="2269" h="3377" extrusionOk="0">
                  <a:moveTo>
                    <a:pt x="0" y="0"/>
                  </a:moveTo>
                  <a:lnTo>
                    <a:pt x="0" y="3377"/>
                  </a:lnTo>
                  <a:lnTo>
                    <a:pt x="2269" y="3377"/>
                  </a:lnTo>
                  <a:lnTo>
                    <a:pt x="22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4;p15">
              <a:extLst>
                <a:ext uri="{FF2B5EF4-FFF2-40B4-BE49-F238E27FC236}">
                  <a16:creationId xmlns:a16="http://schemas.microsoft.com/office/drawing/2014/main" id="{536217B4-C3C6-C4A9-1040-A3A5743A4849}"/>
                </a:ext>
              </a:extLst>
            </p:cNvPr>
            <p:cNvSpPr/>
            <p:nvPr/>
          </p:nvSpPr>
          <p:spPr>
            <a:xfrm>
              <a:off x="7404598" y="2733841"/>
              <a:ext cx="331867" cy="852368"/>
            </a:xfrm>
            <a:custGeom>
              <a:avLst/>
              <a:gdLst/>
              <a:ahLst/>
              <a:cxnLst/>
              <a:rect l="l" t="t" r="r" b="b"/>
              <a:pathLst>
                <a:path w="10848" h="27862" extrusionOk="0">
                  <a:moveTo>
                    <a:pt x="5646" y="1"/>
                  </a:moveTo>
                  <a:lnTo>
                    <a:pt x="1" y="2791"/>
                  </a:lnTo>
                  <a:lnTo>
                    <a:pt x="8123" y="27862"/>
                  </a:lnTo>
                  <a:lnTo>
                    <a:pt x="10848" y="27040"/>
                  </a:lnTo>
                  <a:lnTo>
                    <a:pt x="5646"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5;p15">
              <a:extLst>
                <a:ext uri="{FF2B5EF4-FFF2-40B4-BE49-F238E27FC236}">
                  <a16:creationId xmlns:a16="http://schemas.microsoft.com/office/drawing/2014/main" id="{5E6F0CD8-8815-6B8D-9225-8D59D3BA4306}"/>
                </a:ext>
              </a:extLst>
            </p:cNvPr>
            <p:cNvSpPr/>
            <p:nvPr/>
          </p:nvSpPr>
          <p:spPr>
            <a:xfrm>
              <a:off x="6214060" y="4468039"/>
              <a:ext cx="831627" cy="113284"/>
            </a:xfrm>
            <a:custGeom>
              <a:avLst/>
              <a:gdLst/>
              <a:ahLst/>
              <a:cxnLst/>
              <a:rect l="l" t="t" r="r" b="b"/>
              <a:pathLst>
                <a:path w="27184" h="3703" extrusionOk="0">
                  <a:moveTo>
                    <a:pt x="0" y="0"/>
                  </a:moveTo>
                  <a:lnTo>
                    <a:pt x="0" y="3703"/>
                  </a:lnTo>
                  <a:lnTo>
                    <a:pt x="27183" y="3703"/>
                  </a:lnTo>
                  <a:lnTo>
                    <a:pt x="27183" y="0"/>
                  </a:lnTo>
                  <a:close/>
                </a:path>
              </a:pathLst>
            </a:custGeom>
            <a:solidFill>
              <a:srgbClr val="7A65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6;p15">
              <a:extLst>
                <a:ext uri="{FF2B5EF4-FFF2-40B4-BE49-F238E27FC236}">
                  <a16:creationId xmlns:a16="http://schemas.microsoft.com/office/drawing/2014/main" id="{C557D498-714C-E318-505E-34041C19A06A}"/>
                </a:ext>
              </a:extLst>
            </p:cNvPr>
            <p:cNvSpPr/>
            <p:nvPr/>
          </p:nvSpPr>
          <p:spPr>
            <a:xfrm>
              <a:off x="6760472" y="1996379"/>
              <a:ext cx="230178" cy="737493"/>
            </a:xfrm>
            <a:custGeom>
              <a:avLst/>
              <a:gdLst/>
              <a:ahLst/>
              <a:cxnLst/>
              <a:rect l="l" t="t" r="r" b="b"/>
              <a:pathLst>
                <a:path w="7524" h="24107" extrusionOk="0">
                  <a:moveTo>
                    <a:pt x="3573" y="1"/>
                  </a:moveTo>
                  <a:lnTo>
                    <a:pt x="3377" y="14"/>
                  </a:lnTo>
                  <a:lnTo>
                    <a:pt x="3195" y="40"/>
                  </a:lnTo>
                  <a:lnTo>
                    <a:pt x="2999" y="79"/>
                  </a:lnTo>
                  <a:lnTo>
                    <a:pt x="2830" y="118"/>
                  </a:lnTo>
                  <a:lnTo>
                    <a:pt x="2647" y="170"/>
                  </a:lnTo>
                  <a:lnTo>
                    <a:pt x="2465" y="222"/>
                  </a:lnTo>
                  <a:lnTo>
                    <a:pt x="2295" y="287"/>
                  </a:lnTo>
                  <a:lnTo>
                    <a:pt x="2139" y="366"/>
                  </a:lnTo>
                  <a:lnTo>
                    <a:pt x="1969" y="457"/>
                  </a:lnTo>
                  <a:lnTo>
                    <a:pt x="1813" y="548"/>
                  </a:lnTo>
                  <a:lnTo>
                    <a:pt x="1656" y="639"/>
                  </a:lnTo>
                  <a:lnTo>
                    <a:pt x="1513" y="744"/>
                  </a:lnTo>
                  <a:lnTo>
                    <a:pt x="1370" y="861"/>
                  </a:lnTo>
                  <a:lnTo>
                    <a:pt x="1239" y="978"/>
                  </a:lnTo>
                  <a:lnTo>
                    <a:pt x="1109" y="1096"/>
                  </a:lnTo>
                  <a:lnTo>
                    <a:pt x="978" y="1226"/>
                  </a:lnTo>
                  <a:lnTo>
                    <a:pt x="861" y="1369"/>
                  </a:lnTo>
                  <a:lnTo>
                    <a:pt x="744" y="1513"/>
                  </a:lnTo>
                  <a:lnTo>
                    <a:pt x="639" y="1656"/>
                  </a:lnTo>
                  <a:lnTo>
                    <a:pt x="548" y="1813"/>
                  </a:lnTo>
                  <a:lnTo>
                    <a:pt x="457" y="1969"/>
                  </a:lnTo>
                  <a:lnTo>
                    <a:pt x="379" y="2126"/>
                  </a:lnTo>
                  <a:lnTo>
                    <a:pt x="300" y="2295"/>
                  </a:lnTo>
                  <a:lnTo>
                    <a:pt x="235" y="2465"/>
                  </a:lnTo>
                  <a:lnTo>
                    <a:pt x="170" y="2634"/>
                  </a:lnTo>
                  <a:lnTo>
                    <a:pt x="118" y="2817"/>
                  </a:lnTo>
                  <a:lnTo>
                    <a:pt x="79" y="2999"/>
                  </a:lnTo>
                  <a:lnTo>
                    <a:pt x="40" y="3182"/>
                  </a:lnTo>
                  <a:lnTo>
                    <a:pt x="27" y="3377"/>
                  </a:lnTo>
                  <a:lnTo>
                    <a:pt x="1" y="3560"/>
                  </a:lnTo>
                  <a:lnTo>
                    <a:pt x="1" y="3755"/>
                  </a:lnTo>
                  <a:lnTo>
                    <a:pt x="1" y="24107"/>
                  </a:lnTo>
                  <a:lnTo>
                    <a:pt x="7523" y="24107"/>
                  </a:lnTo>
                  <a:lnTo>
                    <a:pt x="7523" y="3755"/>
                  </a:lnTo>
                  <a:lnTo>
                    <a:pt x="7523" y="3560"/>
                  </a:lnTo>
                  <a:lnTo>
                    <a:pt x="7510" y="3377"/>
                  </a:lnTo>
                  <a:lnTo>
                    <a:pt x="7484" y="3182"/>
                  </a:lnTo>
                  <a:lnTo>
                    <a:pt x="7445" y="2999"/>
                  </a:lnTo>
                  <a:lnTo>
                    <a:pt x="7406" y="2817"/>
                  </a:lnTo>
                  <a:lnTo>
                    <a:pt x="7354" y="2634"/>
                  </a:lnTo>
                  <a:lnTo>
                    <a:pt x="7302" y="2465"/>
                  </a:lnTo>
                  <a:lnTo>
                    <a:pt x="7236" y="2295"/>
                  </a:lnTo>
                  <a:lnTo>
                    <a:pt x="7158" y="2126"/>
                  </a:lnTo>
                  <a:lnTo>
                    <a:pt x="7067" y="1969"/>
                  </a:lnTo>
                  <a:lnTo>
                    <a:pt x="6976" y="1813"/>
                  </a:lnTo>
                  <a:lnTo>
                    <a:pt x="6884" y="1656"/>
                  </a:lnTo>
                  <a:lnTo>
                    <a:pt x="6780" y="1513"/>
                  </a:lnTo>
                  <a:lnTo>
                    <a:pt x="6663" y="1369"/>
                  </a:lnTo>
                  <a:lnTo>
                    <a:pt x="6545" y="1226"/>
                  </a:lnTo>
                  <a:lnTo>
                    <a:pt x="6428" y="1096"/>
                  </a:lnTo>
                  <a:lnTo>
                    <a:pt x="6298" y="978"/>
                  </a:lnTo>
                  <a:lnTo>
                    <a:pt x="6154" y="861"/>
                  </a:lnTo>
                  <a:lnTo>
                    <a:pt x="6011" y="744"/>
                  </a:lnTo>
                  <a:lnTo>
                    <a:pt x="5867" y="639"/>
                  </a:lnTo>
                  <a:lnTo>
                    <a:pt x="5711" y="548"/>
                  </a:lnTo>
                  <a:lnTo>
                    <a:pt x="5555" y="457"/>
                  </a:lnTo>
                  <a:lnTo>
                    <a:pt x="5398" y="366"/>
                  </a:lnTo>
                  <a:lnTo>
                    <a:pt x="5229" y="287"/>
                  </a:lnTo>
                  <a:lnTo>
                    <a:pt x="5059" y="222"/>
                  </a:lnTo>
                  <a:lnTo>
                    <a:pt x="4877" y="170"/>
                  </a:lnTo>
                  <a:lnTo>
                    <a:pt x="4707" y="118"/>
                  </a:lnTo>
                  <a:lnTo>
                    <a:pt x="4525" y="79"/>
                  </a:lnTo>
                  <a:lnTo>
                    <a:pt x="4342" y="40"/>
                  </a:lnTo>
                  <a:lnTo>
                    <a:pt x="4146" y="14"/>
                  </a:lnTo>
                  <a:lnTo>
                    <a:pt x="39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7;p15">
              <a:extLst>
                <a:ext uri="{FF2B5EF4-FFF2-40B4-BE49-F238E27FC236}">
                  <a16:creationId xmlns:a16="http://schemas.microsoft.com/office/drawing/2014/main" id="{B711EE3A-E8AC-3156-D123-B679E77BB731}"/>
                </a:ext>
              </a:extLst>
            </p:cNvPr>
            <p:cNvSpPr/>
            <p:nvPr/>
          </p:nvSpPr>
          <p:spPr>
            <a:xfrm>
              <a:off x="6827470" y="1748304"/>
              <a:ext cx="96152" cy="262851"/>
            </a:xfrm>
            <a:custGeom>
              <a:avLst/>
              <a:gdLst/>
              <a:ahLst/>
              <a:cxnLst/>
              <a:rect l="l" t="t" r="r" b="b"/>
              <a:pathLst>
                <a:path w="3143" h="8592" extrusionOk="0">
                  <a:moveTo>
                    <a:pt x="1" y="0"/>
                  </a:moveTo>
                  <a:lnTo>
                    <a:pt x="1" y="8592"/>
                  </a:lnTo>
                  <a:lnTo>
                    <a:pt x="3143" y="8592"/>
                  </a:lnTo>
                  <a:lnTo>
                    <a:pt x="31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8;p15">
              <a:extLst>
                <a:ext uri="{FF2B5EF4-FFF2-40B4-BE49-F238E27FC236}">
                  <a16:creationId xmlns:a16="http://schemas.microsoft.com/office/drawing/2014/main" id="{0B25F938-F44E-8197-90A1-8B9BC7D62B74}"/>
                </a:ext>
              </a:extLst>
            </p:cNvPr>
            <p:cNvSpPr/>
            <p:nvPr/>
          </p:nvSpPr>
          <p:spPr>
            <a:xfrm>
              <a:off x="6779623" y="2232492"/>
              <a:ext cx="211027" cy="277229"/>
            </a:xfrm>
            <a:custGeom>
              <a:avLst/>
              <a:gdLst/>
              <a:ahLst/>
              <a:cxnLst/>
              <a:rect l="l" t="t" r="r" b="b"/>
              <a:pathLst>
                <a:path w="6898" h="9062" extrusionOk="0">
                  <a:moveTo>
                    <a:pt x="0" y="1"/>
                  </a:moveTo>
                  <a:lnTo>
                    <a:pt x="0" y="9062"/>
                  </a:lnTo>
                  <a:lnTo>
                    <a:pt x="6897" y="9062"/>
                  </a:lnTo>
                  <a:lnTo>
                    <a:pt x="6897" y="1"/>
                  </a:lnTo>
                  <a:close/>
                </a:path>
              </a:pathLst>
            </a:custGeom>
            <a:solidFill>
              <a:srgbClr val="EADA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9;p15">
              <a:extLst>
                <a:ext uri="{FF2B5EF4-FFF2-40B4-BE49-F238E27FC236}">
                  <a16:creationId xmlns:a16="http://schemas.microsoft.com/office/drawing/2014/main" id="{ADB33659-CC50-DB59-3DCE-CD2B4B4FC778}"/>
                </a:ext>
              </a:extLst>
            </p:cNvPr>
            <p:cNvSpPr/>
            <p:nvPr/>
          </p:nvSpPr>
          <p:spPr>
            <a:xfrm>
              <a:off x="6817099" y="1747509"/>
              <a:ext cx="114110" cy="29522"/>
            </a:xfrm>
            <a:custGeom>
              <a:avLst/>
              <a:gdLst/>
              <a:ahLst/>
              <a:cxnLst/>
              <a:rect l="l" t="t" r="r" b="b"/>
              <a:pathLst>
                <a:path w="3730" h="965" extrusionOk="0">
                  <a:moveTo>
                    <a:pt x="1" y="0"/>
                  </a:moveTo>
                  <a:lnTo>
                    <a:pt x="1" y="965"/>
                  </a:lnTo>
                  <a:lnTo>
                    <a:pt x="3730" y="965"/>
                  </a:lnTo>
                  <a:lnTo>
                    <a:pt x="37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90;p15">
              <a:extLst>
                <a:ext uri="{FF2B5EF4-FFF2-40B4-BE49-F238E27FC236}">
                  <a16:creationId xmlns:a16="http://schemas.microsoft.com/office/drawing/2014/main" id="{DF365E0F-2401-6378-1C7F-B78D8FF845A1}"/>
                </a:ext>
              </a:extLst>
            </p:cNvPr>
            <p:cNvSpPr/>
            <p:nvPr/>
          </p:nvSpPr>
          <p:spPr>
            <a:xfrm>
              <a:off x="6811929" y="2273577"/>
              <a:ext cx="175907" cy="16398"/>
            </a:xfrm>
            <a:custGeom>
              <a:avLst/>
              <a:gdLst/>
              <a:ahLst/>
              <a:cxnLst/>
              <a:rect l="l" t="t" r="r" b="b"/>
              <a:pathLst>
                <a:path w="5750" h="536" extrusionOk="0">
                  <a:moveTo>
                    <a:pt x="0" y="1"/>
                  </a:moveTo>
                  <a:lnTo>
                    <a:pt x="0" y="535"/>
                  </a:lnTo>
                  <a:lnTo>
                    <a:pt x="5750" y="535"/>
                  </a:lnTo>
                  <a:lnTo>
                    <a:pt x="575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91;p15">
              <a:extLst>
                <a:ext uri="{FF2B5EF4-FFF2-40B4-BE49-F238E27FC236}">
                  <a16:creationId xmlns:a16="http://schemas.microsoft.com/office/drawing/2014/main" id="{34D117F1-1F4C-17D2-681F-C402EEF2A09E}"/>
                </a:ext>
              </a:extLst>
            </p:cNvPr>
            <p:cNvSpPr/>
            <p:nvPr/>
          </p:nvSpPr>
          <p:spPr>
            <a:xfrm>
              <a:off x="6844632" y="2444681"/>
              <a:ext cx="110898" cy="13185"/>
            </a:xfrm>
            <a:custGeom>
              <a:avLst/>
              <a:gdLst/>
              <a:ahLst/>
              <a:cxnLst/>
              <a:rect l="l" t="t" r="r" b="b"/>
              <a:pathLst>
                <a:path w="3625" h="431" extrusionOk="0">
                  <a:moveTo>
                    <a:pt x="0" y="1"/>
                  </a:moveTo>
                  <a:lnTo>
                    <a:pt x="0" y="431"/>
                  </a:lnTo>
                  <a:lnTo>
                    <a:pt x="3625" y="431"/>
                  </a:lnTo>
                  <a:lnTo>
                    <a:pt x="36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92;p15">
              <a:extLst>
                <a:ext uri="{FF2B5EF4-FFF2-40B4-BE49-F238E27FC236}">
                  <a16:creationId xmlns:a16="http://schemas.microsoft.com/office/drawing/2014/main" id="{3886DC7E-DB2E-7EA8-D8B0-42AA2BFDAA72}"/>
                </a:ext>
              </a:extLst>
            </p:cNvPr>
            <p:cNvSpPr/>
            <p:nvPr/>
          </p:nvSpPr>
          <p:spPr>
            <a:xfrm>
              <a:off x="6844632" y="2473010"/>
              <a:ext cx="110898" cy="13185"/>
            </a:xfrm>
            <a:custGeom>
              <a:avLst/>
              <a:gdLst/>
              <a:ahLst/>
              <a:cxnLst/>
              <a:rect l="l" t="t" r="r" b="b"/>
              <a:pathLst>
                <a:path w="3625" h="431" extrusionOk="0">
                  <a:moveTo>
                    <a:pt x="0" y="0"/>
                  </a:moveTo>
                  <a:lnTo>
                    <a:pt x="0" y="430"/>
                  </a:lnTo>
                  <a:lnTo>
                    <a:pt x="3625" y="430"/>
                  </a:lnTo>
                  <a:lnTo>
                    <a:pt x="36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93;p15">
              <a:extLst>
                <a:ext uri="{FF2B5EF4-FFF2-40B4-BE49-F238E27FC236}">
                  <a16:creationId xmlns:a16="http://schemas.microsoft.com/office/drawing/2014/main" id="{9B7DC781-C4CF-9261-D6EF-11E1DF616060}"/>
                </a:ext>
              </a:extLst>
            </p:cNvPr>
            <p:cNvSpPr/>
            <p:nvPr/>
          </p:nvSpPr>
          <p:spPr>
            <a:xfrm>
              <a:off x="6825084" y="2328216"/>
              <a:ext cx="149597" cy="80611"/>
            </a:xfrm>
            <a:custGeom>
              <a:avLst/>
              <a:gdLst/>
              <a:ahLst/>
              <a:cxnLst/>
              <a:rect l="l" t="t" r="r" b="b"/>
              <a:pathLst>
                <a:path w="4890" h="2635" extrusionOk="0">
                  <a:moveTo>
                    <a:pt x="2204" y="1"/>
                  </a:moveTo>
                  <a:lnTo>
                    <a:pt x="1956" y="27"/>
                  </a:lnTo>
                  <a:lnTo>
                    <a:pt x="1722" y="53"/>
                  </a:lnTo>
                  <a:lnTo>
                    <a:pt x="1500" y="105"/>
                  </a:lnTo>
                  <a:lnTo>
                    <a:pt x="1278" y="157"/>
                  </a:lnTo>
                  <a:lnTo>
                    <a:pt x="1083" y="222"/>
                  </a:lnTo>
                  <a:lnTo>
                    <a:pt x="900" y="301"/>
                  </a:lnTo>
                  <a:lnTo>
                    <a:pt x="718" y="379"/>
                  </a:lnTo>
                  <a:lnTo>
                    <a:pt x="561" y="483"/>
                  </a:lnTo>
                  <a:lnTo>
                    <a:pt x="418" y="574"/>
                  </a:lnTo>
                  <a:lnTo>
                    <a:pt x="301" y="692"/>
                  </a:lnTo>
                  <a:lnTo>
                    <a:pt x="196" y="796"/>
                  </a:lnTo>
                  <a:lnTo>
                    <a:pt x="118" y="926"/>
                  </a:lnTo>
                  <a:lnTo>
                    <a:pt x="53" y="1044"/>
                  </a:lnTo>
                  <a:lnTo>
                    <a:pt x="14" y="1174"/>
                  </a:lnTo>
                  <a:lnTo>
                    <a:pt x="1" y="1317"/>
                  </a:lnTo>
                  <a:lnTo>
                    <a:pt x="14" y="1448"/>
                  </a:lnTo>
                  <a:lnTo>
                    <a:pt x="53" y="1578"/>
                  </a:lnTo>
                  <a:lnTo>
                    <a:pt x="118" y="1709"/>
                  </a:lnTo>
                  <a:lnTo>
                    <a:pt x="196" y="1826"/>
                  </a:lnTo>
                  <a:lnTo>
                    <a:pt x="301" y="1943"/>
                  </a:lnTo>
                  <a:lnTo>
                    <a:pt x="418" y="2048"/>
                  </a:lnTo>
                  <a:lnTo>
                    <a:pt x="561" y="2152"/>
                  </a:lnTo>
                  <a:lnTo>
                    <a:pt x="718" y="2243"/>
                  </a:lnTo>
                  <a:lnTo>
                    <a:pt x="900" y="2321"/>
                  </a:lnTo>
                  <a:lnTo>
                    <a:pt x="1083" y="2400"/>
                  </a:lnTo>
                  <a:lnTo>
                    <a:pt x="1278" y="2465"/>
                  </a:lnTo>
                  <a:lnTo>
                    <a:pt x="1500" y="2530"/>
                  </a:lnTo>
                  <a:lnTo>
                    <a:pt x="1722" y="2569"/>
                  </a:lnTo>
                  <a:lnTo>
                    <a:pt x="1956" y="2595"/>
                  </a:lnTo>
                  <a:lnTo>
                    <a:pt x="2204" y="2621"/>
                  </a:lnTo>
                  <a:lnTo>
                    <a:pt x="2452" y="2634"/>
                  </a:lnTo>
                  <a:lnTo>
                    <a:pt x="2699" y="2621"/>
                  </a:lnTo>
                  <a:lnTo>
                    <a:pt x="2947" y="2595"/>
                  </a:lnTo>
                  <a:lnTo>
                    <a:pt x="3182" y="2569"/>
                  </a:lnTo>
                  <a:lnTo>
                    <a:pt x="3403" y="2530"/>
                  </a:lnTo>
                  <a:lnTo>
                    <a:pt x="3612" y="2465"/>
                  </a:lnTo>
                  <a:lnTo>
                    <a:pt x="3821" y="2400"/>
                  </a:lnTo>
                  <a:lnTo>
                    <a:pt x="4003" y="2321"/>
                  </a:lnTo>
                  <a:lnTo>
                    <a:pt x="4173" y="2243"/>
                  </a:lnTo>
                  <a:lnTo>
                    <a:pt x="4342" y="2152"/>
                  </a:lnTo>
                  <a:lnTo>
                    <a:pt x="4472" y="2048"/>
                  </a:lnTo>
                  <a:lnTo>
                    <a:pt x="4603" y="1943"/>
                  </a:lnTo>
                  <a:lnTo>
                    <a:pt x="4707" y="1826"/>
                  </a:lnTo>
                  <a:lnTo>
                    <a:pt x="4785" y="1709"/>
                  </a:lnTo>
                  <a:lnTo>
                    <a:pt x="4851" y="1578"/>
                  </a:lnTo>
                  <a:lnTo>
                    <a:pt x="4877" y="1448"/>
                  </a:lnTo>
                  <a:lnTo>
                    <a:pt x="4890" y="1317"/>
                  </a:lnTo>
                  <a:lnTo>
                    <a:pt x="4877" y="1174"/>
                  </a:lnTo>
                  <a:lnTo>
                    <a:pt x="4851" y="1044"/>
                  </a:lnTo>
                  <a:lnTo>
                    <a:pt x="4785" y="926"/>
                  </a:lnTo>
                  <a:lnTo>
                    <a:pt x="4707" y="796"/>
                  </a:lnTo>
                  <a:lnTo>
                    <a:pt x="4603" y="692"/>
                  </a:lnTo>
                  <a:lnTo>
                    <a:pt x="4472" y="574"/>
                  </a:lnTo>
                  <a:lnTo>
                    <a:pt x="4342" y="483"/>
                  </a:lnTo>
                  <a:lnTo>
                    <a:pt x="4173" y="379"/>
                  </a:lnTo>
                  <a:lnTo>
                    <a:pt x="4003" y="301"/>
                  </a:lnTo>
                  <a:lnTo>
                    <a:pt x="3821" y="222"/>
                  </a:lnTo>
                  <a:lnTo>
                    <a:pt x="3612" y="157"/>
                  </a:lnTo>
                  <a:lnTo>
                    <a:pt x="3403" y="105"/>
                  </a:lnTo>
                  <a:lnTo>
                    <a:pt x="3182" y="53"/>
                  </a:lnTo>
                  <a:lnTo>
                    <a:pt x="2947" y="27"/>
                  </a:lnTo>
                  <a:lnTo>
                    <a:pt x="269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94;p15">
              <a:extLst>
                <a:ext uri="{FF2B5EF4-FFF2-40B4-BE49-F238E27FC236}">
                  <a16:creationId xmlns:a16="http://schemas.microsoft.com/office/drawing/2014/main" id="{7C18257E-E4F4-8631-36F9-93941FACD3DB}"/>
                </a:ext>
              </a:extLst>
            </p:cNvPr>
            <p:cNvSpPr/>
            <p:nvPr/>
          </p:nvSpPr>
          <p:spPr>
            <a:xfrm>
              <a:off x="6551097" y="1676952"/>
              <a:ext cx="86974" cy="1047395"/>
            </a:xfrm>
            <a:custGeom>
              <a:avLst/>
              <a:gdLst/>
              <a:ahLst/>
              <a:cxnLst/>
              <a:rect l="l" t="t" r="r" b="b"/>
              <a:pathLst>
                <a:path w="2843" h="34237" fill="none" extrusionOk="0">
                  <a:moveTo>
                    <a:pt x="2842" y="0"/>
                  </a:moveTo>
                  <a:lnTo>
                    <a:pt x="0" y="34237"/>
                  </a:lnTo>
                </a:path>
              </a:pathLst>
            </a:custGeom>
            <a:solidFill>
              <a:schemeClr val="accent2"/>
            </a:solidFill>
            <a:ln w="2117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95;p15">
              <a:extLst>
                <a:ext uri="{FF2B5EF4-FFF2-40B4-BE49-F238E27FC236}">
                  <a16:creationId xmlns:a16="http://schemas.microsoft.com/office/drawing/2014/main" id="{61EEAB1D-7821-316A-89E3-02E406C25457}"/>
                </a:ext>
              </a:extLst>
            </p:cNvPr>
            <p:cNvSpPr/>
            <p:nvPr/>
          </p:nvSpPr>
          <p:spPr>
            <a:xfrm>
              <a:off x="6567831" y="1455932"/>
              <a:ext cx="151984" cy="232166"/>
            </a:xfrm>
            <a:custGeom>
              <a:avLst/>
              <a:gdLst/>
              <a:ahLst/>
              <a:cxnLst/>
              <a:rect l="l" t="t" r="r" b="b"/>
              <a:pathLst>
                <a:path w="4968" h="7589" extrusionOk="0">
                  <a:moveTo>
                    <a:pt x="3873" y="1"/>
                  </a:moveTo>
                  <a:lnTo>
                    <a:pt x="3521" y="223"/>
                  </a:lnTo>
                  <a:lnTo>
                    <a:pt x="3169" y="470"/>
                  </a:lnTo>
                  <a:lnTo>
                    <a:pt x="2830" y="731"/>
                  </a:lnTo>
                  <a:lnTo>
                    <a:pt x="2504" y="1005"/>
                  </a:lnTo>
                  <a:lnTo>
                    <a:pt x="2204" y="1292"/>
                  </a:lnTo>
                  <a:lnTo>
                    <a:pt x="1904" y="1591"/>
                  </a:lnTo>
                  <a:lnTo>
                    <a:pt x="1617" y="1904"/>
                  </a:lnTo>
                  <a:lnTo>
                    <a:pt x="1343" y="2243"/>
                  </a:lnTo>
                  <a:lnTo>
                    <a:pt x="1122" y="2517"/>
                  </a:lnTo>
                  <a:lnTo>
                    <a:pt x="913" y="2817"/>
                  </a:lnTo>
                  <a:lnTo>
                    <a:pt x="705" y="3130"/>
                  </a:lnTo>
                  <a:lnTo>
                    <a:pt x="509" y="3456"/>
                  </a:lnTo>
                  <a:lnTo>
                    <a:pt x="327" y="3795"/>
                  </a:lnTo>
                  <a:lnTo>
                    <a:pt x="248" y="3964"/>
                  </a:lnTo>
                  <a:lnTo>
                    <a:pt x="183" y="4134"/>
                  </a:lnTo>
                  <a:lnTo>
                    <a:pt x="131" y="4316"/>
                  </a:lnTo>
                  <a:lnTo>
                    <a:pt x="79" y="4486"/>
                  </a:lnTo>
                  <a:lnTo>
                    <a:pt x="40" y="4668"/>
                  </a:lnTo>
                  <a:lnTo>
                    <a:pt x="14" y="4851"/>
                  </a:lnTo>
                  <a:lnTo>
                    <a:pt x="1" y="5098"/>
                  </a:lnTo>
                  <a:lnTo>
                    <a:pt x="14" y="5346"/>
                  </a:lnTo>
                  <a:lnTo>
                    <a:pt x="53" y="5594"/>
                  </a:lnTo>
                  <a:lnTo>
                    <a:pt x="105" y="5829"/>
                  </a:lnTo>
                  <a:lnTo>
                    <a:pt x="183" y="6050"/>
                  </a:lnTo>
                  <a:lnTo>
                    <a:pt x="287" y="6272"/>
                  </a:lnTo>
                  <a:lnTo>
                    <a:pt x="418" y="6480"/>
                  </a:lnTo>
                  <a:lnTo>
                    <a:pt x="548" y="6676"/>
                  </a:lnTo>
                  <a:lnTo>
                    <a:pt x="718" y="6845"/>
                  </a:lnTo>
                  <a:lnTo>
                    <a:pt x="887" y="7015"/>
                  </a:lnTo>
                  <a:lnTo>
                    <a:pt x="1083" y="7158"/>
                  </a:lnTo>
                  <a:lnTo>
                    <a:pt x="1278" y="7276"/>
                  </a:lnTo>
                  <a:lnTo>
                    <a:pt x="1500" y="7393"/>
                  </a:lnTo>
                  <a:lnTo>
                    <a:pt x="1735" y="7471"/>
                  </a:lnTo>
                  <a:lnTo>
                    <a:pt x="1969" y="7536"/>
                  </a:lnTo>
                  <a:lnTo>
                    <a:pt x="2217" y="7576"/>
                  </a:lnTo>
                  <a:lnTo>
                    <a:pt x="2478" y="7589"/>
                  </a:lnTo>
                  <a:lnTo>
                    <a:pt x="2725" y="7576"/>
                  </a:lnTo>
                  <a:lnTo>
                    <a:pt x="2973" y="7550"/>
                  </a:lnTo>
                  <a:lnTo>
                    <a:pt x="3208" y="7484"/>
                  </a:lnTo>
                  <a:lnTo>
                    <a:pt x="3429" y="7406"/>
                  </a:lnTo>
                  <a:lnTo>
                    <a:pt x="3651" y="7302"/>
                  </a:lnTo>
                  <a:lnTo>
                    <a:pt x="3847" y="7184"/>
                  </a:lnTo>
                  <a:lnTo>
                    <a:pt x="4042" y="7041"/>
                  </a:lnTo>
                  <a:lnTo>
                    <a:pt x="4225" y="6885"/>
                  </a:lnTo>
                  <a:lnTo>
                    <a:pt x="4381" y="6702"/>
                  </a:lnTo>
                  <a:lnTo>
                    <a:pt x="4525" y="6520"/>
                  </a:lnTo>
                  <a:lnTo>
                    <a:pt x="4655" y="6311"/>
                  </a:lnTo>
                  <a:lnTo>
                    <a:pt x="4759" y="6089"/>
                  </a:lnTo>
                  <a:lnTo>
                    <a:pt x="4850" y="5868"/>
                  </a:lnTo>
                  <a:lnTo>
                    <a:pt x="4916" y="5620"/>
                  </a:lnTo>
                  <a:lnTo>
                    <a:pt x="4955" y="5372"/>
                  </a:lnTo>
                  <a:lnTo>
                    <a:pt x="4968" y="5229"/>
                  </a:lnTo>
                  <a:lnTo>
                    <a:pt x="4955" y="5072"/>
                  </a:lnTo>
                  <a:lnTo>
                    <a:pt x="4955" y="4929"/>
                  </a:lnTo>
                  <a:lnTo>
                    <a:pt x="4929" y="4773"/>
                  </a:lnTo>
                  <a:lnTo>
                    <a:pt x="4877" y="4473"/>
                  </a:lnTo>
                  <a:lnTo>
                    <a:pt x="4811" y="4186"/>
                  </a:lnTo>
                  <a:lnTo>
                    <a:pt x="4733" y="3834"/>
                  </a:lnTo>
                  <a:lnTo>
                    <a:pt x="4655" y="3495"/>
                  </a:lnTo>
                  <a:lnTo>
                    <a:pt x="4603" y="3143"/>
                  </a:lnTo>
                  <a:lnTo>
                    <a:pt x="4551" y="2791"/>
                  </a:lnTo>
                  <a:lnTo>
                    <a:pt x="4498" y="2387"/>
                  </a:lnTo>
                  <a:lnTo>
                    <a:pt x="4433" y="1983"/>
                  </a:lnTo>
                  <a:lnTo>
                    <a:pt x="4355" y="1578"/>
                  </a:lnTo>
                  <a:lnTo>
                    <a:pt x="4264" y="1174"/>
                  </a:lnTo>
                  <a:lnTo>
                    <a:pt x="4055" y="548"/>
                  </a:lnTo>
                  <a:lnTo>
                    <a:pt x="3925" y="170"/>
                  </a:lnTo>
                  <a:lnTo>
                    <a:pt x="3873" y="1"/>
                  </a:lnTo>
                  <a:close/>
                </a:path>
              </a:pathLst>
            </a:custGeom>
            <a:solidFill>
              <a:srgbClr val="F25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96;p15">
              <a:extLst>
                <a:ext uri="{FF2B5EF4-FFF2-40B4-BE49-F238E27FC236}">
                  <a16:creationId xmlns:a16="http://schemas.microsoft.com/office/drawing/2014/main" id="{5596130D-202A-EEA5-C822-DA44EDBBA062}"/>
                </a:ext>
              </a:extLst>
            </p:cNvPr>
            <p:cNvSpPr/>
            <p:nvPr/>
          </p:nvSpPr>
          <p:spPr>
            <a:xfrm>
              <a:off x="6569025" y="1451159"/>
              <a:ext cx="151984" cy="237337"/>
            </a:xfrm>
            <a:custGeom>
              <a:avLst/>
              <a:gdLst/>
              <a:ahLst/>
              <a:cxnLst/>
              <a:rect l="l" t="t" r="r" b="b"/>
              <a:pathLst>
                <a:path w="4968" h="7758" extrusionOk="0">
                  <a:moveTo>
                    <a:pt x="1956" y="0"/>
                  </a:moveTo>
                  <a:lnTo>
                    <a:pt x="1878" y="170"/>
                  </a:lnTo>
                  <a:lnTo>
                    <a:pt x="1683" y="522"/>
                  </a:lnTo>
                  <a:lnTo>
                    <a:pt x="1383" y="1096"/>
                  </a:lnTo>
                  <a:lnTo>
                    <a:pt x="1213" y="1474"/>
                  </a:lnTo>
                  <a:lnTo>
                    <a:pt x="1070" y="1865"/>
                  </a:lnTo>
                  <a:lnTo>
                    <a:pt x="952" y="2243"/>
                  </a:lnTo>
                  <a:lnTo>
                    <a:pt x="822" y="2634"/>
                  </a:lnTo>
                  <a:lnTo>
                    <a:pt x="718" y="2986"/>
                  </a:lnTo>
                  <a:lnTo>
                    <a:pt x="600" y="3312"/>
                  </a:lnTo>
                  <a:lnTo>
                    <a:pt x="483" y="3651"/>
                  </a:lnTo>
                  <a:lnTo>
                    <a:pt x="340" y="3977"/>
                  </a:lnTo>
                  <a:lnTo>
                    <a:pt x="222" y="4251"/>
                  </a:lnTo>
                  <a:lnTo>
                    <a:pt x="118" y="4537"/>
                  </a:lnTo>
                  <a:lnTo>
                    <a:pt x="79" y="4681"/>
                  </a:lnTo>
                  <a:lnTo>
                    <a:pt x="40" y="4824"/>
                  </a:lnTo>
                  <a:lnTo>
                    <a:pt x="14" y="4981"/>
                  </a:lnTo>
                  <a:lnTo>
                    <a:pt x="1" y="5124"/>
                  </a:lnTo>
                  <a:lnTo>
                    <a:pt x="1" y="5372"/>
                  </a:lnTo>
                  <a:lnTo>
                    <a:pt x="27" y="5620"/>
                  </a:lnTo>
                  <a:lnTo>
                    <a:pt x="66" y="5867"/>
                  </a:lnTo>
                  <a:lnTo>
                    <a:pt x="144" y="6102"/>
                  </a:lnTo>
                  <a:lnTo>
                    <a:pt x="235" y="6324"/>
                  </a:lnTo>
                  <a:lnTo>
                    <a:pt x="340" y="6532"/>
                  </a:lnTo>
                  <a:lnTo>
                    <a:pt x="470" y="6728"/>
                  </a:lnTo>
                  <a:lnTo>
                    <a:pt x="626" y="6923"/>
                  </a:lnTo>
                  <a:lnTo>
                    <a:pt x="783" y="7093"/>
                  </a:lnTo>
                  <a:lnTo>
                    <a:pt x="965" y="7249"/>
                  </a:lnTo>
                  <a:lnTo>
                    <a:pt x="1161" y="7380"/>
                  </a:lnTo>
                  <a:lnTo>
                    <a:pt x="1383" y="7497"/>
                  </a:lnTo>
                  <a:lnTo>
                    <a:pt x="1604" y="7588"/>
                  </a:lnTo>
                  <a:lnTo>
                    <a:pt x="1839" y="7666"/>
                  </a:lnTo>
                  <a:lnTo>
                    <a:pt x="2074" y="7719"/>
                  </a:lnTo>
                  <a:lnTo>
                    <a:pt x="2334" y="7745"/>
                  </a:lnTo>
                  <a:lnTo>
                    <a:pt x="2582" y="7758"/>
                  </a:lnTo>
                  <a:lnTo>
                    <a:pt x="2830" y="7732"/>
                  </a:lnTo>
                  <a:lnTo>
                    <a:pt x="3078" y="7679"/>
                  </a:lnTo>
                  <a:lnTo>
                    <a:pt x="3312" y="7614"/>
                  </a:lnTo>
                  <a:lnTo>
                    <a:pt x="3534" y="7523"/>
                  </a:lnTo>
                  <a:lnTo>
                    <a:pt x="3742" y="7406"/>
                  </a:lnTo>
                  <a:lnTo>
                    <a:pt x="3938" y="7275"/>
                  </a:lnTo>
                  <a:lnTo>
                    <a:pt x="4120" y="7132"/>
                  </a:lnTo>
                  <a:lnTo>
                    <a:pt x="4303" y="6962"/>
                  </a:lnTo>
                  <a:lnTo>
                    <a:pt x="4446" y="6780"/>
                  </a:lnTo>
                  <a:lnTo>
                    <a:pt x="4590" y="6584"/>
                  </a:lnTo>
                  <a:lnTo>
                    <a:pt x="4707" y="6376"/>
                  </a:lnTo>
                  <a:lnTo>
                    <a:pt x="4798" y="6154"/>
                  </a:lnTo>
                  <a:lnTo>
                    <a:pt x="4877" y="5919"/>
                  </a:lnTo>
                  <a:lnTo>
                    <a:pt x="4929" y="5672"/>
                  </a:lnTo>
                  <a:lnTo>
                    <a:pt x="4955" y="5424"/>
                  </a:lnTo>
                  <a:lnTo>
                    <a:pt x="4968" y="5241"/>
                  </a:lnTo>
                  <a:lnTo>
                    <a:pt x="4955" y="5059"/>
                  </a:lnTo>
                  <a:lnTo>
                    <a:pt x="4942" y="4876"/>
                  </a:lnTo>
                  <a:lnTo>
                    <a:pt x="4903" y="4694"/>
                  </a:lnTo>
                  <a:lnTo>
                    <a:pt x="4864" y="4511"/>
                  </a:lnTo>
                  <a:lnTo>
                    <a:pt x="4825" y="4329"/>
                  </a:lnTo>
                  <a:lnTo>
                    <a:pt x="4707" y="3964"/>
                  </a:lnTo>
                  <a:lnTo>
                    <a:pt x="4564" y="3612"/>
                  </a:lnTo>
                  <a:lnTo>
                    <a:pt x="4407" y="3273"/>
                  </a:lnTo>
                  <a:lnTo>
                    <a:pt x="4251" y="2934"/>
                  </a:lnTo>
                  <a:lnTo>
                    <a:pt x="4081" y="2621"/>
                  </a:lnTo>
                  <a:lnTo>
                    <a:pt x="3873" y="2256"/>
                  </a:lnTo>
                  <a:lnTo>
                    <a:pt x="3638" y="1904"/>
                  </a:lnTo>
                  <a:lnTo>
                    <a:pt x="3390" y="1552"/>
                  </a:lnTo>
                  <a:lnTo>
                    <a:pt x="3130" y="1226"/>
                  </a:lnTo>
                  <a:lnTo>
                    <a:pt x="2856" y="900"/>
                  </a:lnTo>
                  <a:lnTo>
                    <a:pt x="2569" y="587"/>
                  </a:lnTo>
                  <a:lnTo>
                    <a:pt x="2269" y="287"/>
                  </a:lnTo>
                  <a:lnTo>
                    <a:pt x="1956" y="0"/>
                  </a:lnTo>
                  <a:close/>
                </a:path>
              </a:pathLst>
            </a:custGeom>
            <a:solidFill>
              <a:srgbClr val="F256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97;p15">
              <a:extLst>
                <a:ext uri="{FF2B5EF4-FFF2-40B4-BE49-F238E27FC236}">
                  <a16:creationId xmlns:a16="http://schemas.microsoft.com/office/drawing/2014/main" id="{32C33828-15AB-C77B-5F1C-C9BBBF64EB68}"/>
                </a:ext>
              </a:extLst>
            </p:cNvPr>
            <p:cNvSpPr/>
            <p:nvPr/>
          </p:nvSpPr>
          <p:spPr>
            <a:xfrm>
              <a:off x="6567831" y="1496620"/>
              <a:ext cx="214606" cy="191478"/>
            </a:xfrm>
            <a:custGeom>
              <a:avLst/>
              <a:gdLst/>
              <a:ahLst/>
              <a:cxnLst/>
              <a:rect l="l" t="t" r="r" b="b"/>
              <a:pathLst>
                <a:path w="7015" h="6259" extrusionOk="0">
                  <a:moveTo>
                    <a:pt x="5137" y="1"/>
                  </a:moveTo>
                  <a:lnTo>
                    <a:pt x="4824" y="27"/>
                  </a:lnTo>
                  <a:lnTo>
                    <a:pt x="4511" y="53"/>
                  </a:lnTo>
                  <a:lnTo>
                    <a:pt x="4186" y="118"/>
                  </a:lnTo>
                  <a:lnTo>
                    <a:pt x="3873" y="183"/>
                  </a:lnTo>
                  <a:lnTo>
                    <a:pt x="3547" y="274"/>
                  </a:lnTo>
                  <a:lnTo>
                    <a:pt x="3234" y="392"/>
                  </a:lnTo>
                  <a:lnTo>
                    <a:pt x="2921" y="509"/>
                  </a:lnTo>
                  <a:lnTo>
                    <a:pt x="2621" y="653"/>
                  </a:lnTo>
                  <a:lnTo>
                    <a:pt x="2334" y="809"/>
                  </a:lnTo>
                  <a:lnTo>
                    <a:pt x="2060" y="992"/>
                  </a:lnTo>
                  <a:lnTo>
                    <a:pt x="1604" y="1304"/>
                  </a:lnTo>
                  <a:lnTo>
                    <a:pt x="1369" y="1474"/>
                  </a:lnTo>
                  <a:lnTo>
                    <a:pt x="1135" y="1656"/>
                  </a:lnTo>
                  <a:lnTo>
                    <a:pt x="913" y="1852"/>
                  </a:lnTo>
                  <a:lnTo>
                    <a:pt x="705" y="2048"/>
                  </a:lnTo>
                  <a:lnTo>
                    <a:pt x="522" y="2256"/>
                  </a:lnTo>
                  <a:lnTo>
                    <a:pt x="444" y="2373"/>
                  </a:lnTo>
                  <a:lnTo>
                    <a:pt x="366" y="2491"/>
                  </a:lnTo>
                  <a:lnTo>
                    <a:pt x="248" y="2712"/>
                  </a:lnTo>
                  <a:lnTo>
                    <a:pt x="144" y="2947"/>
                  </a:lnTo>
                  <a:lnTo>
                    <a:pt x="79" y="3182"/>
                  </a:lnTo>
                  <a:lnTo>
                    <a:pt x="27" y="3416"/>
                  </a:lnTo>
                  <a:lnTo>
                    <a:pt x="1" y="3651"/>
                  </a:lnTo>
                  <a:lnTo>
                    <a:pt x="1" y="3899"/>
                  </a:lnTo>
                  <a:lnTo>
                    <a:pt x="27" y="4134"/>
                  </a:lnTo>
                  <a:lnTo>
                    <a:pt x="79" y="4368"/>
                  </a:lnTo>
                  <a:lnTo>
                    <a:pt x="144" y="4590"/>
                  </a:lnTo>
                  <a:lnTo>
                    <a:pt x="222" y="4811"/>
                  </a:lnTo>
                  <a:lnTo>
                    <a:pt x="340" y="5033"/>
                  </a:lnTo>
                  <a:lnTo>
                    <a:pt x="470" y="5229"/>
                  </a:lnTo>
                  <a:lnTo>
                    <a:pt x="626" y="5424"/>
                  </a:lnTo>
                  <a:lnTo>
                    <a:pt x="796" y="5594"/>
                  </a:lnTo>
                  <a:lnTo>
                    <a:pt x="978" y="5750"/>
                  </a:lnTo>
                  <a:lnTo>
                    <a:pt x="1187" y="5894"/>
                  </a:lnTo>
                  <a:lnTo>
                    <a:pt x="1422" y="6024"/>
                  </a:lnTo>
                  <a:lnTo>
                    <a:pt x="1643" y="6115"/>
                  </a:lnTo>
                  <a:lnTo>
                    <a:pt x="1878" y="6193"/>
                  </a:lnTo>
                  <a:lnTo>
                    <a:pt x="2126" y="6233"/>
                  </a:lnTo>
                  <a:lnTo>
                    <a:pt x="2360" y="6259"/>
                  </a:lnTo>
                  <a:lnTo>
                    <a:pt x="2595" y="6259"/>
                  </a:lnTo>
                  <a:lnTo>
                    <a:pt x="2843" y="6233"/>
                  </a:lnTo>
                  <a:lnTo>
                    <a:pt x="3064" y="6193"/>
                  </a:lnTo>
                  <a:lnTo>
                    <a:pt x="3299" y="6128"/>
                  </a:lnTo>
                  <a:lnTo>
                    <a:pt x="3521" y="6037"/>
                  </a:lnTo>
                  <a:lnTo>
                    <a:pt x="3729" y="5920"/>
                  </a:lnTo>
                  <a:lnTo>
                    <a:pt x="3938" y="5789"/>
                  </a:lnTo>
                  <a:lnTo>
                    <a:pt x="4120" y="5646"/>
                  </a:lnTo>
                  <a:lnTo>
                    <a:pt x="4303" y="5476"/>
                  </a:lnTo>
                  <a:lnTo>
                    <a:pt x="4459" y="5281"/>
                  </a:lnTo>
                  <a:lnTo>
                    <a:pt x="4603" y="5072"/>
                  </a:lnTo>
                  <a:lnTo>
                    <a:pt x="4681" y="4929"/>
                  </a:lnTo>
                  <a:lnTo>
                    <a:pt x="4759" y="4772"/>
                  </a:lnTo>
                  <a:lnTo>
                    <a:pt x="4824" y="4616"/>
                  </a:lnTo>
                  <a:lnTo>
                    <a:pt x="4890" y="4459"/>
                  </a:lnTo>
                  <a:lnTo>
                    <a:pt x="4994" y="4134"/>
                  </a:lnTo>
                  <a:lnTo>
                    <a:pt x="5085" y="3795"/>
                  </a:lnTo>
                  <a:lnTo>
                    <a:pt x="5229" y="3104"/>
                  </a:lnTo>
                  <a:lnTo>
                    <a:pt x="5307" y="2752"/>
                  </a:lnTo>
                  <a:lnTo>
                    <a:pt x="5385" y="2413"/>
                  </a:lnTo>
                  <a:lnTo>
                    <a:pt x="5476" y="2074"/>
                  </a:lnTo>
                  <a:lnTo>
                    <a:pt x="5594" y="1761"/>
                  </a:lnTo>
                  <a:lnTo>
                    <a:pt x="5659" y="1604"/>
                  </a:lnTo>
                  <a:lnTo>
                    <a:pt x="5724" y="1461"/>
                  </a:lnTo>
                  <a:lnTo>
                    <a:pt x="5815" y="1317"/>
                  </a:lnTo>
                  <a:lnTo>
                    <a:pt x="5893" y="1174"/>
                  </a:lnTo>
                  <a:lnTo>
                    <a:pt x="5998" y="1044"/>
                  </a:lnTo>
                  <a:lnTo>
                    <a:pt x="6102" y="926"/>
                  </a:lnTo>
                  <a:lnTo>
                    <a:pt x="6219" y="809"/>
                  </a:lnTo>
                  <a:lnTo>
                    <a:pt x="6363" y="705"/>
                  </a:lnTo>
                  <a:lnTo>
                    <a:pt x="6506" y="600"/>
                  </a:lnTo>
                  <a:lnTo>
                    <a:pt x="6663" y="509"/>
                  </a:lnTo>
                  <a:lnTo>
                    <a:pt x="6832" y="431"/>
                  </a:lnTo>
                  <a:lnTo>
                    <a:pt x="7015" y="353"/>
                  </a:lnTo>
                  <a:lnTo>
                    <a:pt x="6715" y="235"/>
                  </a:lnTo>
                  <a:lnTo>
                    <a:pt x="6415" y="144"/>
                  </a:lnTo>
                  <a:lnTo>
                    <a:pt x="6102" y="79"/>
                  </a:lnTo>
                  <a:lnTo>
                    <a:pt x="5776" y="27"/>
                  </a:lnTo>
                  <a:lnTo>
                    <a:pt x="5463" y="1"/>
                  </a:lnTo>
                  <a:close/>
                </a:path>
              </a:pathLst>
            </a:custGeom>
            <a:solidFill>
              <a:srgbClr val="FF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98;p15">
              <a:extLst>
                <a:ext uri="{FF2B5EF4-FFF2-40B4-BE49-F238E27FC236}">
                  <a16:creationId xmlns:a16="http://schemas.microsoft.com/office/drawing/2014/main" id="{1FDF2979-5C3E-0E42-F49F-57657F4F860F}"/>
                </a:ext>
              </a:extLst>
            </p:cNvPr>
            <p:cNvSpPr/>
            <p:nvPr/>
          </p:nvSpPr>
          <p:spPr>
            <a:xfrm>
              <a:off x="6527143" y="1477866"/>
              <a:ext cx="188695" cy="210232"/>
            </a:xfrm>
            <a:custGeom>
              <a:avLst/>
              <a:gdLst/>
              <a:ahLst/>
              <a:cxnLst/>
              <a:rect l="l" t="t" r="r" b="b"/>
              <a:pathLst>
                <a:path w="6168" h="6872" extrusionOk="0">
                  <a:moveTo>
                    <a:pt x="627" y="1"/>
                  </a:moveTo>
                  <a:lnTo>
                    <a:pt x="314" y="27"/>
                  </a:lnTo>
                  <a:lnTo>
                    <a:pt x="1" y="79"/>
                  </a:lnTo>
                  <a:lnTo>
                    <a:pt x="170" y="183"/>
                  </a:lnTo>
                  <a:lnTo>
                    <a:pt x="314" y="301"/>
                  </a:lnTo>
                  <a:lnTo>
                    <a:pt x="444" y="418"/>
                  </a:lnTo>
                  <a:lnTo>
                    <a:pt x="561" y="548"/>
                  </a:lnTo>
                  <a:lnTo>
                    <a:pt x="666" y="692"/>
                  </a:lnTo>
                  <a:lnTo>
                    <a:pt x="757" y="822"/>
                  </a:lnTo>
                  <a:lnTo>
                    <a:pt x="848" y="966"/>
                  </a:lnTo>
                  <a:lnTo>
                    <a:pt x="913" y="1122"/>
                  </a:lnTo>
                  <a:lnTo>
                    <a:pt x="966" y="1279"/>
                  </a:lnTo>
                  <a:lnTo>
                    <a:pt x="1018" y="1435"/>
                  </a:lnTo>
                  <a:lnTo>
                    <a:pt x="1057" y="1591"/>
                  </a:lnTo>
                  <a:lnTo>
                    <a:pt x="1083" y="1748"/>
                  </a:lnTo>
                  <a:lnTo>
                    <a:pt x="1135" y="2087"/>
                  </a:lnTo>
                  <a:lnTo>
                    <a:pt x="1148" y="2439"/>
                  </a:lnTo>
                  <a:lnTo>
                    <a:pt x="1148" y="2778"/>
                  </a:lnTo>
                  <a:lnTo>
                    <a:pt x="1148" y="3143"/>
                  </a:lnTo>
                  <a:lnTo>
                    <a:pt x="1148" y="3847"/>
                  </a:lnTo>
                  <a:lnTo>
                    <a:pt x="1161" y="4199"/>
                  </a:lnTo>
                  <a:lnTo>
                    <a:pt x="1187" y="4538"/>
                  </a:lnTo>
                  <a:lnTo>
                    <a:pt x="1213" y="4707"/>
                  </a:lnTo>
                  <a:lnTo>
                    <a:pt x="1252" y="4877"/>
                  </a:lnTo>
                  <a:lnTo>
                    <a:pt x="1291" y="5033"/>
                  </a:lnTo>
                  <a:lnTo>
                    <a:pt x="1344" y="5203"/>
                  </a:lnTo>
                  <a:lnTo>
                    <a:pt x="1435" y="5438"/>
                  </a:lnTo>
                  <a:lnTo>
                    <a:pt x="1552" y="5659"/>
                  </a:lnTo>
                  <a:lnTo>
                    <a:pt x="1683" y="5855"/>
                  </a:lnTo>
                  <a:lnTo>
                    <a:pt x="1839" y="6050"/>
                  </a:lnTo>
                  <a:lnTo>
                    <a:pt x="2009" y="6220"/>
                  </a:lnTo>
                  <a:lnTo>
                    <a:pt x="2191" y="6376"/>
                  </a:lnTo>
                  <a:lnTo>
                    <a:pt x="2387" y="6507"/>
                  </a:lnTo>
                  <a:lnTo>
                    <a:pt x="2595" y="6624"/>
                  </a:lnTo>
                  <a:lnTo>
                    <a:pt x="2817" y="6715"/>
                  </a:lnTo>
                  <a:lnTo>
                    <a:pt x="3038" y="6793"/>
                  </a:lnTo>
                  <a:lnTo>
                    <a:pt x="3273" y="6846"/>
                  </a:lnTo>
                  <a:lnTo>
                    <a:pt x="3521" y="6872"/>
                  </a:lnTo>
                  <a:lnTo>
                    <a:pt x="3756" y="6872"/>
                  </a:lnTo>
                  <a:lnTo>
                    <a:pt x="4003" y="6859"/>
                  </a:lnTo>
                  <a:lnTo>
                    <a:pt x="4251" y="6806"/>
                  </a:lnTo>
                  <a:lnTo>
                    <a:pt x="4499" y="6741"/>
                  </a:lnTo>
                  <a:lnTo>
                    <a:pt x="4733" y="6650"/>
                  </a:lnTo>
                  <a:lnTo>
                    <a:pt x="4955" y="6533"/>
                  </a:lnTo>
                  <a:lnTo>
                    <a:pt x="5151" y="6389"/>
                  </a:lnTo>
                  <a:lnTo>
                    <a:pt x="5346" y="6246"/>
                  </a:lnTo>
                  <a:lnTo>
                    <a:pt x="5516" y="6076"/>
                  </a:lnTo>
                  <a:lnTo>
                    <a:pt x="5672" y="5894"/>
                  </a:lnTo>
                  <a:lnTo>
                    <a:pt x="5802" y="5685"/>
                  </a:lnTo>
                  <a:lnTo>
                    <a:pt x="5920" y="5477"/>
                  </a:lnTo>
                  <a:lnTo>
                    <a:pt x="6011" y="5268"/>
                  </a:lnTo>
                  <a:lnTo>
                    <a:pt x="6089" y="5033"/>
                  </a:lnTo>
                  <a:lnTo>
                    <a:pt x="6141" y="4799"/>
                  </a:lnTo>
                  <a:lnTo>
                    <a:pt x="6167" y="4564"/>
                  </a:lnTo>
                  <a:lnTo>
                    <a:pt x="6167" y="4316"/>
                  </a:lnTo>
                  <a:lnTo>
                    <a:pt x="6154" y="4082"/>
                  </a:lnTo>
                  <a:lnTo>
                    <a:pt x="6102" y="3834"/>
                  </a:lnTo>
                  <a:lnTo>
                    <a:pt x="6037" y="3586"/>
                  </a:lnTo>
                  <a:lnTo>
                    <a:pt x="5985" y="3456"/>
                  </a:lnTo>
                  <a:lnTo>
                    <a:pt x="5933" y="3325"/>
                  </a:lnTo>
                  <a:lnTo>
                    <a:pt x="5789" y="3078"/>
                  </a:lnTo>
                  <a:lnTo>
                    <a:pt x="5633" y="2843"/>
                  </a:lnTo>
                  <a:lnTo>
                    <a:pt x="5463" y="2608"/>
                  </a:lnTo>
                  <a:lnTo>
                    <a:pt x="5268" y="2387"/>
                  </a:lnTo>
                  <a:lnTo>
                    <a:pt x="5085" y="2165"/>
                  </a:lnTo>
                  <a:lnTo>
                    <a:pt x="4707" y="1761"/>
                  </a:lnTo>
                  <a:lnTo>
                    <a:pt x="4473" y="1526"/>
                  </a:lnTo>
                  <a:lnTo>
                    <a:pt x="4225" y="1318"/>
                  </a:lnTo>
                  <a:lnTo>
                    <a:pt x="3964" y="1109"/>
                  </a:lnTo>
                  <a:lnTo>
                    <a:pt x="3690" y="927"/>
                  </a:lnTo>
                  <a:lnTo>
                    <a:pt x="3404" y="744"/>
                  </a:lnTo>
                  <a:lnTo>
                    <a:pt x="3104" y="588"/>
                  </a:lnTo>
                  <a:lnTo>
                    <a:pt x="2817" y="444"/>
                  </a:lnTo>
                  <a:lnTo>
                    <a:pt x="2517" y="327"/>
                  </a:lnTo>
                  <a:lnTo>
                    <a:pt x="2217" y="223"/>
                  </a:lnTo>
                  <a:lnTo>
                    <a:pt x="1904" y="131"/>
                  </a:lnTo>
                  <a:lnTo>
                    <a:pt x="1591" y="66"/>
                  </a:lnTo>
                  <a:lnTo>
                    <a:pt x="1278" y="27"/>
                  </a:lnTo>
                  <a:lnTo>
                    <a:pt x="9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99;p15">
              <a:extLst>
                <a:ext uri="{FF2B5EF4-FFF2-40B4-BE49-F238E27FC236}">
                  <a16:creationId xmlns:a16="http://schemas.microsoft.com/office/drawing/2014/main" id="{19B31173-8CC8-D151-2BD4-C281E5B146CF}"/>
                </a:ext>
              </a:extLst>
            </p:cNvPr>
            <p:cNvSpPr/>
            <p:nvPr/>
          </p:nvSpPr>
          <p:spPr>
            <a:xfrm>
              <a:off x="6381982" y="1903041"/>
              <a:ext cx="213413" cy="339057"/>
            </a:xfrm>
            <a:custGeom>
              <a:avLst/>
              <a:gdLst/>
              <a:ahLst/>
              <a:cxnLst/>
              <a:rect l="l" t="t" r="r" b="b"/>
              <a:pathLst>
                <a:path w="6976" h="11083" extrusionOk="0">
                  <a:moveTo>
                    <a:pt x="4407" y="1"/>
                  </a:moveTo>
                  <a:lnTo>
                    <a:pt x="4302" y="14"/>
                  </a:lnTo>
                  <a:lnTo>
                    <a:pt x="4185" y="40"/>
                  </a:lnTo>
                  <a:lnTo>
                    <a:pt x="4068" y="92"/>
                  </a:lnTo>
                  <a:lnTo>
                    <a:pt x="3950" y="144"/>
                  </a:lnTo>
                  <a:lnTo>
                    <a:pt x="3833" y="222"/>
                  </a:lnTo>
                  <a:lnTo>
                    <a:pt x="2738" y="992"/>
                  </a:lnTo>
                  <a:lnTo>
                    <a:pt x="1982" y="1539"/>
                  </a:lnTo>
                  <a:lnTo>
                    <a:pt x="1617" y="1826"/>
                  </a:lnTo>
                  <a:lnTo>
                    <a:pt x="1252" y="2126"/>
                  </a:lnTo>
                  <a:lnTo>
                    <a:pt x="900" y="2426"/>
                  </a:lnTo>
                  <a:lnTo>
                    <a:pt x="574" y="2765"/>
                  </a:lnTo>
                  <a:lnTo>
                    <a:pt x="430" y="2934"/>
                  </a:lnTo>
                  <a:lnTo>
                    <a:pt x="274" y="3104"/>
                  </a:lnTo>
                  <a:lnTo>
                    <a:pt x="131" y="3286"/>
                  </a:lnTo>
                  <a:lnTo>
                    <a:pt x="0" y="3482"/>
                  </a:lnTo>
                  <a:lnTo>
                    <a:pt x="326" y="3417"/>
                  </a:lnTo>
                  <a:lnTo>
                    <a:pt x="639" y="3351"/>
                  </a:lnTo>
                  <a:lnTo>
                    <a:pt x="952" y="3273"/>
                  </a:lnTo>
                  <a:lnTo>
                    <a:pt x="1265" y="3182"/>
                  </a:lnTo>
                  <a:lnTo>
                    <a:pt x="1578" y="3078"/>
                  </a:lnTo>
                  <a:lnTo>
                    <a:pt x="1891" y="2960"/>
                  </a:lnTo>
                  <a:lnTo>
                    <a:pt x="2190" y="2843"/>
                  </a:lnTo>
                  <a:lnTo>
                    <a:pt x="2490" y="2713"/>
                  </a:lnTo>
                  <a:lnTo>
                    <a:pt x="2777" y="2569"/>
                  </a:lnTo>
                  <a:lnTo>
                    <a:pt x="3064" y="2426"/>
                  </a:lnTo>
                  <a:lnTo>
                    <a:pt x="3351" y="2269"/>
                  </a:lnTo>
                  <a:lnTo>
                    <a:pt x="3638" y="2100"/>
                  </a:lnTo>
                  <a:lnTo>
                    <a:pt x="3911" y="1917"/>
                  </a:lnTo>
                  <a:lnTo>
                    <a:pt x="4172" y="1735"/>
                  </a:lnTo>
                  <a:lnTo>
                    <a:pt x="4446" y="1539"/>
                  </a:lnTo>
                  <a:lnTo>
                    <a:pt x="4694" y="1344"/>
                  </a:lnTo>
                  <a:lnTo>
                    <a:pt x="4798" y="1826"/>
                  </a:lnTo>
                  <a:lnTo>
                    <a:pt x="4889" y="2308"/>
                  </a:lnTo>
                  <a:lnTo>
                    <a:pt x="4967" y="2791"/>
                  </a:lnTo>
                  <a:lnTo>
                    <a:pt x="5020" y="3273"/>
                  </a:lnTo>
                  <a:lnTo>
                    <a:pt x="5059" y="3769"/>
                  </a:lnTo>
                  <a:lnTo>
                    <a:pt x="5098" y="4251"/>
                  </a:lnTo>
                  <a:lnTo>
                    <a:pt x="5111" y="4746"/>
                  </a:lnTo>
                  <a:lnTo>
                    <a:pt x="5124" y="5229"/>
                  </a:lnTo>
                  <a:lnTo>
                    <a:pt x="5137" y="5737"/>
                  </a:lnTo>
                  <a:lnTo>
                    <a:pt x="5176" y="6246"/>
                  </a:lnTo>
                  <a:lnTo>
                    <a:pt x="5241" y="6741"/>
                  </a:lnTo>
                  <a:lnTo>
                    <a:pt x="5332" y="7250"/>
                  </a:lnTo>
                  <a:lnTo>
                    <a:pt x="5437" y="7745"/>
                  </a:lnTo>
                  <a:lnTo>
                    <a:pt x="5554" y="8240"/>
                  </a:lnTo>
                  <a:lnTo>
                    <a:pt x="5697" y="8736"/>
                  </a:lnTo>
                  <a:lnTo>
                    <a:pt x="5854" y="9218"/>
                  </a:lnTo>
                  <a:lnTo>
                    <a:pt x="6050" y="9701"/>
                  </a:lnTo>
                  <a:lnTo>
                    <a:pt x="6141" y="9948"/>
                  </a:lnTo>
                  <a:lnTo>
                    <a:pt x="6258" y="10183"/>
                  </a:lnTo>
                  <a:lnTo>
                    <a:pt x="6375" y="10418"/>
                  </a:lnTo>
                  <a:lnTo>
                    <a:pt x="6506" y="10639"/>
                  </a:lnTo>
                  <a:lnTo>
                    <a:pt x="6636" y="10874"/>
                  </a:lnTo>
                  <a:lnTo>
                    <a:pt x="6793" y="11083"/>
                  </a:lnTo>
                  <a:lnTo>
                    <a:pt x="6936" y="11043"/>
                  </a:lnTo>
                  <a:lnTo>
                    <a:pt x="6962" y="10014"/>
                  </a:lnTo>
                  <a:lnTo>
                    <a:pt x="6975" y="9023"/>
                  </a:lnTo>
                  <a:lnTo>
                    <a:pt x="6949" y="8032"/>
                  </a:lnTo>
                  <a:lnTo>
                    <a:pt x="6910" y="7054"/>
                  </a:lnTo>
                  <a:lnTo>
                    <a:pt x="6884" y="6298"/>
                  </a:lnTo>
                  <a:lnTo>
                    <a:pt x="6858" y="5529"/>
                  </a:lnTo>
                  <a:lnTo>
                    <a:pt x="6832" y="4746"/>
                  </a:lnTo>
                  <a:lnTo>
                    <a:pt x="6780" y="3964"/>
                  </a:lnTo>
                  <a:lnTo>
                    <a:pt x="6754" y="3573"/>
                  </a:lnTo>
                  <a:lnTo>
                    <a:pt x="6714" y="3195"/>
                  </a:lnTo>
                  <a:lnTo>
                    <a:pt x="6662" y="2804"/>
                  </a:lnTo>
                  <a:lnTo>
                    <a:pt x="6610" y="2426"/>
                  </a:lnTo>
                  <a:lnTo>
                    <a:pt x="6545" y="2048"/>
                  </a:lnTo>
                  <a:lnTo>
                    <a:pt x="6454" y="1683"/>
                  </a:lnTo>
                  <a:lnTo>
                    <a:pt x="6362" y="1318"/>
                  </a:lnTo>
                  <a:lnTo>
                    <a:pt x="6258" y="966"/>
                  </a:lnTo>
                  <a:lnTo>
                    <a:pt x="6219" y="861"/>
                  </a:lnTo>
                  <a:lnTo>
                    <a:pt x="6180" y="770"/>
                  </a:lnTo>
                  <a:lnTo>
                    <a:pt x="6128" y="679"/>
                  </a:lnTo>
                  <a:lnTo>
                    <a:pt x="6063" y="601"/>
                  </a:lnTo>
                  <a:lnTo>
                    <a:pt x="5984" y="522"/>
                  </a:lnTo>
                  <a:lnTo>
                    <a:pt x="5880" y="470"/>
                  </a:lnTo>
                  <a:lnTo>
                    <a:pt x="5789" y="431"/>
                  </a:lnTo>
                  <a:lnTo>
                    <a:pt x="5684" y="392"/>
                  </a:lnTo>
                  <a:lnTo>
                    <a:pt x="5437" y="288"/>
                  </a:lnTo>
                  <a:lnTo>
                    <a:pt x="5202" y="196"/>
                  </a:lnTo>
                  <a:lnTo>
                    <a:pt x="4967" y="105"/>
                  </a:lnTo>
                  <a:lnTo>
                    <a:pt x="4746" y="40"/>
                  </a:lnTo>
                  <a:lnTo>
                    <a:pt x="4628" y="14"/>
                  </a:lnTo>
                  <a:lnTo>
                    <a:pt x="45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00;p15">
              <a:extLst>
                <a:ext uri="{FF2B5EF4-FFF2-40B4-BE49-F238E27FC236}">
                  <a16:creationId xmlns:a16="http://schemas.microsoft.com/office/drawing/2014/main" id="{5CC2869F-3C52-F427-72ED-B9856932B6A4}"/>
                </a:ext>
              </a:extLst>
            </p:cNvPr>
            <p:cNvSpPr/>
            <p:nvPr/>
          </p:nvSpPr>
          <p:spPr>
            <a:xfrm>
              <a:off x="6529530" y="2039055"/>
              <a:ext cx="128060" cy="694817"/>
            </a:xfrm>
            <a:custGeom>
              <a:avLst/>
              <a:gdLst/>
              <a:ahLst/>
              <a:cxnLst/>
              <a:rect l="l" t="t" r="r" b="b"/>
              <a:pathLst>
                <a:path w="4186" h="22712" extrusionOk="0">
                  <a:moveTo>
                    <a:pt x="1" y="1"/>
                  </a:moveTo>
                  <a:lnTo>
                    <a:pt x="1" y="22712"/>
                  </a:lnTo>
                  <a:lnTo>
                    <a:pt x="4186" y="22712"/>
                  </a:lnTo>
                  <a:lnTo>
                    <a:pt x="4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01;p15">
              <a:extLst>
                <a:ext uri="{FF2B5EF4-FFF2-40B4-BE49-F238E27FC236}">
                  <a16:creationId xmlns:a16="http://schemas.microsoft.com/office/drawing/2014/main" id="{37F693B7-EFCE-33B1-D379-9E97E92CC10F}"/>
                </a:ext>
              </a:extLst>
            </p:cNvPr>
            <p:cNvSpPr/>
            <p:nvPr/>
          </p:nvSpPr>
          <p:spPr>
            <a:xfrm>
              <a:off x="6611303" y="1784189"/>
              <a:ext cx="92573" cy="228189"/>
            </a:xfrm>
            <a:custGeom>
              <a:avLst/>
              <a:gdLst/>
              <a:ahLst/>
              <a:cxnLst/>
              <a:rect l="l" t="t" r="r" b="b"/>
              <a:pathLst>
                <a:path w="3026" h="7459" extrusionOk="0">
                  <a:moveTo>
                    <a:pt x="2908" y="1"/>
                  </a:moveTo>
                  <a:lnTo>
                    <a:pt x="2660" y="444"/>
                  </a:lnTo>
                  <a:lnTo>
                    <a:pt x="2439" y="900"/>
                  </a:lnTo>
                  <a:lnTo>
                    <a:pt x="2008" y="1800"/>
                  </a:lnTo>
                  <a:lnTo>
                    <a:pt x="1578" y="2699"/>
                  </a:lnTo>
                  <a:lnTo>
                    <a:pt x="1161" y="3599"/>
                  </a:lnTo>
                  <a:lnTo>
                    <a:pt x="1057" y="3821"/>
                  </a:lnTo>
                  <a:lnTo>
                    <a:pt x="939" y="4042"/>
                  </a:lnTo>
                  <a:lnTo>
                    <a:pt x="705" y="4486"/>
                  </a:lnTo>
                  <a:lnTo>
                    <a:pt x="587" y="4694"/>
                  </a:lnTo>
                  <a:lnTo>
                    <a:pt x="496" y="4916"/>
                  </a:lnTo>
                  <a:lnTo>
                    <a:pt x="405" y="5150"/>
                  </a:lnTo>
                  <a:lnTo>
                    <a:pt x="327" y="5385"/>
                  </a:lnTo>
                  <a:lnTo>
                    <a:pt x="209" y="5854"/>
                  </a:lnTo>
                  <a:lnTo>
                    <a:pt x="118" y="6337"/>
                  </a:lnTo>
                  <a:lnTo>
                    <a:pt x="79" y="6585"/>
                  </a:lnTo>
                  <a:lnTo>
                    <a:pt x="40" y="6845"/>
                  </a:lnTo>
                  <a:lnTo>
                    <a:pt x="14" y="7106"/>
                  </a:lnTo>
                  <a:lnTo>
                    <a:pt x="1" y="7380"/>
                  </a:lnTo>
                  <a:lnTo>
                    <a:pt x="105" y="7458"/>
                  </a:lnTo>
                  <a:lnTo>
                    <a:pt x="235" y="7380"/>
                  </a:lnTo>
                  <a:lnTo>
                    <a:pt x="353" y="7302"/>
                  </a:lnTo>
                  <a:lnTo>
                    <a:pt x="574" y="7132"/>
                  </a:lnTo>
                  <a:lnTo>
                    <a:pt x="770" y="6950"/>
                  </a:lnTo>
                  <a:lnTo>
                    <a:pt x="952" y="6754"/>
                  </a:lnTo>
                  <a:lnTo>
                    <a:pt x="1122" y="6545"/>
                  </a:lnTo>
                  <a:lnTo>
                    <a:pt x="1278" y="6337"/>
                  </a:lnTo>
                  <a:lnTo>
                    <a:pt x="1422" y="6115"/>
                  </a:lnTo>
                  <a:lnTo>
                    <a:pt x="1552" y="5894"/>
                  </a:lnTo>
                  <a:lnTo>
                    <a:pt x="1669" y="5672"/>
                  </a:lnTo>
                  <a:lnTo>
                    <a:pt x="1774" y="5437"/>
                  </a:lnTo>
                  <a:lnTo>
                    <a:pt x="1865" y="5203"/>
                  </a:lnTo>
                  <a:lnTo>
                    <a:pt x="1930" y="4955"/>
                  </a:lnTo>
                  <a:lnTo>
                    <a:pt x="2048" y="4459"/>
                  </a:lnTo>
                  <a:lnTo>
                    <a:pt x="2165" y="3964"/>
                  </a:lnTo>
                  <a:lnTo>
                    <a:pt x="2413" y="2999"/>
                  </a:lnTo>
                  <a:lnTo>
                    <a:pt x="2634" y="2008"/>
                  </a:lnTo>
                  <a:lnTo>
                    <a:pt x="2830" y="1031"/>
                  </a:lnTo>
                  <a:lnTo>
                    <a:pt x="3025" y="53"/>
                  </a:lnTo>
                  <a:lnTo>
                    <a:pt x="29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02;p15">
              <a:extLst>
                <a:ext uri="{FF2B5EF4-FFF2-40B4-BE49-F238E27FC236}">
                  <a16:creationId xmlns:a16="http://schemas.microsoft.com/office/drawing/2014/main" id="{4FE2845D-2EB5-4062-A382-1A2AED873F08}"/>
                </a:ext>
              </a:extLst>
            </p:cNvPr>
            <p:cNvSpPr/>
            <p:nvPr/>
          </p:nvSpPr>
          <p:spPr>
            <a:xfrm>
              <a:off x="5933282" y="2696366"/>
              <a:ext cx="360563" cy="37506"/>
            </a:xfrm>
            <a:custGeom>
              <a:avLst/>
              <a:gdLst/>
              <a:ahLst/>
              <a:cxnLst/>
              <a:rect l="l" t="t" r="r" b="b"/>
              <a:pathLst>
                <a:path w="11786" h="1226" extrusionOk="0">
                  <a:moveTo>
                    <a:pt x="0" y="0"/>
                  </a:moveTo>
                  <a:lnTo>
                    <a:pt x="2855" y="913"/>
                  </a:lnTo>
                  <a:lnTo>
                    <a:pt x="2855" y="1226"/>
                  </a:lnTo>
                  <a:lnTo>
                    <a:pt x="8931" y="1226"/>
                  </a:lnTo>
                  <a:lnTo>
                    <a:pt x="8931" y="913"/>
                  </a:lnTo>
                  <a:lnTo>
                    <a:pt x="11786" y="0"/>
                  </a:lnTo>
                  <a:close/>
                </a:path>
              </a:pathLst>
            </a:custGeom>
            <a:solidFill>
              <a:srgbClr val="ED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03;p15">
              <a:extLst>
                <a:ext uri="{FF2B5EF4-FFF2-40B4-BE49-F238E27FC236}">
                  <a16:creationId xmlns:a16="http://schemas.microsoft.com/office/drawing/2014/main" id="{E8DEE41D-07B7-C112-D3A5-288F0CB3007C}"/>
                </a:ext>
              </a:extLst>
            </p:cNvPr>
            <p:cNvSpPr/>
            <p:nvPr/>
          </p:nvSpPr>
          <p:spPr>
            <a:xfrm>
              <a:off x="5936463" y="2562738"/>
              <a:ext cx="298369" cy="133659"/>
            </a:xfrm>
            <a:custGeom>
              <a:avLst/>
              <a:gdLst/>
              <a:ahLst/>
              <a:cxnLst/>
              <a:rect l="l" t="t" r="r" b="b"/>
              <a:pathLst>
                <a:path w="9753" h="4369" extrusionOk="0">
                  <a:moveTo>
                    <a:pt x="1669" y="1187"/>
                  </a:moveTo>
                  <a:lnTo>
                    <a:pt x="1747" y="1200"/>
                  </a:lnTo>
                  <a:lnTo>
                    <a:pt x="1826" y="1213"/>
                  </a:lnTo>
                  <a:lnTo>
                    <a:pt x="1982" y="1252"/>
                  </a:lnTo>
                  <a:lnTo>
                    <a:pt x="2047" y="1487"/>
                  </a:lnTo>
                  <a:lnTo>
                    <a:pt x="2113" y="1709"/>
                  </a:lnTo>
                  <a:lnTo>
                    <a:pt x="2204" y="1930"/>
                  </a:lnTo>
                  <a:lnTo>
                    <a:pt x="2295" y="2139"/>
                  </a:lnTo>
                  <a:lnTo>
                    <a:pt x="2386" y="2334"/>
                  </a:lnTo>
                  <a:lnTo>
                    <a:pt x="2491" y="2530"/>
                  </a:lnTo>
                  <a:lnTo>
                    <a:pt x="2595" y="2699"/>
                  </a:lnTo>
                  <a:lnTo>
                    <a:pt x="2712" y="2869"/>
                  </a:lnTo>
                  <a:lnTo>
                    <a:pt x="2712" y="2869"/>
                  </a:lnTo>
                  <a:lnTo>
                    <a:pt x="2269" y="2856"/>
                  </a:lnTo>
                  <a:lnTo>
                    <a:pt x="1669" y="2856"/>
                  </a:lnTo>
                  <a:lnTo>
                    <a:pt x="1578" y="2843"/>
                  </a:lnTo>
                  <a:lnTo>
                    <a:pt x="1500" y="2830"/>
                  </a:lnTo>
                  <a:lnTo>
                    <a:pt x="1422" y="2817"/>
                  </a:lnTo>
                  <a:lnTo>
                    <a:pt x="1343" y="2791"/>
                  </a:lnTo>
                  <a:lnTo>
                    <a:pt x="1278" y="2752"/>
                  </a:lnTo>
                  <a:lnTo>
                    <a:pt x="1200" y="2712"/>
                  </a:lnTo>
                  <a:lnTo>
                    <a:pt x="1083" y="2608"/>
                  </a:lnTo>
                  <a:lnTo>
                    <a:pt x="978" y="2491"/>
                  </a:lnTo>
                  <a:lnTo>
                    <a:pt x="939" y="2413"/>
                  </a:lnTo>
                  <a:lnTo>
                    <a:pt x="900" y="2347"/>
                  </a:lnTo>
                  <a:lnTo>
                    <a:pt x="874" y="2269"/>
                  </a:lnTo>
                  <a:lnTo>
                    <a:pt x="861" y="2191"/>
                  </a:lnTo>
                  <a:lnTo>
                    <a:pt x="848" y="2113"/>
                  </a:lnTo>
                  <a:lnTo>
                    <a:pt x="835" y="2021"/>
                  </a:lnTo>
                  <a:lnTo>
                    <a:pt x="848" y="1943"/>
                  </a:lnTo>
                  <a:lnTo>
                    <a:pt x="861" y="1852"/>
                  </a:lnTo>
                  <a:lnTo>
                    <a:pt x="874" y="1774"/>
                  </a:lnTo>
                  <a:lnTo>
                    <a:pt x="900" y="1695"/>
                  </a:lnTo>
                  <a:lnTo>
                    <a:pt x="939" y="1630"/>
                  </a:lnTo>
                  <a:lnTo>
                    <a:pt x="978" y="1565"/>
                  </a:lnTo>
                  <a:lnTo>
                    <a:pt x="1083" y="1435"/>
                  </a:lnTo>
                  <a:lnTo>
                    <a:pt x="1200" y="1330"/>
                  </a:lnTo>
                  <a:lnTo>
                    <a:pt x="1278" y="1291"/>
                  </a:lnTo>
                  <a:lnTo>
                    <a:pt x="1343" y="1265"/>
                  </a:lnTo>
                  <a:lnTo>
                    <a:pt x="1422" y="1226"/>
                  </a:lnTo>
                  <a:lnTo>
                    <a:pt x="1500" y="1213"/>
                  </a:lnTo>
                  <a:lnTo>
                    <a:pt x="1578" y="1200"/>
                  </a:lnTo>
                  <a:lnTo>
                    <a:pt x="1669" y="1187"/>
                  </a:lnTo>
                  <a:close/>
                  <a:moveTo>
                    <a:pt x="1826" y="1"/>
                  </a:moveTo>
                  <a:lnTo>
                    <a:pt x="1839" y="366"/>
                  </a:lnTo>
                  <a:lnTo>
                    <a:pt x="1669" y="353"/>
                  </a:lnTo>
                  <a:lnTo>
                    <a:pt x="1500" y="366"/>
                  </a:lnTo>
                  <a:lnTo>
                    <a:pt x="1330" y="379"/>
                  </a:lnTo>
                  <a:lnTo>
                    <a:pt x="1174" y="431"/>
                  </a:lnTo>
                  <a:lnTo>
                    <a:pt x="1017" y="483"/>
                  </a:lnTo>
                  <a:lnTo>
                    <a:pt x="874" y="548"/>
                  </a:lnTo>
                  <a:lnTo>
                    <a:pt x="731" y="639"/>
                  </a:lnTo>
                  <a:lnTo>
                    <a:pt x="600" y="731"/>
                  </a:lnTo>
                  <a:lnTo>
                    <a:pt x="483" y="835"/>
                  </a:lnTo>
                  <a:lnTo>
                    <a:pt x="379" y="965"/>
                  </a:lnTo>
                  <a:lnTo>
                    <a:pt x="287" y="1083"/>
                  </a:lnTo>
                  <a:lnTo>
                    <a:pt x="196" y="1226"/>
                  </a:lnTo>
                  <a:lnTo>
                    <a:pt x="131" y="1370"/>
                  </a:lnTo>
                  <a:lnTo>
                    <a:pt x="66" y="1526"/>
                  </a:lnTo>
                  <a:lnTo>
                    <a:pt x="27" y="1682"/>
                  </a:lnTo>
                  <a:lnTo>
                    <a:pt x="0" y="1852"/>
                  </a:lnTo>
                  <a:lnTo>
                    <a:pt x="0" y="2021"/>
                  </a:lnTo>
                  <a:lnTo>
                    <a:pt x="0" y="2191"/>
                  </a:lnTo>
                  <a:lnTo>
                    <a:pt x="27" y="2360"/>
                  </a:lnTo>
                  <a:lnTo>
                    <a:pt x="66" y="2517"/>
                  </a:lnTo>
                  <a:lnTo>
                    <a:pt x="131" y="2673"/>
                  </a:lnTo>
                  <a:lnTo>
                    <a:pt x="196" y="2817"/>
                  </a:lnTo>
                  <a:lnTo>
                    <a:pt x="287" y="2960"/>
                  </a:lnTo>
                  <a:lnTo>
                    <a:pt x="379" y="3090"/>
                  </a:lnTo>
                  <a:lnTo>
                    <a:pt x="483" y="3208"/>
                  </a:lnTo>
                  <a:lnTo>
                    <a:pt x="600" y="3312"/>
                  </a:lnTo>
                  <a:lnTo>
                    <a:pt x="731" y="3403"/>
                  </a:lnTo>
                  <a:lnTo>
                    <a:pt x="874" y="3495"/>
                  </a:lnTo>
                  <a:lnTo>
                    <a:pt x="1017" y="3560"/>
                  </a:lnTo>
                  <a:lnTo>
                    <a:pt x="1174" y="3625"/>
                  </a:lnTo>
                  <a:lnTo>
                    <a:pt x="1330" y="3664"/>
                  </a:lnTo>
                  <a:lnTo>
                    <a:pt x="1500" y="3690"/>
                  </a:lnTo>
                  <a:lnTo>
                    <a:pt x="2256" y="3690"/>
                  </a:lnTo>
                  <a:lnTo>
                    <a:pt x="2673" y="3716"/>
                  </a:lnTo>
                  <a:lnTo>
                    <a:pt x="2869" y="3729"/>
                  </a:lnTo>
                  <a:lnTo>
                    <a:pt x="3064" y="3768"/>
                  </a:lnTo>
                  <a:lnTo>
                    <a:pt x="3260" y="3808"/>
                  </a:lnTo>
                  <a:lnTo>
                    <a:pt x="3468" y="3873"/>
                  </a:lnTo>
                  <a:lnTo>
                    <a:pt x="3494" y="3795"/>
                  </a:lnTo>
                  <a:lnTo>
                    <a:pt x="3768" y="4055"/>
                  </a:lnTo>
                  <a:lnTo>
                    <a:pt x="4003" y="4225"/>
                  </a:lnTo>
                  <a:lnTo>
                    <a:pt x="4159" y="4342"/>
                  </a:lnTo>
                  <a:lnTo>
                    <a:pt x="4212" y="4368"/>
                  </a:lnTo>
                  <a:lnTo>
                    <a:pt x="7380" y="4368"/>
                  </a:lnTo>
                  <a:lnTo>
                    <a:pt x="7471" y="4303"/>
                  </a:lnTo>
                  <a:lnTo>
                    <a:pt x="7745" y="4094"/>
                  </a:lnTo>
                  <a:lnTo>
                    <a:pt x="7927" y="3938"/>
                  </a:lnTo>
                  <a:lnTo>
                    <a:pt x="8123" y="3755"/>
                  </a:lnTo>
                  <a:lnTo>
                    <a:pt x="8344" y="3534"/>
                  </a:lnTo>
                  <a:lnTo>
                    <a:pt x="8566" y="3273"/>
                  </a:lnTo>
                  <a:lnTo>
                    <a:pt x="8788" y="2986"/>
                  </a:lnTo>
                  <a:lnTo>
                    <a:pt x="9009" y="2660"/>
                  </a:lnTo>
                  <a:lnTo>
                    <a:pt x="9114" y="2478"/>
                  </a:lnTo>
                  <a:lnTo>
                    <a:pt x="9205" y="2295"/>
                  </a:lnTo>
                  <a:lnTo>
                    <a:pt x="9296" y="2100"/>
                  </a:lnTo>
                  <a:lnTo>
                    <a:pt x="9387" y="1904"/>
                  </a:lnTo>
                  <a:lnTo>
                    <a:pt x="9466" y="1695"/>
                  </a:lnTo>
                  <a:lnTo>
                    <a:pt x="9544" y="1474"/>
                  </a:lnTo>
                  <a:lnTo>
                    <a:pt x="9596" y="1252"/>
                  </a:lnTo>
                  <a:lnTo>
                    <a:pt x="9661" y="1018"/>
                  </a:lnTo>
                  <a:lnTo>
                    <a:pt x="9700" y="783"/>
                  </a:lnTo>
                  <a:lnTo>
                    <a:pt x="9726" y="535"/>
                  </a:lnTo>
                  <a:lnTo>
                    <a:pt x="9752" y="274"/>
                  </a:lnTo>
                  <a:lnTo>
                    <a:pt x="9752" y="1"/>
                  </a:lnTo>
                  <a:close/>
                </a:path>
              </a:pathLst>
            </a:custGeom>
            <a:solidFill>
              <a:srgbClr val="C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04;p15">
              <a:extLst>
                <a:ext uri="{FF2B5EF4-FFF2-40B4-BE49-F238E27FC236}">
                  <a16:creationId xmlns:a16="http://schemas.microsoft.com/office/drawing/2014/main" id="{CAF14F99-9D60-B7B1-B664-73932F3E9BEE}"/>
                </a:ext>
              </a:extLst>
            </p:cNvPr>
            <p:cNvSpPr/>
            <p:nvPr/>
          </p:nvSpPr>
          <p:spPr>
            <a:xfrm>
              <a:off x="6039377" y="2266786"/>
              <a:ext cx="78194" cy="268480"/>
            </a:xfrm>
            <a:custGeom>
              <a:avLst/>
              <a:gdLst/>
              <a:ahLst/>
              <a:cxnLst/>
              <a:rect l="l" t="t" r="r" b="b"/>
              <a:pathLst>
                <a:path w="2556" h="8776" extrusionOk="0">
                  <a:moveTo>
                    <a:pt x="1512" y="1"/>
                  </a:moveTo>
                  <a:lnTo>
                    <a:pt x="1669" y="288"/>
                  </a:lnTo>
                  <a:lnTo>
                    <a:pt x="1799" y="575"/>
                  </a:lnTo>
                  <a:lnTo>
                    <a:pt x="1864" y="718"/>
                  </a:lnTo>
                  <a:lnTo>
                    <a:pt x="1917" y="861"/>
                  </a:lnTo>
                  <a:lnTo>
                    <a:pt x="1956" y="1018"/>
                  </a:lnTo>
                  <a:lnTo>
                    <a:pt x="1982" y="1161"/>
                  </a:lnTo>
                  <a:lnTo>
                    <a:pt x="2008" y="1305"/>
                  </a:lnTo>
                  <a:lnTo>
                    <a:pt x="2021" y="1448"/>
                  </a:lnTo>
                  <a:lnTo>
                    <a:pt x="2021" y="1578"/>
                  </a:lnTo>
                  <a:lnTo>
                    <a:pt x="2008" y="1722"/>
                  </a:lnTo>
                  <a:lnTo>
                    <a:pt x="1995" y="1787"/>
                  </a:lnTo>
                  <a:lnTo>
                    <a:pt x="1982" y="1852"/>
                  </a:lnTo>
                  <a:lnTo>
                    <a:pt x="1956" y="1917"/>
                  </a:lnTo>
                  <a:lnTo>
                    <a:pt x="1943" y="1983"/>
                  </a:lnTo>
                  <a:lnTo>
                    <a:pt x="1917" y="2048"/>
                  </a:lnTo>
                  <a:lnTo>
                    <a:pt x="1891" y="2100"/>
                  </a:lnTo>
                  <a:lnTo>
                    <a:pt x="1838" y="2217"/>
                  </a:lnTo>
                  <a:lnTo>
                    <a:pt x="1773" y="2335"/>
                  </a:lnTo>
                  <a:lnTo>
                    <a:pt x="1734" y="2400"/>
                  </a:lnTo>
                  <a:lnTo>
                    <a:pt x="1695" y="2452"/>
                  </a:lnTo>
                  <a:lnTo>
                    <a:pt x="1656" y="2504"/>
                  </a:lnTo>
                  <a:lnTo>
                    <a:pt x="1617" y="2556"/>
                  </a:lnTo>
                  <a:lnTo>
                    <a:pt x="1525" y="2647"/>
                  </a:lnTo>
                  <a:lnTo>
                    <a:pt x="1317" y="2830"/>
                  </a:lnTo>
                  <a:lnTo>
                    <a:pt x="1069" y="3013"/>
                  </a:lnTo>
                  <a:lnTo>
                    <a:pt x="808" y="3221"/>
                  </a:lnTo>
                  <a:lnTo>
                    <a:pt x="665" y="3338"/>
                  </a:lnTo>
                  <a:lnTo>
                    <a:pt x="535" y="3469"/>
                  </a:lnTo>
                  <a:lnTo>
                    <a:pt x="404" y="3625"/>
                  </a:lnTo>
                  <a:lnTo>
                    <a:pt x="287" y="3795"/>
                  </a:lnTo>
                  <a:lnTo>
                    <a:pt x="183" y="3964"/>
                  </a:lnTo>
                  <a:lnTo>
                    <a:pt x="104" y="4160"/>
                  </a:lnTo>
                  <a:lnTo>
                    <a:pt x="52" y="4355"/>
                  </a:lnTo>
                  <a:lnTo>
                    <a:pt x="13" y="4564"/>
                  </a:lnTo>
                  <a:lnTo>
                    <a:pt x="0" y="4773"/>
                  </a:lnTo>
                  <a:lnTo>
                    <a:pt x="26" y="4994"/>
                  </a:lnTo>
                  <a:lnTo>
                    <a:pt x="39" y="5099"/>
                  </a:lnTo>
                  <a:lnTo>
                    <a:pt x="78" y="5203"/>
                  </a:lnTo>
                  <a:lnTo>
                    <a:pt x="104" y="5307"/>
                  </a:lnTo>
                  <a:lnTo>
                    <a:pt x="157" y="5411"/>
                  </a:lnTo>
                  <a:lnTo>
                    <a:pt x="196" y="5503"/>
                  </a:lnTo>
                  <a:lnTo>
                    <a:pt x="248" y="5594"/>
                  </a:lnTo>
                  <a:lnTo>
                    <a:pt x="313" y="5672"/>
                  </a:lnTo>
                  <a:lnTo>
                    <a:pt x="365" y="5750"/>
                  </a:lnTo>
                  <a:lnTo>
                    <a:pt x="496" y="5894"/>
                  </a:lnTo>
                  <a:lnTo>
                    <a:pt x="626" y="6024"/>
                  </a:lnTo>
                  <a:lnTo>
                    <a:pt x="756" y="6155"/>
                  </a:lnTo>
                  <a:lnTo>
                    <a:pt x="887" y="6259"/>
                  </a:lnTo>
                  <a:lnTo>
                    <a:pt x="1147" y="6467"/>
                  </a:lnTo>
                  <a:lnTo>
                    <a:pt x="1382" y="6650"/>
                  </a:lnTo>
                  <a:lnTo>
                    <a:pt x="1499" y="6754"/>
                  </a:lnTo>
                  <a:lnTo>
                    <a:pt x="1604" y="6846"/>
                  </a:lnTo>
                  <a:lnTo>
                    <a:pt x="1708" y="6937"/>
                  </a:lnTo>
                  <a:lnTo>
                    <a:pt x="1799" y="7054"/>
                  </a:lnTo>
                  <a:lnTo>
                    <a:pt x="1877" y="7158"/>
                  </a:lnTo>
                  <a:lnTo>
                    <a:pt x="1956" y="7276"/>
                  </a:lnTo>
                  <a:lnTo>
                    <a:pt x="2021" y="7406"/>
                  </a:lnTo>
                  <a:lnTo>
                    <a:pt x="2086" y="7550"/>
                  </a:lnTo>
                  <a:lnTo>
                    <a:pt x="2138" y="7680"/>
                  </a:lnTo>
                  <a:lnTo>
                    <a:pt x="2177" y="7823"/>
                  </a:lnTo>
                  <a:lnTo>
                    <a:pt x="2256" y="8136"/>
                  </a:lnTo>
                  <a:lnTo>
                    <a:pt x="2295" y="8449"/>
                  </a:lnTo>
                  <a:lnTo>
                    <a:pt x="2347" y="8775"/>
                  </a:lnTo>
                  <a:lnTo>
                    <a:pt x="2425" y="8449"/>
                  </a:lnTo>
                  <a:lnTo>
                    <a:pt x="2464" y="8293"/>
                  </a:lnTo>
                  <a:lnTo>
                    <a:pt x="2477" y="8123"/>
                  </a:lnTo>
                  <a:lnTo>
                    <a:pt x="2503" y="7954"/>
                  </a:lnTo>
                  <a:lnTo>
                    <a:pt x="2503" y="7784"/>
                  </a:lnTo>
                  <a:lnTo>
                    <a:pt x="2503" y="7615"/>
                  </a:lnTo>
                  <a:lnTo>
                    <a:pt x="2477" y="7445"/>
                  </a:lnTo>
                  <a:lnTo>
                    <a:pt x="2451" y="7263"/>
                  </a:lnTo>
                  <a:lnTo>
                    <a:pt x="2399" y="7093"/>
                  </a:lnTo>
                  <a:lnTo>
                    <a:pt x="2347" y="6924"/>
                  </a:lnTo>
                  <a:lnTo>
                    <a:pt x="2269" y="6754"/>
                  </a:lnTo>
                  <a:lnTo>
                    <a:pt x="2177" y="6598"/>
                  </a:lnTo>
                  <a:lnTo>
                    <a:pt x="2073" y="6441"/>
                  </a:lnTo>
                  <a:lnTo>
                    <a:pt x="1956" y="6298"/>
                  </a:lnTo>
                  <a:lnTo>
                    <a:pt x="1838" y="6168"/>
                  </a:lnTo>
                  <a:lnTo>
                    <a:pt x="1604" y="5933"/>
                  </a:lnTo>
                  <a:lnTo>
                    <a:pt x="1382" y="5711"/>
                  </a:lnTo>
                  <a:lnTo>
                    <a:pt x="1173" y="5490"/>
                  </a:lnTo>
                  <a:lnTo>
                    <a:pt x="1082" y="5385"/>
                  </a:lnTo>
                  <a:lnTo>
                    <a:pt x="1004" y="5281"/>
                  </a:lnTo>
                  <a:lnTo>
                    <a:pt x="952" y="5177"/>
                  </a:lnTo>
                  <a:lnTo>
                    <a:pt x="900" y="5072"/>
                  </a:lnTo>
                  <a:lnTo>
                    <a:pt x="861" y="4981"/>
                  </a:lnTo>
                  <a:lnTo>
                    <a:pt x="848" y="4877"/>
                  </a:lnTo>
                  <a:lnTo>
                    <a:pt x="848" y="4773"/>
                  </a:lnTo>
                  <a:lnTo>
                    <a:pt x="848" y="4655"/>
                  </a:lnTo>
                  <a:lnTo>
                    <a:pt x="874" y="4551"/>
                  </a:lnTo>
                  <a:lnTo>
                    <a:pt x="900" y="4434"/>
                  </a:lnTo>
                  <a:lnTo>
                    <a:pt x="952" y="4329"/>
                  </a:lnTo>
                  <a:lnTo>
                    <a:pt x="1004" y="4225"/>
                  </a:lnTo>
                  <a:lnTo>
                    <a:pt x="1069" y="4134"/>
                  </a:lnTo>
                  <a:lnTo>
                    <a:pt x="1147" y="4029"/>
                  </a:lnTo>
                  <a:lnTo>
                    <a:pt x="1239" y="3938"/>
                  </a:lnTo>
                  <a:lnTo>
                    <a:pt x="1343" y="3834"/>
                  </a:lnTo>
                  <a:lnTo>
                    <a:pt x="1565" y="3638"/>
                  </a:lnTo>
                  <a:lnTo>
                    <a:pt x="1825" y="3417"/>
                  </a:lnTo>
                  <a:lnTo>
                    <a:pt x="1956" y="3286"/>
                  </a:lnTo>
                  <a:lnTo>
                    <a:pt x="2073" y="3143"/>
                  </a:lnTo>
                  <a:lnTo>
                    <a:pt x="2190" y="2986"/>
                  </a:lnTo>
                  <a:lnTo>
                    <a:pt x="2243" y="2908"/>
                  </a:lnTo>
                  <a:lnTo>
                    <a:pt x="2295" y="2830"/>
                  </a:lnTo>
                  <a:lnTo>
                    <a:pt x="2334" y="2739"/>
                  </a:lnTo>
                  <a:lnTo>
                    <a:pt x="2373" y="2661"/>
                  </a:lnTo>
                  <a:lnTo>
                    <a:pt x="2451" y="2478"/>
                  </a:lnTo>
                  <a:lnTo>
                    <a:pt x="2503" y="2295"/>
                  </a:lnTo>
                  <a:lnTo>
                    <a:pt x="2542" y="2113"/>
                  </a:lnTo>
                  <a:lnTo>
                    <a:pt x="2555" y="1917"/>
                  </a:lnTo>
                  <a:lnTo>
                    <a:pt x="2555" y="1735"/>
                  </a:lnTo>
                  <a:lnTo>
                    <a:pt x="2542" y="1552"/>
                  </a:lnTo>
                  <a:lnTo>
                    <a:pt x="2503" y="1370"/>
                  </a:lnTo>
                  <a:lnTo>
                    <a:pt x="2451" y="1200"/>
                  </a:lnTo>
                  <a:lnTo>
                    <a:pt x="2386" y="1031"/>
                  </a:lnTo>
                  <a:lnTo>
                    <a:pt x="2295" y="874"/>
                  </a:lnTo>
                  <a:lnTo>
                    <a:pt x="2216" y="718"/>
                  </a:lnTo>
                  <a:lnTo>
                    <a:pt x="2112" y="588"/>
                  </a:lnTo>
                  <a:lnTo>
                    <a:pt x="2008" y="457"/>
                  </a:lnTo>
                  <a:lnTo>
                    <a:pt x="1891" y="327"/>
                  </a:lnTo>
                  <a:lnTo>
                    <a:pt x="1773" y="209"/>
                  </a:lnTo>
                  <a:lnTo>
                    <a:pt x="1643" y="105"/>
                  </a:lnTo>
                  <a:lnTo>
                    <a:pt x="1512"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05;p15">
              <a:extLst>
                <a:ext uri="{FF2B5EF4-FFF2-40B4-BE49-F238E27FC236}">
                  <a16:creationId xmlns:a16="http://schemas.microsoft.com/office/drawing/2014/main" id="{95BFB48B-E402-A69B-147F-667C0BAA6857}"/>
                </a:ext>
              </a:extLst>
            </p:cNvPr>
            <p:cNvSpPr/>
            <p:nvPr/>
          </p:nvSpPr>
          <p:spPr>
            <a:xfrm>
              <a:off x="6113166" y="2163505"/>
              <a:ext cx="59839" cy="237337"/>
            </a:xfrm>
            <a:custGeom>
              <a:avLst/>
              <a:gdLst/>
              <a:ahLst/>
              <a:cxnLst/>
              <a:rect l="l" t="t" r="r" b="b"/>
              <a:pathLst>
                <a:path w="1956" h="7758" extrusionOk="0">
                  <a:moveTo>
                    <a:pt x="508" y="0"/>
                  </a:moveTo>
                  <a:lnTo>
                    <a:pt x="430" y="118"/>
                  </a:lnTo>
                  <a:lnTo>
                    <a:pt x="365" y="235"/>
                  </a:lnTo>
                  <a:lnTo>
                    <a:pt x="300" y="352"/>
                  </a:lnTo>
                  <a:lnTo>
                    <a:pt x="235" y="470"/>
                  </a:lnTo>
                  <a:lnTo>
                    <a:pt x="183" y="600"/>
                  </a:lnTo>
                  <a:lnTo>
                    <a:pt x="143" y="730"/>
                  </a:lnTo>
                  <a:lnTo>
                    <a:pt x="104" y="874"/>
                  </a:lnTo>
                  <a:lnTo>
                    <a:pt x="65" y="1004"/>
                  </a:lnTo>
                  <a:lnTo>
                    <a:pt x="26" y="1278"/>
                  </a:lnTo>
                  <a:lnTo>
                    <a:pt x="0" y="1565"/>
                  </a:lnTo>
                  <a:lnTo>
                    <a:pt x="13" y="1852"/>
                  </a:lnTo>
                  <a:lnTo>
                    <a:pt x="39" y="2125"/>
                  </a:lnTo>
                  <a:lnTo>
                    <a:pt x="104" y="2412"/>
                  </a:lnTo>
                  <a:lnTo>
                    <a:pt x="130" y="2556"/>
                  </a:lnTo>
                  <a:lnTo>
                    <a:pt x="183" y="2686"/>
                  </a:lnTo>
                  <a:lnTo>
                    <a:pt x="235" y="2829"/>
                  </a:lnTo>
                  <a:lnTo>
                    <a:pt x="287" y="2960"/>
                  </a:lnTo>
                  <a:lnTo>
                    <a:pt x="417" y="3220"/>
                  </a:lnTo>
                  <a:lnTo>
                    <a:pt x="561" y="3468"/>
                  </a:lnTo>
                  <a:lnTo>
                    <a:pt x="704" y="3690"/>
                  </a:lnTo>
                  <a:lnTo>
                    <a:pt x="834" y="3885"/>
                  </a:lnTo>
                  <a:lnTo>
                    <a:pt x="939" y="4081"/>
                  </a:lnTo>
                  <a:lnTo>
                    <a:pt x="1030" y="4276"/>
                  </a:lnTo>
                  <a:lnTo>
                    <a:pt x="1095" y="4485"/>
                  </a:lnTo>
                  <a:lnTo>
                    <a:pt x="1134" y="4694"/>
                  </a:lnTo>
                  <a:lnTo>
                    <a:pt x="1160" y="4915"/>
                  </a:lnTo>
                  <a:lnTo>
                    <a:pt x="1160" y="5124"/>
                  </a:lnTo>
                  <a:lnTo>
                    <a:pt x="1147" y="5346"/>
                  </a:lnTo>
                  <a:lnTo>
                    <a:pt x="1108" y="5567"/>
                  </a:lnTo>
                  <a:lnTo>
                    <a:pt x="1043" y="5776"/>
                  </a:lnTo>
                  <a:lnTo>
                    <a:pt x="1004" y="5893"/>
                  </a:lnTo>
                  <a:lnTo>
                    <a:pt x="965" y="5997"/>
                  </a:lnTo>
                  <a:lnTo>
                    <a:pt x="913" y="6102"/>
                  </a:lnTo>
                  <a:lnTo>
                    <a:pt x="860" y="6206"/>
                  </a:lnTo>
                  <a:lnTo>
                    <a:pt x="730" y="6441"/>
                  </a:lnTo>
                  <a:lnTo>
                    <a:pt x="600" y="6675"/>
                  </a:lnTo>
                  <a:lnTo>
                    <a:pt x="495" y="6936"/>
                  </a:lnTo>
                  <a:lnTo>
                    <a:pt x="443" y="7066"/>
                  </a:lnTo>
                  <a:lnTo>
                    <a:pt x="417" y="7210"/>
                  </a:lnTo>
                  <a:lnTo>
                    <a:pt x="391" y="7353"/>
                  </a:lnTo>
                  <a:lnTo>
                    <a:pt x="404" y="7497"/>
                  </a:lnTo>
                  <a:lnTo>
                    <a:pt x="430" y="7627"/>
                  </a:lnTo>
                  <a:lnTo>
                    <a:pt x="469" y="7757"/>
                  </a:lnTo>
                  <a:lnTo>
                    <a:pt x="495" y="7627"/>
                  </a:lnTo>
                  <a:lnTo>
                    <a:pt x="522" y="7510"/>
                  </a:lnTo>
                  <a:lnTo>
                    <a:pt x="574" y="7392"/>
                  </a:lnTo>
                  <a:lnTo>
                    <a:pt x="626" y="7288"/>
                  </a:lnTo>
                  <a:lnTo>
                    <a:pt x="704" y="7184"/>
                  </a:lnTo>
                  <a:lnTo>
                    <a:pt x="782" y="7093"/>
                  </a:lnTo>
                  <a:lnTo>
                    <a:pt x="939" y="6910"/>
                  </a:lnTo>
                  <a:lnTo>
                    <a:pt x="1121" y="6727"/>
                  </a:lnTo>
                  <a:lnTo>
                    <a:pt x="1304" y="6532"/>
                  </a:lnTo>
                  <a:lnTo>
                    <a:pt x="1395" y="6428"/>
                  </a:lnTo>
                  <a:lnTo>
                    <a:pt x="1486" y="6310"/>
                  </a:lnTo>
                  <a:lnTo>
                    <a:pt x="1564" y="6193"/>
                  </a:lnTo>
                  <a:lnTo>
                    <a:pt x="1643" y="6063"/>
                  </a:lnTo>
                  <a:lnTo>
                    <a:pt x="1721" y="5919"/>
                  </a:lnTo>
                  <a:lnTo>
                    <a:pt x="1773" y="5789"/>
                  </a:lnTo>
                  <a:lnTo>
                    <a:pt x="1825" y="5645"/>
                  </a:lnTo>
                  <a:lnTo>
                    <a:pt x="1877" y="5502"/>
                  </a:lnTo>
                  <a:lnTo>
                    <a:pt x="1903" y="5359"/>
                  </a:lnTo>
                  <a:lnTo>
                    <a:pt x="1930" y="5202"/>
                  </a:lnTo>
                  <a:lnTo>
                    <a:pt x="1956" y="5059"/>
                  </a:lnTo>
                  <a:lnTo>
                    <a:pt x="1956" y="4902"/>
                  </a:lnTo>
                  <a:lnTo>
                    <a:pt x="1956" y="4746"/>
                  </a:lnTo>
                  <a:lnTo>
                    <a:pt x="1943" y="4602"/>
                  </a:lnTo>
                  <a:lnTo>
                    <a:pt x="1930" y="4446"/>
                  </a:lnTo>
                  <a:lnTo>
                    <a:pt x="1903" y="4290"/>
                  </a:lnTo>
                  <a:lnTo>
                    <a:pt x="1864" y="4146"/>
                  </a:lnTo>
                  <a:lnTo>
                    <a:pt x="1812" y="3990"/>
                  </a:lnTo>
                  <a:lnTo>
                    <a:pt x="1760" y="3846"/>
                  </a:lnTo>
                  <a:lnTo>
                    <a:pt x="1695" y="3703"/>
                  </a:lnTo>
                  <a:lnTo>
                    <a:pt x="1551" y="3455"/>
                  </a:lnTo>
                  <a:lnTo>
                    <a:pt x="1395" y="3220"/>
                  </a:lnTo>
                  <a:lnTo>
                    <a:pt x="1095" y="2803"/>
                  </a:lnTo>
                  <a:lnTo>
                    <a:pt x="978" y="2608"/>
                  </a:lnTo>
                  <a:lnTo>
                    <a:pt x="874" y="2412"/>
                  </a:lnTo>
                  <a:lnTo>
                    <a:pt x="769" y="2190"/>
                  </a:lnTo>
                  <a:lnTo>
                    <a:pt x="691" y="1982"/>
                  </a:lnTo>
                  <a:lnTo>
                    <a:pt x="613" y="1747"/>
                  </a:lnTo>
                  <a:lnTo>
                    <a:pt x="561" y="1513"/>
                  </a:lnTo>
                  <a:lnTo>
                    <a:pt x="508" y="1278"/>
                  </a:lnTo>
                  <a:lnTo>
                    <a:pt x="482" y="1030"/>
                  </a:lnTo>
                  <a:lnTo>
                    <a:pt x="469" y="782"/>
                  </a:lnTo>
                  <a:lnTo>
                    <a:pt x="469" y="522"/>
                  </a:lnTo>
                  <a:lnTo>
                    <a:pt x="482" y="261"/>
                  </a:lnTo>
                  <a:lnTo>
                    <a:pt x="508"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06;p15">
              <a:extLst>
                <a:ext uri="{FF2B5EF4-FFF2-40B4-BE49-F238E27FC236}">
                  <a16:creationId xmlns:a16="http://schemas.microsoft.com/office/drawing/2014/main" id="{434E4F6A-7205-B4CA-D420-E2E8843AED73}"/>
                </a:ext>
              </a:extLst>
            </p:cNvPr>
            <p:cNvSpPr/>
            <p:nvPr/>
          </p:nvSpPr>
          <p:spPr>
            <a:xfrm>
              <a:off x="7073954" y="2211750"/>
              <a:ext cx="222193" cy="522122"/>
            </a:xfrm>
            <a:custGeom>
              <a:avLst/>
              <a:gdLst/>
              <a:ahLst/>
              <a:cxnLst/>
              <a:rect l="l" t="t" r="r" b="b"/>
              <a:pathLst>
                <a:path w="7263" h="17067" extrusionOk="0">
                  <a:moveTo>
                    <a:pt x="3638" y="1"/>
                  </a:moveTo>
                  <a:lnTo>
                    <a:pt x="131" y="14"/>
                  </a:lnTo>
                  <a:lnTo>
                    <a:pt x="105" y="1370"/>
                  </a:lnTo>
                  <a:lnTo>
                    <a:pt x="66" y="3104"/>
                  </a:lnTo>
                  <a:lnTo>
                    <a:pt x="14" y="4851"/>
                  </a:lnTo>
                  <a:lnTo>
                    <a:pt x="1" y="56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43" y="15176"/>
                  </a:lnTo>
                  <a:lnTo>
                    <a:pt x="3143" y="15333"/>
                  </a:lnTo>
                  <a:lnTo>
                    <a:pt x="3130" y="15502"/>
                  </a:lnTo>
                  <a:lnTo>
                    <a:pt x="3091" y="15646"/>
                  </a:lnTo>
                  <a:lnTo>
                    <a:pt x="3065" y="15711"/>
                  </a:lnTo>
                  <a:lnTo>
                    <a:pt x="3026" y="15789"/>
                  </a:lnTo>
                  <a:lnTo>
                    <a:pt x="2973" y="15841"/>
                  </a:lnTo>
                  <a:lnTo>
                    <a:pt x="2934" y="15880"/>
                  </a:lnTo>
                  <a:lnTo>
                    <a:pt x="2817" y="15972"/>
                  </a:lnTo>
                  <a:lnTo>
                    <a:pt x="2700" y="16037"/>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774" y="17041"/>
                  </a:lnTo>
                  <a:lnTo>
                    <a:pt x="2465" y="17041"/>
                  </a:lnTo>
                  <a:lnTo>
                    <a:pt x="3430" y="17028"/>
                  </a:lnTo>
                  <a:lnTo>
                    <a:pt x="4316" y="17041"/>
                  </a:lnTo>
                  <a:lnTo>
                    <a:pt x="5190" y="17054"/>
                  </a:lnTo>
                  <a:lnTo>
                    <a:pt x="7002" y="17067"/>
                  </a:lnTo>
                  <a:lnTo>
                    <a:pt x="6663" y="16988"/>
                  </a:lnTo>
                  <a:lnTo>
                    <a:pt x="6363" y="16884"/>
                  </a:lnTo>
                  <a:lnTo>
                    <a:pt x="6089" y="16780"/>
                  </a:lnTo>
                  <a:lnTo>
                    <a:pt x="5829" y="16649"/>
                  </a:lnTo>
                  <a:lnTo>
                    <a:pt x="5294" y="16376"/>
                  </a:lnTo>
                  <a:lnTo>
                    <a:pt x="5007" y="16232"/>
                  </a:lnTo>
                  <a:lnTo>
                    <a:pt x="4694" y="16089"/>
                  </a:lnTo>
                  <a:lnTo>
                    <a:pt x="4564" y="16037"/>
                  </a:lnTo>
                  <a:lnTo>
                    <a:pt x="4447" y="15972"/>
                  </a:lnTo>
                  <a:lnTo>
                    <a:pt x="4329" y="15880"/>
                  </a:lnTo>
                  <a:lnTo>
                    <a:pt x="4290" y="15841"/>
                  </a:lnTo>
                  <a:lnTo>
                    <a:pt x="4238" y="15789"/>
                  </a:lnTo>
                  <a:lnTo>
                    <a:pt x="4199" y="15711"/>
                  </a:lnTo>
                  <a:lnTo>
                    <a:pt x="4173" y="15646"/>
                  </a:lnTo>
                  <a:lnTo>
                    <a:pt x="4134" y="15502"/>
                  </a:lnTo>
                  <a:lnTo>
                    <a:pt x="4121" y="15333"/>
                  </a:lnTo>
                  <a:lnTo>
                    <a:pt x="4121" y="15176"/>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5607"/>
                  </a:lnTo>
                  <a:lnTo>
                    <a:pt x="7250" y="4851"/>
                  </a:lnTo>
                  <a:lnTo>
                    <a:pt x="7198" y="3104"/>
                  </a:lnTo>
                  <a:lnTo>
                    <a:pt x="7158" y="1370"/>
                  </a:lnTo>
                  <a:lnTo>
                    <a:pt x="7132" y="14"/>
                  </a:lnTo>
                  <a:lnTo>
                    <a:pt x="3638" y="1"/>
                  </a:lnTo>
                  <a:close/>
                </a:path>
              </a:pathLst>
            </a:custGeom>
            <a:solidFill>
              <a:srgbClr val="F6F2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07;p15">
              <a:extLst>
                <a:ext uri="{FF2B5EF4-FFF2-40B4-BE49-F238E27FC236}">
                  <a16:creationId xmlns:a16="http://schemas.microsoft.com/office/drawing/2014/main" id="{4D62BD31-8597-98B7-1CC0-70C866F7C4F1}"/>
                </a:ext>
              </a:extLst>
            </p:cNvPr>
            <p:cNvSpPr/>
            <p:nvPr/>
          </p:nvSpPr>
          <p:spPr>
            <a:xfrm>
              <a:off x="7073954" y="2211750"/>
              <a:ext cx="222193" cy="522122"/>
            </a:xfrm>
            <a:custGeom>
              <a:avLst/>
              <a:gdLst/>
              <a:ahLst/>
              <a:cxnLst/>
              <a:rect l="l" t="t" r="r" b="b"/>
              <a:pathLst>
                <a:path w="7263" h="17067" fill="none" extrusionOk="0">
                  <a:moveTo>
                    <a:pt x="3638" y="1"/>
                  </a:moveTo>
                  <a:lnTo>
                    <a:pt x="3638" y="1"/>
                  </a:lnTo>
                  <a:lnTo>
                    <a:pt x="131" y="14"/>
                  </a:lnTo>
                  <a:lnTo>
                    <a:pt x="131" y="14"/>
                  </a:lnTo>
                  <a:lnTo>
                    <a:pt x="105" y="1370"/>
                  </a:lnTo>
                  <a:lnTo>
                    <a:pt x="66" y="3104"/>
                  </a:lnTo>
                  <a:lnTo>
                    <a:pt x="14" y="4851"/>
                  </a:lnTo>
                  <a:lnTo>
                    <a:pt x="1" y="5607"/>
                  </a:lnTo>
                  <a:lnTo>
                    <a:pt x="1" y="62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82" y="12034"/>
                  </a:lnTo>
                  <a:lnTo>
                    <a:pt x="3143" y="15176"/>
                  </a:lnTo>
                  <a:lnTo>
                    <a:pt x="3143" y="15176"/>
                  </a:lnTo>
                  <a:lnTo>
                    <a:pt x="3143" y="15333"/>
                  </a:lnTo>
                  <a:lnTo>
                    <a:pt x="3130" y="15502"/>
                  </a:lnTo>
                  <a:lnTo>
                    <a:pt x="3091" y="15646"/>
                  </a:lnTo>
                  <a:lnTo>
                    <a:pt x="3065" y="15711"/>
                  </a:lnTo>
                  <a:lnTo>
                    <a:pt x="3026" y="15789"/>
                  </a:lnTo>
                  <a:lnTo>
                    <a:pt x="3026" y="15789"/>
                  </a:lnTo>
                  <a:lnTo>
                    <a:pt x="2973" y="15841"/>
                  </a:lnTo>
                  <a:lnTo>
                    <a:pt x="2934" y="15880"/>
                  </a:lnTo>
                  <a:lnTo>
                    <a:pt x="2817" y="15972"/>
                  </a:lnTo>
                  <a:lnTo>
                    <a:pt x="2700" y="16037"/>
                  </a:lnTo>
                  <a:lnTo>
                    <a:pt x="2569" y="16089"/>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109" y="17028"/>
                  </a:lnTo>
                  <a:lnTo>
                    <a:pt x="1774" y="17041"/>
                  </a:lnTo>
                  <a:lnTo>
                    <a:pt x="1774" y="17041"/>
                  </a:lnTo>
                  <a:lnTo>
                    <a:pt x="2465" y="17041"/>
                  </a:lnTo>
                  <a:lnTo>
                    <a:pt x="2465" y="17041"/>
                  </a:lnTo>
                  <a:lnTo>
                    <a:pt x="3430" y="17028"/>
                  </a:lnTo>
                  <a:lnTo>
                    <a:pt x="3430" y="17028"/>
                  </a:lnTo>
                  <a:lnTo>
                    <a:pt x="4316" y="17041"/>
                  </a:lnTo>
                  <a:lnTo>
                    <a:pt x="5190" y="17054"/>
                  </a:lnTo>
                  <a:lnTo>
                    <a:pt x="7002" y="17067"/>
                  </a:lnTo>
                  <a:lnTo>
                    <a:pt x="7002" y="17067"/>
                  </a:lnTo>
                  <a:lnTo>
                    <a:pt x="6663" y="16988"/>
                  </a:lnTo>
                  <a:lnTo>
                    <a:pt x="6363" y="16884"/>
                  </a:lnTo>
                  <a:lnTo>
                    <a:pt x="6089" y="16780"/>
                  </a:lnTo>
                  <a:lnTo>
                    <a:pt x="5829" y="16649"/>
                  </a:lnTo>
                  <a:lnTo>
                    <a:pt x="5294" y="16376"/>
                  </a:lnTo>
                  <a:lnTo>
                    <a:pt x="5007" y="16232"/>
                  </a:lnTo>
                  <a:lnTo>
                    <a:pt x="4694" y="16089"/>
                  </a:lnTo>
                  <a:lnTo>
                    <a:pt x="4694" y="16089"/>
                  </a:lnTo>
                  <a:lnTo>
                    <a:pt x="4564" y="16037"/>
                  </a:lnTo>
                  <a:lnTo>
                    <a:pt x="4447" y="15972"/>
                  </a:lnTo>
                  <a:lnTo>
                    <a:pt x="4329" y="15880"/>
                  </a:lnTo>
                  <a:lnTo>
                    <a:pt x="4290" y="15841"/>
                  </a:lnTo>
                  <a:lnTo>
                    <a:pt x="4238" y="15789"/>
                  </a:lnTo>
                  <a:lnTo>
                    <a:pt x="4238" y="15789"/>
                  </a:lnTo>
                  <a:lnTo>
                    <a:pt x="4199" y="15711"/>
                  </a:lnTo>
                  <a:lnTo>
                    <a:pt x="4173" y="15646"/>
                  </a:lnTo>
                  <a:lnTo>
                    <a:pt x="4134" y="15502"/>
                  </a:lnTo>
                  <a:lnTo>
                    <a:pt x="4121" y="15333"/>
                  </a:lnTo>
                  <a:lnTo>
                    <a:pt x="4121" y="15176"/>
                  </a:lnTo>
                  <a:lnTo>
                    <a:pt x="4121" y="15176"/>
                  </a:lnTo>
                  <a:lnTo>
                    <a:pt x="4082" y="12034"/>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6207"/>
                  </a:lnTo>
                  <a:lnTo>
                    <a:pt x="7263" y="5607"/>
                  </a:lnTo>
                  <a:lnTo>
                    <a:pt x="7250" y="4851"/>
                  </a:lnTo>
                  <a:lnTo>
                    <a:pt x="7198" y="3104"/>
                  </a:lnTo>
                  <a:lnTo>
                    <a:pt x="7158" y="1370"/>
                  </a:lnTo>
                  <a:lnTo>
                    <a:pt x="7132" y="14"/>
                  </a:lnTo>
                  <a:lnTo>
                    <a:pt x="7132" y="14"/>
                  </a:lnTo>
                  <a:lnTo>
                    <a:pt x="363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08;p15">
              <a:extLst>
                <a:ext uri="{FF2B5EF4-FFF2-40B4-BE49-F238E27FC236}">
                  <a16:creationId xmlns:a16="http://schemas.microsoft.com/office/drawing/2014/main" id="{22C64AAA-0C9D-0EAF-0EE1-ACF2AB228939}"/>
                </a:ext>
              </a:extLst>
            </p:cNvPr>
            <p:cNvSpPr/>
            <p:nvPr/>
          </p:nvSpPr>
          <p:spPr>
            <a:xfrm>
              <a:off x="7089128" y="2333814"/>
              <a:ext cx="193865" cy="136014"/>
            </a:xfrm>
            <a:custGeom>
              <a:avLst/>
              <a:gdLst/>
              <a:ahLst/>
              <a:cxnLst/>
              <a:rect l="l" t="t" r="r" b="b"/>
              <a:pathLst>
                <a:path w="6337" h="4446" extrusionOk="0">
                  <a:moveTo>
                    <a:pt x="0" y="0"/>
                  </a:moveTo>
                  <a:lnTo>
                    <a:pt x="0" y="2060"/>
                  </a:lnTo>
                  <a:lnTo>
                    <a:pt x="13" y="2295"/>
                  </a:lnTo>
                  <a:lnTo>
                    <a:pt x="39" y="2542"/>
                  </a:lnTo>
                  <a:lnTo>
                    <a:pt x="105" y="2764"/>
                  </a:lnTo>
                  <a:lnTo>
                    <a:pt x="183" y="2986"/>
                  </a:lnTo>
                  <a:lnTo>
                    <a:pt x="287" y="3194"/>
                  </a:lnTo>
                  <a:lnTo>
                    <a:pt x="405" y="3390"/>
                  </a:lnTo>
                  <a:lnTo>
                    <a:pt x="548" y="3572"/>
                  </a:lnTo>
                  <a:lnTo>
                    <a:pt x="691" y="3742"/>
                  </a:lnTo>
                  <a:lnTo>
                    <a:pt x="861" y="3898"/>
                  </a:lnTo>
                  <a:lnTo>
                    <a:pt x="1056" y="4042"/>
                  </a:lnTo>
                  <a:lnTo>
                    <a:pt x="1252" y="4159"/>
                  </a:lnTo>
                  <a:lnTo>
                    <a:pt x="1461" y="4250"/>
                  </a:lnTo>
                  <a:lnTo>
                    <a:pt x="1669" y="4342"/>
                  </a:lnTo>
                  <a:lnTo>
                    <a:pt x="1904" y="4394"/>
                  </a:lnTo>
                  <a:lnTo>
                    <a:pt x="2139" y="4433"/>
                  </a:lnTo>
                  <a:lnTo>
                    <a:pt x="2386" y="4446"/>
                  </a:lnTo>
                  <a:lnTo>
                    <a:pt x="3938" y="4446"/>
                  </a:lnTo>
                  <a:lnTo>
                    <a:pt x="4185" y="4433"/>
                  </a:lnTo>
                  <a:lnTo>
                    <a:pt x="4420" y="4394"/>
                  </a:lnTo>
                  <a:lnTo>
                    <a:pt x="4655" y="4342"/>
                  </a:lnTo>
                  <a:lnTo>
                    <a:pt x="4876" y="4250"/>
                  </a:lnTo>
                  <a:lnTo>
                    <a:pt x="5085" y="4159"/>
                  </a:lnTo>
                  <a:lnTo>
                    <a:pt x="5281" y="4042"/>
                  </a:lnTo>
                  <a:lnTo>
                    <a:pt x="5463" y="3898"/>
                  </a:lnTo>
                  <a:lnTo>
                    <a:pt x="5633" y="3742"/>
                  </a:lnTo>
                  <a:lnTo>
                    <a:pt x="5789" y="3572"/>
                  </a:lnTo>
                  <a:lnTo>
                    <a:pt x="5919" y="3390"/>
                  </a:lnTo>
                  <a:lnTo>
                    <a:pt x="6050" y="3194"/>
                  </a:lnTo>
                  <a:lnTo>
                    <a:pt x="6141" y="2986"/>
                  </a:lnTo>
                  <a:lnTo>
                    <a:pt x="6219" y="2764"/>
                  </a:lnTo>
                  <a:lnTo>
                    <a:pt x="6284" y="2542"/>
                  </a:lnTo>
                  <a:lnTo>
                    <a:pt x="6323" y="2295"/>
                  </a:lnTo>
                  <a:lnTo>
                    <a:pt x="6337" y="2060"/>
                  </a:lnTo>
                  <a:lnTo>
                    <a:pt x="6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09;p15">
              <a:extLst>
                <a:ext uri="{FF2B5EF4-FFF2-40B4-BE49-F238E27FC236}">
                  <a16:creationId xmlns:a16="http://schemas.microsoft.com/office/drawing/2014/main" id="{5CD3B825-8769-A177-E1C3-446DC0647334}"/>
                </a:ext>
              </a:extLst>
            </p:cNvPr>
            <p:cNvSpPr/>
            <p:nvPr/>
          </p:nvSpPr>
          <p:spPr>
            <a:xfrm>
              <a:off x="7106259" y="2367710"/>
              <a:ext cx="23189" cy="68221"/>
            </a:xfrm>
            <a:custGeom>
              <a:avLst/>
              <a:gdLst/>
              <a:ahLst/>
              <a:cxnLst/>
              <a:rect l="l" t="t" r="r" b="b"/>
              <a:pathLst>
                <a:path w="758" h="2230" extrusionOk="0">
                  <a:moveTo>
                    <a:pt x="379" y="0"/>
                  </a:moveTo>
                  <a:lnTo>
                    <a:pt x="301" y="13"/>
                  </a:lnTo>
                  <a:lnTo>
                    <a:pt x="236" y="26"/>
                  </a:lnTo>
                  <a:lnTo>
                    <a:pt x="170" y="66"/>
                  </a:lnTo>
                  <a:lnTo>
                    <a:pt x="105" y="105"/>
                  </a:lnTo>
                  <a:lnTo>
                    <a:pt x="66" y="170"/>
                  </a:lnTo>
                  <a:lnTo>
                    <a:pt x="27" y="235"/>
                  </a:lnTo>
                  <a:lnTo>
                    <a:pt x="14" y="300"/>
                  </a:lnTo>
                  <a:lnTo>
                    <a:pt x="1" y="378"/>
                  </a:lnTo>
                  <a:lnTo>
                    <a:pt x="1" y="1852"/>
                  </a:lnTo>
                  <a:lnTo>
                    <a:pt x="14" y="1930"/>
                  </a:lnTo>
                  <a:lnTo>
                    <a:pt x="27" y="1995"/>
                  </a:lnTo>
                  <a:lnTo>
                    <a:pt x="66" y="2060"/>
                  </a:lnTo>
                  <a:lnTo>
                    <a:pt x="105" y="2112"/>
                  </a:lnTo>
                  <a:lnTo>
                    <a:pt x="170" y="2165"/>
                  </a:lnTo>
                  <a:lnTo>
                    <a:pt x="236" y="2191"/>
                  </a:lnTo>
                  <a:lnTo>
                    <a:pt x="301" y="2217"/>
                  </a:lnTo>
                  <a:lnTo>
                    <a:pt x="379" y="2230"/>
                  </a:lnTo>
                  <a:lnTo>
                    <a:pt x="457" y="2217"/>
                  </a:lnTo>
                  <a:lnTo>
                    <a:pt x="522" y="2191"/>
                  </a:lnTo>
                  <a:lnTo>
                    <a:pt x="588" y="2165"/>
                  </a:lnTo>
                  <a:lnTo>
                    <a:pt x="640" y="2112"/>
                  </a:lnTo>
                  <a:lnTo>
                    <a:pt x="692" y="2060"/>
                  </a:lnTo>
                  <a:lnTo>
                    <a:pt x="718" y="1995"/>
                  </a:lnTo>
                  <a:lnTo>
                    <a:pt x="744" y="1930"/>
                  </a:lnTo>
                  <a:lnTo>
                    <a:pt x="757" y="1852"/>
                  </a:lnTo>
                  <a:lnTo>
                    <a:pt x="757" y="378"/>
                  </a:lnTo>
                  <a:lnTo>
                    <a:pt x="744" y="300"/>
                  </a:lnTo>
                  <a:lnTo>
                    <a:pt x="718" y="235"/>
                  </a:lnTo>
                  <a:lnTo>
                    <a:pt x="692" y="170"/>
                  </a:lnTo>
                  <a:lnTo>
                    <a:pt x="640" y="105"/>
                  </a:lnTo>
                  <a:lnTo>
                    <a:pt x="588" y="66"/>
                  </a:lnTo>
                  <a:lnTo>
                    <a:pt x="522" y="26"/>
                  </a:lnTo>
                  <a:lnTo>
                    <a:pt x="457" y="13"/>
                  </a:lnTo>
                  <a:lnTo>
                    <a:pt x="3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10;p15">
              <a:extLst>
                <a:ext uri="{FF2B5EF4-FFF2-40B4-BE49-F238E27FC236}">
                  <a16:creationId xmlns:a16="http://schemas.microsoft.com/office/drawing/2014/main" id="{FFCC4426-6569-495A-AEE6-6F878B53F79D}"/>
                </a:ext>
              </a:extLst>
            </p:cNvPr>
            <p:cNvSpPr/>
            <p:nvPr/>
          </p:nvSpPr>
          <p:spPr>
            <a:xfrm>
              <a:off x="6099665" y="-908049"/>
              <a:ext cx="1052475" cy="1795275"/>
            </a:xfrm>
            <a:custGeom>
              <a:avLst/>
              <a:gdLst/>
              <a:ahLst/>
              <a:cxnLst/>
              <a:rect l="l" t="t" r="r" b="b"/>
              <a:pathLst>
                <a:path w="42099" h="71811" extrusionOk="0">
                  <a:moveTo>
                    <a:pt x="20039" y="0"/>
                  </a:moveTo>
                  <a:lnTo>
                    <a:pt x="20039" y="53036"/>
                  </a:lnTo>
                  <a:lnTo>
                    <a:pt x="18005" y="53036"/>
                  </a:lnTo>
                  <a:lnTo>
                    <a:pt x="17588" y="53049"/>
                  </a:lnTo>
                  <a:lnTo>
                    <a:pt x="17171" y="53062"/>
                  </a:lnTo>
                  <a:lnTo>
                    <a:pt x="16767" y="53088"/>
                  </a:lnTo>
                  <a:lnTo>
                    <a:pt x="16350" y="53128"/>
                  </a:lnTo>
                  <a:lnTo>
                    <a:pt x="15945" y="53167"/>
                  </a:lnTo>
                  <a:lnTo>
                    <a:pt x="15554" y="53232"/>
                  </a:lnTo>
                  <a:lnTo>
                    <a:pt x="15150" y="53297"/>
                  </a:lnTo>
                  <a:lnTo>
                    <a:pt x="14759" y="53362"/>
                  </a:lnTo>
                  <a:lnTo>
                    <a:pt x="14368" y="53454"/>
                  </a:lnTo>
                  <a:lnTo>
                    <a:pt x="13977" y="53545"/>
                  </a:lnTo>
                  <a:lnTo>
                    <a:pt x="13599" y="53649"/>
                  </a:lnTo>
                  <a:lnTo>
                    <a:pt x="13208" y="53753"/>
                  </a:lnTo>
                  <a:lnTo>
                    <a:pt x="12843" y="53884"/>
                  </a:lnTo>
                  <a:lnTo>
                    <a:pt x="12464" y="54014"/>
                  </a:lnTo>
                  <a:lnTo>
                    <a:pt x="12099" y="54145"/>
                  </a:lnTo>
                  <a:lnTo>
                    <a:pt x="11734" y="54301"/>
                  </a:lnTo>
                  <a:lnTo>
                    <a:pt x="11369" y="54457"/>
                  </a:lnTo>
                  <a:lnTo>
                    <a:pt x="11017" y="54614"/>
                  </a:lnTo>
                  <a:lnTo>
                    <a:pt x="10665" y="54783"/>
                  </a:lnTo>
                  <a:lnTo>
                    <a:pt x="10326" y="54966"/>
                  </a:lnTo>
                  <a:lnTo>
                    <a:pt x="9987" y="55161"/>
                  </a:lnTo>
                  <a:lnTo>
                    <a:pt x="9648" y="55357"/>
                  </a:lnTo>
                  <a:lnTo>
                    <a:pt x="9322" y="55553"/>
                  </a:lnTo>
                  <a:lnTo>
                    <a:pt x="8996" y="55774"/>
                  </a:lnTo>
                  <a:lnTo>
                    <a:pt x="8671" y="55983"/>
                  </a:lnTo>
                  <a:lnTo>
                    <a:pt x="8358" y="56217"/>
                  </a:lnTo>
                  <a:lnTo>
                    <a:pt x="8058" y="56452"/>
                  </a:lnTo>
                  <a:lnTo>
                    <a:pt x="7745" y="56687"/>
                  </a:lnTo>
                  <a:lnTo>
                    <a:pt x="7458" y="56935"/>
                  </a:lnTo>
                  <a:lnTo>
                    <a:pt x="7158" y="57195"/>
                  </a:lnTo>
                  <a:lnTo>
                    <a:pt x="6884" y="57456"/>
                  </a:lnTo>
                  <a:lnTo>
                    <a:pt x="6598" y="57717"/>
                  </a:lnTo>
                  <a:lnTo>
                    <a:pt x="6337" y="57991"/>
                  </a:lnTo>
                  <a:lnTo>
                    <a:pt x="6063" y="58277"/>
                  </a:lnTo>
                  <a:lnTo>
                    <a:pt x="5802" y="58564"/>
                  </a:lnTo>
                  <a:lnTo>
                    <a:pt x="5555" y="58851"/>
                  </a:lnTo>
                  <a:lnTo>
                    <a:pt x="5307" y="59151"/>
                  </a:lnTo>
                  <a:lnTo>
                    <a:pt x="5072" y="59464"/>
                  </a:lnTo>
                  <a:lnTo>
                    <a:pt x="4838" y="59777"/>
                  </a:lnTo>
                  <a:lnTo>
                    <a:pt x="4616" y="60090"/>
                  </a:lnTo>
                  <a:lnTo>
                    <a:pt x="4407" y="60402"/>
                  </a:lnTo>
                  <a:lnTo>
                    <a:pt x="4199" y="60741"/>
                  </a:lnTo>
                  <a:lnTo>
                    <a:pt x="4003" y="61067"/>
                  </a:lnTo>
                  <a:lnTo>
                    <a:pt x="3808" y="61406"/>
                  </a:lnTo>
                  <a:lnTo>
                    <a:pt x="3625" y="61745"/>
                  </a:lnTo>
                  <a:lnTo>
                    <a:pt x="3443" y="62097"/>
                  </a:lnTo>
                  <a:lnTo>
                    <a:pt x="3273" y="62449"/>
                  </a:lnTo>
                  <a:lnTo>
                    <a:pt x="3117" y="62801"/>
                  </a:lnTo>
                  <a:lnTo>
                    <a:pt x="2960" y="63166"/>
                  </a:lnTo>
                  <a:lnTo>
                    <a:pt x="2817" y="63531"/>
                  </a:lnTo>
                  <a:lnTo>
                    <a:pt x="2686" y="63896"/>
                  </a:lnTo>
                  <a:lnTo>
                    <a:pt x="2556" y="64275"/>
                  </a:lnTo>
                  <a:lnTo>
                    <a:pt x="2439" y="64653"/>
                  </a:lnTo>
                  <a:lnTo>
                    <a:pt x="2334" y="65031"/>
                  </a:lnTo>
                  <a:lnTo>
                    <a:pt x="2230" y="65422"/>
                  </a:lnTo>
                  <a:lnTo>
                    <a:pt x="2139" y="65813"/>
                  </a:lnTo>
                  <a:lnTo>
                    <a:pt x="2061" y="66204"/>
                  </a:lnTo>
                  <a:lnTo>
                    <a:pt x="1995" y="66595"/>
                  </a:lnTo>
                  <a:lnTo>
                    <a:pt x="1930" y="66999"/>
                  </a:lnTo>
                  <a:lnTo>
                    <a:pt x="1878" y="67404"/>
                  </a:lnTo>
                  <a:lnTo>
                    <a:pt x="1839" y="67808"/>
                  </a:lnTo>
                  <a:lnTo>
                    <a:pt x="1813" y="68212"/>
                  </a:lnTo>
                  <a:lnTo>
                    <a:pt x="1787" y="68629"/>
                  </a:lnTo>
                  <a:lnTo>
                    <a:pt x="1774" y="69046"/>
                  </a:lnTo>
                  <a:lnTo>
                    <a:pt x="1252" y="69046"/>
                  </a:lnTo>
                  <a:lnTo>
                    <a:pt x="1109" y="69072"/>
                  </a:lnTo>
                  <a:lnTo>
                    <a:pt x="979" y="69098"/>
                  </a:lnTo>
                  <a:lnTo>
                    <a:pt x="848" y="69151"/>
                  </a:lnTo>
                  <a:lnTo>
                    <a:pt x="731" y="69203"/>
                  </a:lnTo>
                  <a:lnTo>
                    <a:pt x="613" y="69281"/>
                  </a:lnTo>
                  <a:lnTo>
                    <a:pt x="509" y="69359"/>
                  </a:lnTo>
                  <a:lnTo>
                    <a:pt x="405" y="69450"/>
                  </a:lnTo>
                  <a:lnTo>
                    <a:pt x="327" y="69542"/>
                  </a:lnTo>
                  <a:lnTo>
                    <a:pt x="235" y="69646"/>
                  </a:lnTo>
                  <a:lnTo>
                    <a:pt x="170" y="69763"/>
                  </a:lnTo>
                  <a:lnTo>
                    <a:pt x="118" y="69881"/>
                  </a:lnTo>
                  <a:lnTo>
                    <a:pt x="66" y="70011"/>
                  </a:lnTo>
                  <a:lnTo>
                    <a:pt x="40" y="70141"/>
                  </a:lnTo>
                  <a:lnTo>
                    <a:pt x="14" y="70285"/>
                  </a:lnTo>
                  <a:lnTo>
                    <a:pt x="1" y="70428"/>
                  </a:lnTo>
                  <a:lnTo>
                    <a:pt x="14" y="70559"/>
                  </a:lnTo>
                  <a:lnTo>
                    <a:pt x="40" y="70702"/>
                  </a:lnTo>
                  <a:lnTo>
                    <a:pt x="66" y="70832"/>
                  </a:lnTo>
                  <a:lnTo>
                    <a:pt x="118" y="70963"/>
                  </a:lnTo>
                  <a:lnTo>
                    <a:pt x="170" y="71080"/>
                  </a:lnTo>
                  <a:lnTo>
                    <a:pt x="235" y="71197"/>
                  </a:lnTo>
                  <a:lnTo>
                    <a:pt x="327" y="71302"/>
                  </a:lnTo>
                  <a:lnTo>
                    <a:pt x="405" y="71406"/>
                  </a:lnTo>
                  <a:lnTo>
                    <a:pt x="509" y="71484"/>
                  </a:lnTo>
                  <a:lnTo>
                    <a:pt x="613" y="71576"/>
                  </a:lnTo>
                  <a:lnTo>
                    <a:pt x="731" y="71641"/>
                  </a:lnTo>
                  <a:lnTo>
                    <a:pt x="848" y="71693"/>
                  </a:lnTo>
                  <a:lnTo>
                    <a:pt x="979" y="71745"/>
                  </a:lnTo>
                  <a:lnTo>
                    <a:pt x="1109" y="71784"/>
                  </a:lnTo>
                  <a:lnTo>
                    <a:pt x="1252" y="71797"/>
                  </a:lnTo>
                  <a:lnTo>
                    <a:pt x="1383" y="71810"/>
                  </a:lnTo>
                  <a:lnTo>
                    <a:pt x="40716" y="71810"/>
                  </a:lnTo>
                  <a:lnTo>
                    <a:pt x="40860" y="71797"/>
                  </a:lnTo>
                  <a:lnTo>
                    <a:pt x="40990" y="71784"/>
                  </a:lnTo>
                  <a:lnTo>
                    <a:pt x="41120" y="71745"/>
                  </a:lnTo>
                  <a:lnTo>
                    <a:pt x="41251" y="71693"/>
                  </a:lnTo>
                  <a:lnTo>
                    <a:pt x="41368" y="71641"/>
                  </a:lnTo>
                  <a:lnTo>
                    <a:pt x="41486" y="71576"/>
                  </a:lnTo>
                  <a:lnTo>
                    <a:pt x="41590" y="71484"/>
                  </a:lnTo>
                  <a:lnTo>
                    <a:pt x="41694" y="71406"/>
                  </a:lnTo>
                  <a:lnTo>
                    <a:pt x="41785" y="71302"/>
                  </a:lnTo>
                  <a:lnTo>
                    <a:pt x="41864" y="71197"/>
                  </a:lnTo>
                  <a:lnTo>
                    <a:pt x="41929" y="71080"/>
                  </a:lnTo>
                  <a:lnTo>
                    <a:pt x="41994" y="70963"/>
                  </a:lnTo>
                  <a:lnTo>
                    <a:pt x="42033" y="70832"/>
                  </a:lnTo>
                  <a:lnTo>
                    <a:pt x="42072" y="70702"/>
                  </a:lnTo>
                  <a:lnTo>
                    <a:pt x="42085" y="70559"/>
                  </a:lnTo>
                  <a:lnTo>
                    <a:pt x="42098" y="70428"/>
                  </a:lnTo>
                  <a:lnTo>
                    <a:pt x="42085" y="70285"/>
                  </a:lnTo>
                  <a:lnTo>
                    <a:pt x="42072" y="70141"/>
                  </a:lnTo>
                  <a:lnTo>
                    <a:pt x="42033" y="70011"/>
                  </a:lnTo>
                  <a:lnTo>
                    <a:pt x="41994" y="69881"/>
                  </a:lnTo>
                  <a:lnTo>
                    <a:pt x="41929" y="69763"/>
                  </a:lnTo>
                  <a:lnTo>
                    <a:pt x="41864" y="69646"/>
                  </a:lnTo>
                  <a:lnTo>
                    <a:pt x="41785" y="69542"/>
                  </a:lnTo>
                  <a:lnTo>
                    <a:pt x="41694" y="69450"/>
                  </a:lnTo>
                  <a:lnTo>
                    <a:pt x="41590" y="69359"/>
                  </a:lnTo>
                  <a:lnTo>
                    <a:pt x="41486" y="69281"/>
                  </a:lnTo>
                  <a:lnTo>
                    <a:pt x="41368" y="69203"/>
                  </a:lnTo>
                  <a:lnTo>
                    <a:pt x="41251" y="69151"/>
                  </a:lnTo>
                  <a:lnTo>
                    <a:pt x="41120" y="69098"/>
                  </a:lnTo>
                  <a:lnTo>
                    <a:pt x="40990" y="69072"/>
                  </a:lnTo>
                  <a:lnTo>
                    <a:pt x="40860" y="69046"/>
                  </a:lnTo>
                  <a:lnTo>
                    <a:pt x="40416" y="69046"/>
                  </a:lnTo>
                  <a:lnTo>
                    <a:pt x="40403" y="68629"/>
                  </a:lnTo>
                  <a:lnTo>
                    <a:pt x="40377" y="68212"/>
                  </a:lnTo>
                  <a:lnTo>
                    <a:pt x="40351" y="67808"/>
                  </a:lnTo>
                  <a:lnTo>
                    <a:pt x="40312" y="67404"/>
                  </a:lnTo>
                  <a:lnTo>
                    <a:pt x="40260" y="66999"/>
                  </a:lnTo>
                  <a:lnTo>
                    <a:pt x="40195" y="66595"/>
                  </a:lnTo>
                  <a:lnTo>
                    <a:pt x="40130" y="66204"/>
                  </a:lnTo>
                  <a:lnTo>
                    <a:pt x="40051" y="65813"/>
                  </a:lnTo>
                  <a:lnTo>
                    <a:pt x="39960" y="65422"/>
                  </a:lnTo>
                  <a:lnTo>
                    <a:pt x="39856" y="65031"/>
                  </a:lnTo>
                  <a:lnTo>
                    <a:pt x="39752" y="64653"/>
                  </a:lnTo>
                  <a:lnTo>
                    <a:pt x="39634" y="64275"/>
                  </a:lnTo>
                  <a:lnTo>
                    <a:pt x="39504" y="63896"/>
                  </a:lnTo>
                  <a:lnTo>
                    <a:pt x="39373" y="63531"/>
                  </a:lnTo>
                  <a:lnTo>
                    <a:pt x="39230" y="63166"/>
                  </a:lnTo>
                  <a:lnTo>
                    <a:pt x="39074" y="62801"/>
                  </a:lnTo>
                  <a:lnTo>
                    <a:pt x="38917" y="62449"/>
                  </a:lnTo>
                  <a:lnTo>
                    <a:pt x="38748" y="62097"/>
                  </a:lnTo>
                  <a:lnTo>
                    <a:pt x="38578" y="61745"/>
                  </a:lnTo>
                  <a:lnTo>
                    <a:pt x="38383" y="61406"/>
                  </a:lnTo>
                  <a:lnTo>
                    <a:pt x="38200" y="61067"/>
                  </a:lnTo>
                  <a:lnTo>
                    <a:pt x="37992" y="60741"/>
                  </a:lnTo>
                  <a:lnTo>
                    <a:pt x="37783" y="60402"/>
                  </a:lnTo>
                  <a:lnTo>
                    <a:pt x="37574" y="60090"/>
                  </a:lnTo>
                  <a:lnTo>
                    <a:pt x="37353" y="59777"/>
                  </a:lnTo>
                  <a:lnTo>
                    <a:pt x="37118" y="59464"/>
                  </a:lnTo>
                  <a:lnTo>
                    <a:pt x="36883" y="59151"/>
                  </a:lnTo>
                  <a:lnTo>
                    <a:pt x="36636" y="58851"/>
                  </a:lnTo>
                  <a:lnTo>
                    <a:pt x="36388" y="58564"/>
                  </a:lnTo>
                  <a:lnTo>
                    <a:pt x="36127" y="58277"/>
                  </a:lnTo>
                  <a:lnTo>
                    <a:pt x="35866" y="57991"/>
                  </a:lnTo>
                  <a:lnTo>
                    <a:pt x="35593" y="57717"/>
                  </a:lnTo>
                  <a:lnTo>
                    <a:pt x="35306" y="57456"/>
                  </a:lnTo>
                  <a:lnTo>
                    <a:pt x="35032" y="57195"/>
                  </a:lnTo>
                  <a:lnTo>
                    <a:pt x="34732" y="56935"/>
                  </a:lnTo>
                  <a:lnTo>
                    <a:pt x="34445" y="56687"/>
                  </a:lnTo>
                  <a:lnTo>
                    <a:pt x="34146" y="56452"/>
                  </a:lnTo>
                  <a:lnTo>
                    <a:pt x="33833" y="56217"/>
                  </a:lnTo>
                  <a:lnTo>
                    <a:pt x="33520" y="55983"/>
                  </a:lnTo>
                  <a:lnTo>
                    <a:pt x="33194" y="55774"/>
                  </a:lnTo>
                  <a:lnTo>
                    <a:pt x="32868" y="55553"/>
                  </a:lnTo>
                  <a:lnTo>
                    <a:pt x="32542" y="55357"/>
                  </a:lnTo>
                  <a:lnTo>
                    <a:pt x="32203" y="55161"/>
                  </a:lnTo>
                  <a:lnTo>
                    <a:pt x="31864" y="54966"/>
                  </a:lnTo>
                  <a:lnTo>
                    <a:pt x="31525" y="54783"/>
                  </a:lnTo>
                  <a:lnTo>
                    <a:pt x="31173" y="54614"/>
                  </a:lnTo>
                  <a:lnTo>
                    <a:pt x="30821" y="54457"/>
                  </a:lnTo>
                  <a:lnTo>
                    <a:pt x="30456" y="54301"/>
                  </a:lnTo>
                  <a:lnTo>
                    <a:pt x="30091" y="54145"/>
                  </a:lnTo>
                  <a:lnTo>
                    <a:pt x="29726" y="54014"/>
                  </a:lnTo>
                  <a:lnTo>
                    <a:pt x="29361" y="53884"/>
                  </a:lnTo>
                  <a:lnTo>
                    <a:pt x="28983" y="53753"/>
                  </a:lnTo>
                  <a:lnTo>
                    <a:pt x="28605" y="53649"/>
                  </a:lnTo>
                  <a:lnTo>
                    <a:pt x="28214" y="53545"/>
                  </a:lnTo>
                  <a:lnTo>
                    <a:pt x="27822" y="53454"/>
                  </a:lnTo>
                  <a:lnTo>
                    <a:pt x="27431" y="53362"/>
                  </a:lnTo>
                  <a:lnTo>
                    <a:pt x="27040" y="53297"/>
                  </a:lnTo>
                  <a:lnTo>
                    <a:pt x="26649" y="53232"/>
                  </a:lnTo>
                  <a:lnTo>
                    <a:pt x="26245" y="53167"/>
                  </a:lnTo>
                  <a:lnTo>
                    <a:pt x="25841" y="53128"/>
                  </a:lnTo>
                  <a:lnTo>
                    <a:pt x="25437" y="53088"/>
                  </a:lnTo>
                  <a:lnTo>
                    <a:pt x="25019" y="53062"/>
                  </a:lnTo>
                  <a:lnTo>
                    <a:pt x="24602" y="53049"/>
                  </a:lnTo>
                  <a:lnTo>
                    <a:pt x="24198" y="53036"/>
                  </a:lnTo>
                  <a:lnTo>
                    <a:pt x="22151" y="53036"/>
                  </a:lnTo>
                  <a:lnTo>
                    <a:pt x="22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7431885"/>
      </p:ext>
    </p:extLst>
  </p:cSld>
  <p:clrMapOvr>
    <a:masterClrMapping/>
  </p:clrMapOvr>
</p:sld>
</file>

<file path=ppt/theme/theme1.xml><?xml version="1.0" encoding="utf-8"?>
<a:theme xmlns:a="http://schemas.openxmlformats.org/drawingml/2006/main" name="Restaurant Infographics by Slidesgo">
  <a:themeElements>
    <a:clrScheme name="Simple Light">
      <a:dk1>
        <a:srgbClr val="000000"/>
      </a:dk1>
      <a:lt1>
        <a:srgbClr val="FFFFFF"/>
      </a:lt1>
      <a:dk2>
        <a:srgbClr val="666666"/>
      </a:dk2>
      <a:lt2>
        <a:srgbClr val="EFEFEF"/>
      </a:lt2>
      <a:accent1>
        <a:srgbClr val="FF6347"/>
      </a:accent1>
      <a:accent2>
        <a:srgbClr val="C8E17B"/>
      </a:accent2>
      <a:accent3>
        <a:srgbClr val="CC843C"/>
      </a:accent3>
      <a:accent4>
        <a:srgbClr val="8A779A"/>
      </a:accent4>
      <a:accent5>
        <a:srgbClr val="917A56"/>
      </a:accent5>
      <a:accent6>
        <a:srgbClr val="F3AE52"/>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843</Words>
  <Application>Microsoft Office PowerPoint</Application>
  <PresentationFormat>On-screen Show (16:9)</PresentationFormat>
  <Paragraphs>108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Georgia</vt:lpstr>
      <vt:lpstr>Arial</vt:lpstr>
      <vt:lpstr>Roboto</vt:lpstr>
      <vt:lpstr>Fira Sans Extra Condensed</vt:lpstr>
      <vt:lpstr>Restaurant Infographics by Slidesgo</vt:lpstr>
      <vt:lpstr>Software Engineering Project</vt:lpstr>
      <vt:lpstr>Problem Statement </vt:lpstr>
      <vt:lpstr>Problem Statement </vt:lpstr>
      <vt:lpstr>Identified Users </vt:lpstr>
      <vt:lpstr>Identified Users </vt:lpstr>
      <vt:lpstr>Identified Users </vt:lpstr>
      <vt:lpstr>User Stories </vt:lpstr>
      <vt:lpstr>User Stories </vt:lpstr>
      <vt:lpstr>User Stories </vt:lpstr>
      <vt:lpstr>Tech Stack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Shravani</dc:creator>
  <cp:lastModifiedBy>Shravani Bugdani</cp:lastModifiedBy>
  <cp:revision>1</cp:revision>
  <dcterms:modified xsi:type="dcterms:W3CDTF">2026-04-20T06:45:19Z</dcterms:modified>
</cp:coreProperties>
</file>